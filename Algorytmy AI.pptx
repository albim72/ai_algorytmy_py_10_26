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ink/ink1.xml" ContentType="application/inkml+xml"/>
  <Override PartName="/ppt/notesSlides/notesSlide5.xml" ContentType="application/vnd.openxmlformats-officedocument.presentationml.notesSlide+xml"/>
  <Override PartName="/ppt/notesSlides/notesSlide6.xml" ContentType="application/vnd.openxmlformats-officedocument.presentationml.notesSlide+xml"/>
  <Override PartName="/ppt/ink/ink2.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60" r:id="rId1"/>
  </p:sldMasterIdLst>
  <p:notesMasterIdLst>
    <p:notesMasterId r:id="rId132"/>
  </p:notesMasterIdLst>
  <p:handoutMasterIdLst>
    <p:handoutMasterId r:id="rId133"/>
  </p:handoutMasterIdLst>
  <p:sldIdLst>
    <p:sldId id="349" r:id="rId2"/>
    <p:sldId id="530" r:id="rId3"/>
    <p:sldId id="531" r:id="rId4"/>
    <p:sldId id="261" r:id="rId5"/>
    <p:sldId id="338" r:id="rId6"/>
    <p:sldId id="257" r:id="rId7"/>
    <p:sldId id="258" r:id="rId8"/>
    <p:sldId id="259" r:id="rId9"/>
    <p:sldId id="260" r:id="rId10"/>
    <p:sldId id="352" r:id="rId11"/>
    <p:sldId id="385" r:id="rId12"/>
    <p:sldId id="413" r:id="rId13"/>
    <p:sldId id="532" r:id="rId14"/>
    <p:sldId id="833" r:id="rId15"/>
    <p:sldId id="821" r:id="rId16"/>
    <p:sldId id="822" r:id="rId17"/>
    <p:sldId id="823" r:id="rId18"/>
    <p:sldId id="824" r:id="rId19"/>
    <p:sldId id="825" r:id="rId20"/>
    <p:sldId id="826" r:id="rId21"/>
    <p:sldId id="827" r:id="rId22"/>
    <p:sldId id="830" r:id="rId23"/>
    <p:sldId id="345" r:id="rId24"/>
    <p:sldId id="346" r:id="rId25"/>
    <p:sldId id="369" r:id="rId26"/>
    <p:sldId id="370" r:id="rId27"/>
    <p:sldId id="371" r:id="rId28"/>
    <p:sldId id="372" r:id="rId29"/>
    <p:sldId id="373" r:id="rId30"/>
    <p:sldId id="374" r:id="rId31"/>
    <p:sldId id="383" r:id="rId32"/>
    <p:sldId id="510" r:id="rId33"/>
    <p:sldId id="509" r:id="rId34"/>
    <p:sldId id="511" r:id="rId35"/>
    <p:sldId id="512" r:id="rId36"/>
    <p:sldId id="514" r:id="rId37"/>
    <p:sldId id="513" r:id="rId38"/>
    <p:sldId id="503" r:id="rId39"/>
    <p:sldId id="508" r:id="rId40"/>
    <p:sldId id="398" r:id="rId41"/>
    <p:sldId id="348" r:id="rId42"/>
    <p:sldId id="506" r:id="rId43"/>
    <p:sldId id="507" r:id="rId44"/>
    <p:sldId id="399" r:id="rId45"/>
    <p:sldId id="412" r:id="rId46"/>
    <p:sldId id="407" r:id="rId47"/>
    <p:sldId id="411" r:id="rId48"/>
    <p:sldId id="410" r:id="rId49"/>
    <p:sldId id="504" r:id="rId50"/>
    <p:sldId id="505" r:id="rId51"/>
    <p:sldId id="384" r:id="rId52"/>
    <p:sldId id="834" r:id="rId53"/>
    <p:sldId id="454" r:id="rId54"/>
    <p:sldId id="455" r:id="rId55"/>
    <p:sldId id="456" r:id="rId56"/>
    <p:sldId id="457" r:id="rId57"/>
    <p:sldId id="458" r:id="rId58"/>
    <p:sldId id="459" r:id="rId59"/>
    <p:sldId id="453" r:id="rId60"/>
    <p:sldId id="386" r:id="rId61"/>
    <p:sldId id="387" r:id="rId62"/>
    <p:sldId id="460" r:id="rId63"/>
    <p:sldId id="461" r:id="rId64"/>
    <p:sldId id="462" r:id="rId65"/>
    <p:sldId id="463" r:id="rId66"/>
    <p:sldId id="464" r:id="rId67"/>
    <p:sldId id="465" r:id="rId68"/>
    <p:sldId id="466" r:id="rId69"/>
    <p:sldId id="467" r:id="rId70"/>
    <p:sldId id="468" r:id="rId71"/>
    <p:sldId id="469" r:id="rId72"/>
    <p:sldId id="470" r:id="rId73"/>
    <p:sldId id="471" r:id="rId74"/>
    <p:sldId id="472" r:id="rId75"/>
    <p:sldId id="473" r:id="rId76"/>
    <p:sldId id="474" r:id="rId77"/>
    <p:sldId id="475" r:id="rId78"/>
    <p:sldId id="522" r:id="rId79"/>
    <p:sldId id="523" r:id="rId80"/>
    <p:sldId id="524" r:id="rId81"/>
    <p:sldId id="525" r:id="rId82"/>
    <p:sldId id="526" r:id="rId83"/>
    <p:sldId id="521" r:id="rId84"/>
    <p:sldId id="516" r:id="rId85"/>
    <p:sldId id="515" r:id="rId86"/>
    <p:sldId id="517" r:id="rId87"/>
    <p:sldId id="518" r:id="rId88"/>
    <p:sldId id="520" r:id="rId89"/>
    <p:sldId id="519" r:id="rId90"/>
    <p:sldId id="476" r:id="rId91"/>
    <p:sldId id="480" r:id="rId92"/>
    <p:sldId id="481" r:id="rId93"/>
    <p:sldId id="483" r:id="rId94"/>
    <p:sldId id="484" r:id="rId95"/>
    <p:sldId id="485" r:id="rId96"/>
    <p:sldId id="486" r:id="rId97"/>
    <p:sldId id="482" r:id="rId98"/>
    <p:sldId id="487" r:id="rId99"/>
    <p:sldId id="488" r:id="rId100"/>
    <p:sldId id="489" r:id="rId101"/>
    <p:sldId id="490" r:id="rId102"/>
    <p:sldId id="491" r:id="rId103"/>
    <p:sldId id="492" r:id="rId104"/>
    <p:sldId id="493" r:id="rId105"/>
    <p:sldId id="494" r:id="rId106"/>
    <p:sldId id="496" r:id="rId107"/>
    <p:sldId id="497" r:id="rId108"/>
    <p:sldId id="498" r:id="rId109"/>
    <p:sldId id="495" r:id="rId110"/>
    <p:sldId id="499" r:id="rId111"/>
    <p:sldId id="500" r:id="rId112"/>
    <p:sldId id="501" r:id="rId113"/>
    <p:sldId id="477" r:id="rId114"/>
    <p:sldId id="478" r:id="rId115"/>
    <p:sldId id="375" r:id="rId116"/>
    <p:sldId id="376" r:id="rId117"/>
    <p:sldId id="377" r:id="rId118"/>
    <p:sldId id="378" r:id="rId119"/>
    <p:sldId id="379" r:id="rId120"/>
    <p:sldId id="380" r:id="rId121"/>
    <p:sldId id="381" r:id="rId122"/>
    <p:sldId id="382" r:id="rId123"/>
    <p:sldId id="479" r:id="rId124"/>
    <p:sldId id="388" r:id="rId125"/>
    <p:sldId id="502" r:id="rId126"/>
    <p:sldId id="527" r:id="rId127"/>
    <p:sldId id="528" r:id="rId128"/>
    <p:sldId id="529" r:id="rId129"/>
    <p:sldId id="835" r:id="rId130"/>
    <p:sldId id="836" r:id="rId131"/>
  </p:sldIdLst>
  <p:sldSz cx="9144000" cy="5143500" type="screen16x9"/>
  <p:notesSz cx="6858000" cy="9144000"/>
  <p:defaultTextStyle>
    <a:defPPr>
      <a:defRPr lang="pl-PL"/>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rcin Albiniak" initials="MA" lastIdx="2" clrIdx="0">
    <p:extLst>
      <p:ext uri="{19B8F6BF-5375-455C-9EA6-DF929625EA0E}">
        <p15:presenceInfo xmlns:p15="http://schemas.microsoft.com/office/powerpoint/2012/main" userId="e7caa5f61df7d3e5"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92D52"/>
    <a:srgbClr val="26437E"/>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 pośredni 2 — Ak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Styl pośredni 3 — Ak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202B0CA-FC54-4496-8BCA-5EF66A818D29}" styleName="Styl ciemny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69012ECD-51FC-41F1-AA8D-1B2483CD663E}" styleName="Styl jasny 2 — Ak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38" d="100"/>
          <a:sy n="138" d="100"/>
        </p:scale>
        <p:origin x="834" y="102"/>
      </p:cViewPr>
      <p:guideLst>
        <p:guide orient="horz" pos="1620"/>
        <p:guide pos="2880"/>
      </p:guideLst>
    </p:cSldViewPr>
  </p:slideViewPr>
  <p:notesTextViewPr>
    <p:cViewPr>
      <p:scale>
        <a:sx n="100" d="100"/>
        <a:sy n="100" d="100"/>
      </p:scale>
      <p:origin x="0" y="0"/>
    </p:cViewPr>
  </p:notesTextViewPr>
  <p:notesViewPr>
    <p:cSldViewPr snapToGrid="0" snapToObjects="1">
      <p:cViewPr varScale="1">
        <p:scale>
          <a:sx n="88" d="100"/>
          <a:sy n="88" d="100"/>
        </p:scale>
        <p:origin x="2682" y="108"/>
      </p:cViewPr>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tableStyles" Target="tableStyle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commentAuthors" Target="commentAuthor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presProps" Target="pres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notesMaster" Target="notesMasters/notesMaster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ymbol zastępczy nagłówka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l-PL"/>
          </a:p>
        </p:txBody>
      </p:sp>
      <p:sp>
        <p:nvSpPr>
          <p:cNvPr id="3" name="Symbol zastępczy daty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93889E5-94A8-4BFB-AF5D-63776A689619}" type="datetimeFigureOut">
              <a:rPr lang="pl-PL" smtClean="0"/>
              <a:pPr/>
              <a:t>13.10.2026</a:t>
            </a:fld>
            <a:endParaRPr lang="pl-PL"/>
          </a:p>
        </p:txBody>
      </p:sp>
      <p:sp>
        <p:nvSpPr>
          <p:cNvPr id="4" name="Symbol zastępczy stopki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pl-PL"/>
          </a:p>
        </p:txBody>
      </p:sp>
      <p:sp>
        <p:nvSpPr>
          <p:cNvPr id="5" name="Symbol zastępczy numeru slajdu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E523A5B-E496-450D-9999-935F27616874}" type="slidenum">
              <a:rPr lang="pl-PL" smtClean="0"/>
              <a:pPr/>
              <a:t>‹#›</a:t>
            </a:fld>
            <a:endParaRPr lang="pl-PL"/>
          </a:p>
        </p:txBody>
      </p:sp>
    </p:spTree>
    <p:extLst>
      <p:ext uri="{BB962C8B-B14F-4D97-AF65-F5344CB8AC3E}">
        <p14:creationId xmlns:p14="http://schemas.microsoft.com/office/powerpoint/2010/main" val="2572855966"/>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0.26178" units="1/cm"/>
          <inkml:channelProperty channel="Y" name="resolution" value="50.23256" units="1/cm"/>
          <inkml:channelProperty channel="T" name="resolution" value="1" units="1/dev"/>
        </inkml:channelProperties>
      </inkml:inkSource>
      <inkml:timestamp xml:id="ts0" timeString="2026-10-12T11:21:24.392"/>
    </inkml:context>
    <inkml:brush xml:id="br0">
      <inkml:brushProperty name="width" value="0.05292" units="cm"/>
      <inkml:brushProperty name="height" value="0.05292" units="cm"/>
    </inkml:brush>
  </inkml:definitions>
  <inkml:trace contextRef="#ctx0" brushRef="#br0">12607 5702 0,'14'0'46,"-1"13"-30,13-13 0,1 26-1,-14-26 1,-13 14 0,13-14-1,0 26 16,1-26-15,-14 13-16,13 1 16,0 12-1,27 27 17,-27-40-17,-13 14 1,0-14 15</inkml:trace>
  <inkml:trace contextRef="#ctx0" brushRef="#br0" timeOffset="1359.94">12898 5715 0,'0'13'125,"-52"40"-93,-15 0-17,14-13 1,27-14-16,-27 14 31,27-40 0,12 13 16,-65 27-15,66-27-17,0 0 1,-1-13 15</inkml:trace>
  <inkml:trace contextRef="#ctx0" brushRef="#br0" timeOffset="2201.29">13057 5847 0,'0'53'125,"0"0"-94,13 13 0,40-13 0,-39-53-15,-1 0 0,-13-13 93,0-14-109</inkml:trace>
  <inkml:trace contextRef="#ctx0" brushRef="#br0" timeOffset="2627.39">13163 5543 0</inkml:trace>
  <inkml:trace contextRef="#ctx0" brushRef="#br0" timeOffset="7381.95">17542 4829 0,'0'-14'156,"0"1"-141,13-13 1,0-1 0,14-12-1,-27 25 1,13 14 156,13 14-141,-26 12-15,14-13-1,-1 40 1,0-26 0,0-1-1,14 14 1,-27-27-1,0 0 1,13 0 0,0 1-1,1 39 17,-1-53-17,0 26 16,0-13-15,-13 1 15,13-28 1,14-25-17,-27 25-15,40-91 31,-14-15 1,1 54-17,-14 0 17,-13 53-32,0 0 15,0 0 16,13 13 79,0 26-95,0 67 17,-13-41-17,0-12 1,27 79 15,-27-106-31,0 27 16,13 0-1,14 158 17,-27-79-1,0-52-15,0-1 15,0-53-16,0 0 17,-14-13 15,1 0-32,0 0 1,0 0-1,-1 0 1,-12-26 0,13 26-1,-14-40 1,27 27 0,0-40-1,0-27 1,0 67-1,0-53 1,0 40 0,0-14-1,0 27 32,14 13-31,12-27 15,-13 27 32</inkml:trace>
  <inkml:trace contextRef="#ctx0" brushRef="#br0" timeOffset="8339.84">18256 5067 0,'13'26'78,"-13"-13"-62,14 1 0,-1 12-1,-13-13 1,13 1-1,0-14 1,1-27 140,-14 14-140,26 0 0,-26-1-16</inkml:trace>
  <inkml:trace contextRef="#ctx0" brushRef="#br0" timeOffset="9167.61">18217 4802 0</inkml:trace>
  <inkml:trace contextRef="#ctx0" brushRef="#br0" timeOffset="12844.04">14049 5120 0,'0'13'94,"0"13"-63,0 41 1,0-15-17,0-38-15,0 39 31,14-27 1,-1 1-17,13-27 126,-12-40-110,12-13 0,-13 40 1,-13-1-1,13 14 31,54 40-30,-14 13-1,-27-26 0,-13-14-15,14 0-1,-14-26 157,-13-80-156,0-26 15,0 66 0,0 40 1,0 0-1</inkml:trace>
  <inkml:trace contextRef="#ctx0" brushRef="#br0" timeOffset="13637.38">14473 5067 0,'0'0'0,"0"-13"32,0-1-1,26 14 31,1 0-30,-1 0-17,-13 0 32,1 0 47</inkml:trace>
  <inkml:trace contextRef="#ctx0" brushRef="#br0" timeOffset="14959.54">14486 5040 0,'0'14'78,"0"-1"-63,0 0-15,0 13 16,26 67 0,-26-53-1,0-14 1,0-13-16,0 1 16,0 12-1,0 27 1,0-40-1,0 14 1,0-14 0,0 0-1,14-13 204,-1 0-172,0 0-16,0 0 0,1 0 48,-1 0-1</inkml:trace>
  <inkml:trace contextRef="#ctx0" brushRef="#br0" timeOffset="16492.75">14790 5027 0,'13'0'109,"1"0"-77,-1 0-1,0 0 0,0 0 0,1 0 1,-1 0 14,0 0-30,0 0 31,0 13-16,-13 1 63,0 25-78,0 1-1,0 92 16,0-119-31,0 14 16,0 118 15,0-92 1,0-26-17,0-14-15,0 13 16,0 1-1,0 13 1,0-14 15,0-13-31,0 1 32,-13-14 108,-13 0-93,-14 0-31,27 0 15,-14 0 0,1-14 0,0 14 1,12-13 15</inkml:trace>
  <inkml:trace contextRef="#ctx0" brushRef="#br0" timeOffset="17534.02">14420 5556 0,'0'13'79,"0"1"-64,0 25 16,13-25 1,0-1-17,0 0 1,-13 0 0,27-13-1,-14 0 32,0 0 62</inkml:trace>
  <inkml:trace contextRef="#ctx0" brushRef="#br0" timeOffset="18189.97">14420 5503 0</inkml:trace>
  <inkml:trace contextRef="#ctx0" brushRef="#br0" timeOffset="21889.93">14155 5913 0,'0'14'31,"13"-1"1,1-13-1,-1 13 0,0 0 0,0-13-15,1 0 15,-1 14 1,0-14-1,0 13 0,1-13 0,-1 0 1,-13-13 155,0-1-171,0 1 15,0 0 0,0 0 16</inkml:trace>
  <inkml:trace contextRef="#ctx0" brushRef="#br0" timeOffset="22843.49">14301 6125 0,'0'13'63,"13"-13"-17,13 14-14,-12-14-1,-1 0 78,0 0-15</inkml:trace>
  <inkml:trace contextRef="#ctx0" brushRef="#br0" timeOffset="23833.12">14261 6482 0,'13'0'94,"1"0"-78,-1 0-1,13 0 16,1-13 1,-14 13-17,0-13 1,-13 0 0,13 13 15,-13-14 16</inkml:trace>
  <inkml:trace contextRef="#ctx0" brushRef="#br0" timeOffset="25209.54">14195 6654 0,'0'14'47,"0"25"-32,0-26 1,0 14 15,0-14-15,0 0-1,0 1 1,0 12 15,0-13-15,26 0 15,-12-13 0,-1 0 1,0 0 46,0 0-31,1-13-32,-14 0 1,0 0 0</inkml:trace>
  <inkml:trace contextRef="#ctx0" brushRef="#br0" timeOffset="26615.25">14367 4591 0,'0'-40'31,"0"-119"1,0 146-17,0-27 1,0 0 0,0 27-16,0 0 15,0 0 16,0 0 48,0-1-48</inkml:trace>
  <inkml:trace contextRef="#ctx0" brushRef="#br0" timeOffset="27827.52">14327 4247 0,'0'0'0,"27"-40"31,-1 0 0,-13 27-15,1 0-1,-1 13 204,-13 66-203,13-13-1,0-14 1</inkml:trace>
  <inkml:trace contextRef="#ctx0" brushRef="#br0" timeOffset="28540.98">13970 3492 0,'40'0'94,"-27"0"-63,0 0-15,27 0 15,-14 0 1,-12 0-1,-1 0-16</inkml:trace>
  <inkml:trace contextRef="#ctx0" brushRef="#br0" timeOffset="29692.91">13970 3532 0,'0'13'46,"0"133"-14,0-133-17,0 67 1,0-67 0,0 26-1,13-25 157,0-14-141,1 13 1,-1-13-17,13 0 1,-26 13-1,27-13 1,-14 0 0,53 13-1,-53 1 1,1-14 0</inkml:trace>
  <inkml:trace contextRef="#ctx0" brushRef="#br0" timeOffset="30770.04">14274 3717 0,'0'27'32,"0"-14"-17,0 27 1,14-27 0,25 0 15,-26-13-16,1 13 1,-1-13 31,0 0-16,0 0-15,27-26 15,-27 0-15,-13-14-1,13 0 17,-13 14-1,0-14 0,0 27-15,0 0-1,-26-1 1,13 1 0,0 40 124,13-14-124,0 26-1,0-12 1,0-14 0,0 0-1</inkml:trace>
  <inkml:trace contextRef="#ctx0" brushRef="#br0" timeOffset="32356.03">14301 3731 0,'0'-14'94,"0"1"-79,0-27 17,13 14-1,0 0 0,0 12 16,1 14-31,-1-13-1,27-13 1,-27 26 109,0 0-78,0 0-32,0 0 1,1 0 0,-14 13 46</inkml:trace>
  <inkml:trace contextRef="#ctx0" brushRef="#br0" timeOffset="32903.97">14565 3810 0,'0'26'31,"0"-12"-15,0 25-1,0 1 1,0 13 0,0-27-1,0-12-15,14 39 16,-14-40 0,13 0-1,0-13 32</inkml:trace>
  <inkml:trace contextRef="#ctx0" brushRef="#br0" timeOffset="33798.97">14645 3889 0,'13'-26'15,"0"-14"16,67-52-15,-54 52-16,14 0 16,26-13-1,-53 40-15,27-53 32,-27 66-1,-13-13 31,0-1-30,0 54 14,0 26-30,13-39 0,-13 39-1,0-40-15,0 27 32,0-39-17,0 12 1,0 0 15</inkml:trace>
  <inkml:trace contextRef="#ctx0" brushRef="#br0" timeOffset="35258.47">15042 3453 0,'13'0'78,"13"0"-62,-13 0 15,1 0 0,-1 0 16,13 0 0,-12 0 47,-1 0-47,-13 13 31,0 13-47,0 41 0,0-41-15,0 14 0,0 26-1,0 66 1,0-119 0,0 80-1,0-27 16,0-26 16,0-27-31,-40-13 218,-26 0-202,53 0-32,0 0 140,-1 0-124</inkml:trace>
  <inkml:trace contextRef="#ctx0" brushRef="#br0" timeOffset="79989.42">15610 1111 0,'0'-13'94,"0"-13"-78,0-1-1,27-52 16,-14 65-15,0-12 0,27-14 15,-27 40-15,-13-13 15,13 13 0,1 0-15,25 106 15,-25-93-31,-1 0 16,13 67-1,-12-54-15,38 40 31,-52-52-15,27-14 0,13 0 15,-27 0-15,0-14-1,80-105 16,-54 27-15,-39 78-16,0-38 16,0-54 15,0 93-15,0-1-1,0 1 32,0 26-16,0 67-15,0-27 0,0 105-1,0 266 16,0-318-15,0-40 0,0 39-1,0-91 1,-13-14 15,-93-27-15,67 1-16,12 13 15,-92-93 1,106 93 0,-27-54-1,40 54 1,0-27 0,13 14-1,14-27 1,26 13 15,-14 40 0,-25 0 1,12 0-1</inkml:trace>
  <inkml:trace contextRef="#ctx0" brushRef="#br0" timeOffset="80575.89">16259 1072 0,'13'13'31,"-13"0"-15,0 0 0,13 27-1,0-27 1,1 14 0,-1-27-1,26 13 1,-25-13-16,-1 0 31,-13-13 16,0-14-47</inkml:trace>
  <inkml:trace contextRef="#ctx0" brushRef="#br0" timeOffset="80939.86">16338 833 0</inkml:trace>
  <inkml:trace contextRef="#ctx0" brushRef="#br0" timeOffset="81307.85">16656 886 0,'13'0'16,"13"0"15,159 0-15,-92 0 0,-40 0-1,-27 0-15,1 0 16,-14 0 15</inkml:trace>
  <inkml:trace contextRef="#ctx0" brushRef="#br0" timeOffset="82111.8">16669 1019 0,'13'0'32,"13"0"-17,14 0 1,264 0 15,-118 0-15,-107 0-1,14 0 17</inkml:trace>
  <inkml:trace contextRef="#ctx0" brushRef="#br0" timeOffset="84722.6">18137 410 0,'-13'0'47,"0"0"0,-14 0-32,-52 27 17,0 52-17,65-53 1,-12 27 0,-27 119-1,13-53 32,27-92-47,0 52 16,13-66-1,0 54 17,-13-54-32,13 66 15,0-52 1,-27 52-1,27-53 1,-13 54 0,-14-54 15,27-12-15,-13-14 15,-27 0 0,27 0-15,-13 0 15,13 0-15</inkml:trace>
  <inkml:trace contextRef="#ctx0" brushRef="#br0" timeOffset="85654.79">17661 939 0,'13'0'79,"14"0"-48,12 0 0,-25 0-15,52 0 15,-40 0 0,-13 0 0,14 0 1,-14 0 15</inkml:trace>
  <inkml:trace contextRef="#ctx0" brushRef="#br0" timeOffset="86566.96">18031 1336 0,'0'-40'78,"0"-26"-62,27-26 15,26 39 0,-27 13 1,1 119 108,-14-65-124,27 105-1,-27-93 1,0 1 0,-13-14 15</inkml:trace>
  <inkml:trace contextRef="#ctx0" brushRef="#br0" timeOffset="87472.97">18058 1204 0,'26'0'46,"27"0"-14,-40 0-1,1 0 0,12 0-15,-13 0 46,1 0-46,12 0-16,0 0 16,14 0-1,-27 0-15,14 0 31</inkml:trace>
  <inkml:trace contextRef="#ctx0" brushRef="#br0" timeOffset="88558.12">18971 384 0,'-14'0'63,"1"13"-48,-13 27 16,-27 39 1,13 40-1,-39 119 0,79-198-31,-14 66 31,14 26 1,0-119-32,14 93 31,12 0 0,-13-93-31,1 40 31,-1-40 1,13-52 93</inkml:trace>
  <inkml:trace contextRef="#ctx0" brushRef="#br0" timeOffset="89515.4">19076 648 0,'14'0'62,"-1"0"-46,53 0-1,106 0 1,13 0 0,-132 0-1,-26 0 1,-1 0 0,-13 0 62,1 0-47,-1 0 0</inkml:trace>
  <inkml:trace contextRef="#ctx0" brushRef="#br0" timeOffset="91604.49">19129 635 0,'67'40'109,"-1"26"-93,-66-53-16,26 0 15,1 14 1,-1-14 0,14 27 15,-27-27-16,0 13 17,-26 1 124,-27 12-140,-211 147 15,211-160-16,27-13-15,-27 1 16,14 25 0,13-12-1,118-27 235,15 0-234,-1 0 0,-53 0-1,-53 0-15,0 0 16,14 0-1,-1 0-15,-13 0 16,80 0 15,-27 0 1,-53 0-17,1 0 16,-1 0 251,0 0-220,0 0-15,0 0 0,1 0-16</inkml:trace>
  <inkml:trace contextRef="#ctx0" brushRef="#br0" timeOffset="94090.29">19460 1455 0,'13'53'47,"14"40"-16,-1-27 0,-13-40 1,1-12-1,12-1 0,-13-13 0</inkml:trace>
  <inkml:trace contextRef="#ctx0" brushRef="#br0" timeOffset="94715.66">19592 1482 0</inkml:trace>
  <inkml:trace contextRef="#ctx0" brushRef="#br0" timeOffset="95343.6">20055 1098 0,'27'0'31,"13"26"1,-27-26-17,13 14 1,-13-1 0,40 27-1,-53-27 1,14-13-1,-1 0 1,0 0 15</inkml:trace>
  <inkml:trace contextRef="#ctx0" brushRef="#br0" timeOffset="95939.55">20294 1098 0,'-40'26'16,"40"-12"-16,40-54 0,-107 106 15,54-53-15,13 1 0,-26-1 16,-1 27-1,-26 12 17,53-38-1</inkml:trace>
  <inkml:trace contextRef="#ctx0" brushRef="#br0" timeOffset="96472.77">20532 1283 0,'0'13'47,"13"14"-16,0-14 1,0 0-1,1-13 0,-1 0 0,0 0 1</inkml:trace>
  <inkml:trace contextRef="#ctx0" brushRef="#br0" timeOffset="96986.54">20611 1098 0</inkml:trace>
  <inkml:trace contextRef="#ctx0" brushRef="#br0" timeOffset="98266.64">20929 1085 0,'13'79'32,"-13"-39"-17,0 39 1,0-13 0,0-26-1,26-80 157,-13 14-156,14-1-1,-14-12 1,0 12 0,14 27 77,-1 27-77,14 12 15,-14-39-15,-12-66 187,-14 27-187,0-54-1,0 27 1,0-27-1,0 67 1,13 39 78,0 13-79,14 1-15</inkml:trace>
  <inkml:trace contextRef="#ctx0" brushRef="#br0" timeOffset="98892.4">21392 1296 0,'0'14'16,"0"-28"-16,0 41 0,0-1 15,0 1 1,0-14-1,13 0 1,0-13 15,27 0 1,-14-13-1,-13 13 0</inkml:trace>
  <inkml:trace contextRef="#ctx0" brushRef="#br0" timeOffset="99317.76">21471 1098 0</inkml:trace>
  <inkml:trace contextRef="#ctx0" brushRef="#br0" timeOffset="99847.1">22066 1164 0,'0'93'63,"0"13"-32,0-67-15,0 14-1,0-40-15,0 27 32,0-27-17,13-13 17</inkml:trace>
  <inkml:trace contextRef="#ctx0" brushRef="#br0" timeOffset="100503.48">21947 1296 0,'40'0'78,"-27"0"-62,0 0-16,14 0 31,-1 0 0,-13 0 0,14 0 1,-14 0-17,0 0 1,1 0-16,12 0 15</inkml:trace>
  <inkml:trace contextRef="#ctx0" brushRef="#br0" timeOffset="101388.34">22714 900 0,'27'52'31,"26"94"-16,53 277 17,-93-383-1</inkml:trace>
  <inkml:trace contextRef="#ctx0" brushRef="#br0" timeOffset="102187.92">22794 1310 0,'26'-14'63,"146"-25"-32,-106 39-15,-13-27-1,-39 27-15,12 0 16,-13 0 0,27 0 15,-27 0-16,-13 14 32,0-1-15,0 53-1,-13-40-16,-27 27 17,14-39-17,-27-1 17,40-13-17,-1 0 1,1 0-1</inkml:trace>
  <inkml:trace contextRef="#ctx0" brushRef="#br0" timeOffset="102814.45">23363 1177 0,'13'14'16,"-13"-1"-1,40 79 17,-14-52-17,-26-27 1,13-13 31</inkml:trace>
  <inkml:trace contextRef="#ctx0" brushRef="#br0" timeOffset="103083.84">23455 966 0</inkml:trace>
  <inkml:trace contextRef="#ctx0" brushRef="#br0" timeOffset="104231.9">23693 1124 0,'-13'0'47,"-13"133"-16,13-107-31,13 14 16,0-14-1,0 1 1,0-14 31,13-13 0,0 0-16,0 0-15,0-13 15,1 0-16,-14-93 17,0 66-17,0-13 17,0 40-17,0 0 32,26 13 94,40 92-126,93 199 17,-159-264-17,13-27-15,14 53 16,-27-93 93,0 27-109</inkml:trace>
  <inkml:trace contextRef="#ctx0" brushRef="#br0" timeOffset="105077.93">24104 1151 0,'0'13'62,"0"0"-46,0 1 15,26 52 1,0-53-32,-12 0 15,12 14 1,-13-14 15,-13 0 63,-39 27-63,12-27-15,14 14-1,-40-14 17,13-13-1,27 0 0,0 0 16</inkml:trace>
  <inkml:trace contextRef="#ctx0" brushRef="#br0" timeOffset="105631.4">24355 318 0,'40'198'31,"-14"-105"-15,93 343 15,-66 67 0,-185-67 1,52-330-32,-303 291 31,264-291-15,92-93 15,14-13-31,13-26 15</inkml:trace>
  <inkml:trace contextRef="#ctx0" brushRef="#br0" timeOffset="173123.28">15002 609 0,'0'-14'32,"0"28"-17,0 12 1,0 0-16,0 80 16,0 146 15,0-186-16,0 251 17,0-251-17,0 1 1,0 131 15,0-132-15,0 0-1,0 14 17,0-67-1,0 0-15,0 40 15,0-13-16,0 13 1,0 105 0,0-144-16,0 52 15,13-13 17,27-53 233,39 0-249,-52 13-16,171 13 15,331 1 1,-92-14 0,224 0-1,-198-13 1,622 53 15,-979-53-31,-53 13 16,344 14-1,224 13 17,-422-27-17,396-13 17,-251 0-17,-291 0-15,53 0 16,436 0 15,-436 0-15,53 0-1,463 0 17,-490 0-17,305 0 1,674-40 15,-728 27-15,28-40-1,-68 0 1,-263 40-16,-27 0 31,-53-40 282,0-27-298,-13-92 17,-14 53-17,14 13 1,13 27-1,0-212 17,0 53-1,0 185-15,0-26-1,0 65-15,0-39 16,0 40 15</inkml:trace>
  <inkml:trace contextRef="#ctx0" brushRef="#br0" timeOffset="-169404.66">20439 291 0</inkml:trace>
  <inkml:trace contextRef="#ctx0" brushRef="#br0" timeOffset="-163556.83">10861 1812 0,'13'-13'141,"781"66"-110,-688-53-31,278 27 16,-27-14 0,-291-13-16,66 13 31</inkml:trace>
  <inkml:trace contextRef="#ctx0" brushRef="#br0" timeOffset="154979.12">16153 3572 0,'66'0'125,"185"0"-110,874-66 17,-212-14-1,-874 80-31,-12 0 31,92 0 0,-53 0-31,-13 0 0,251 0 16,80 40 0,277-27-1,-621-13 1,53 0 0,-67 0 15,-13 0-31,252 80 31,238 12-15,-398-79-1,-52-13-15,265 0 16,-292 0 15</inkml:trace>
  <inkml:trace contextRef="#ctx0" brushRef="#br0" timeOffset="156097.14">21365 3440 0,'93'39'93,"-27"-12"-77,13 12 0,-52-39-1,-14 27 32,0-27-31,14 13 31,12 27-16,-25-40-16,-14 13 126,0 0-125,0 0-1,0 1 1,0-1 0,0 0-1,-120 40 16,94-40-15,-318 80 0,291-93-1,-106 53 1,1-27 0,78 1-1,80-14 1</inkml:trace>
  <inkml:trace contextRef="#ctx0" brushRef="#br0" timeOffset="157424.74">17198 2924 0,'0'26'15,"13"53"1,14 93-1,26 133 1,-40-226-16,0 199 16,27-80-1,-27-118-15,-13-41 16,0 94 0,0-120-1,0 0 1,0-66 46</inkml:trace>
  <inkml:trace contextRef="#ctx0" brushRef="#br0" timeOffset="158174.07">17092 3003 0,'40'-13'47,"26"-27"-32,27 27 1,-27-14 0,-53 27-1,0 0 16,-13 14-15,66 144 0,-53-105-1,-13-26-15,0-1 16,0 1 0,0 12-1,0-25 1,-13-1-16,13 0 15,-13 0 1,-27 27 0,27-40-1,-27 0 1,14 0 0,13 0-1</inkml:trace>
  <inkml:trace contextRef="#ctx0" brushRef="#br0" timeOffset="158858.47">17515 3043 0,'14'0'31,"-1"13"-15,-13 13-1,26 14 1,1 13 15,-14-53 32,27-53-48,-27 40-15,132-119 16,-65 52 0,-54 67 15,-12 26 47,-1 0-62,0 27-1,0-40 1</inkml:trace>
  <inkml:trace contextRef="#ctx0" brushRef="#br0" timeOffset="159347.09">18005 2950 0,'13'79'16,"40"1"-1,53 12 17,-53-92-1,26-39 0,-39-14-15,0-13 15,-40 26 0,0 27-31,-14 0 32,-12 13-1,-1 0 0,14 0 16</inkml:trace>
  <inkml:trace contextRef="#ctx0" brushRef="#br0" timeOffset="159785.93">18415 2950 0,'13'0'16,"-13"27"0,27 171-1,12 0 1,1-26-1,-27-132-15,1 53 16,25 26 0,-39-252 46,0 107-46,0-186-1,0 159-15,0-26 16</inkml:trace>
  <inkml:trace contextRef="#ctx0" brushRef="#br0" timeOffset="160299.19">18600 2977 0,'40'0'94,"13"0"-78,26-14-1,-66 14 1,14 0 0,-14 0-1,0 27 1,-13 12-1,0-12 1,0 13 0,-26-14 15,13-13-15,-1-13 15,-25 0-16,25 0 1,1 0 0</inkml:trace>
  <inkml:trace contextRef="#ctx0" brushRef="#br0" timeOffset="161249.71">19196 3016 0,'-14'0'63,"1"0"-48,-80 40 1,54-14-1,26 1-15,-27 52 32,40-66-17,0 1 1,0-1 0,40-53 93,-27 1-93,-13 25-16,0 1 31,26 13 78,-13 0-93,1 0-1,-14 13 1,13-13 15,0 0-15,0 0 31,1 0-32</inkml:trace>
  <inkml:trace contextRef="#ctx0" brushRef="#br0" timeOffset="162158.44">19275 3122 0,'13'27'78,"14"-1"-62,-27-13 0,13-13-1,0 0 1,80-26 0,-54-27-1,-12 13 1,-14 14-1,-13-1 1,0 14 15,-26 13 16,-1 40-31,1 13-1,-67 185 17,67-172-17,12-40 1,14 27 0,0 132 15,0-92-16,14-40 17,-41-79 30,1-14-46,26 13-16,0 14 15,-14 0 1,14-66 15,40 12-15,13 14 0,-53 40-1</inkml:trace>
  <inkml:trace contextRef="#ctx0" brushRef="#br0" timeOffset="163201.97">19831 3162 0,'-67'-27'15,"28"1"1,12 26 0,1 0 15,13 0 0,-27 79 0,-13 1 1,40-67-32,13 0 31,26-39 63,27-54-63,-53 54-31,40-54 31,-27 80-15,0 0 77,53 80-61,-39-67-1</inkml:trace>
  <inkml:trace contextRef="#ctx0" brushRef="#br0" timeOffset="164008.29">19487 3016 0,'-14'0'110,"1"0"-95,-13 13-15,-54 40 16,67-39 0,0-1-1,13 0 63</inkml:trace>
  <inkml:trace contextRef="#ctx0" brushRef="#br0" timeOffset="164726.49">20148 3003 0,'-26'0'16,"12"13"0,-12 14-1,13-14 17,-1-13-17,-12 13 1,26 0-1,-53 67 1,53-54 0,0 1-1,0-14 1,0 0 0,13-13 77,0 0-77,27 0 0,106-92-1</inkml:trace>
  <inkml:trace contextRef="#ctx0" brushRef="#br0" timeOffset="165306.81">20386 3043 0,'0'119'78,"0"106"-47,0-199-31,0 199 32,0-79-17,0-41 1,0-25 15,-40-146 16,-52-133-16,65 120-15,27-1 15,0 41-15,0 25-1,14 1-15,25-13 16,1-1 0,0 1-1</inkml:trace>
  <inkml:trace contextRef="#ctx0" brushRef="#br0" timeOffset="165777.57">20466 2884 0,'0'-13'78,"0"0"-47,26-1-15</inkml:trace>
  <inkml:trace contextRef="#ctx0" brushRef="#br0" timeOffset="166995.5">20717 3003 0,'-79'13'31,"158"-26"-31,-264 106 32,79-1-1,93-26 0,13-52 0,13-14 79,66-40-79,-79 27-31,13-1 0,14 1 16,-14 0-16,14 0 15,12-14 1,-39 14-16,0-27 16,0 27-1,0 0 1,0 0-1,14 13 235,-14 13-234,0 0-16,0 0 16,79 120-1,-39-94 1,-14-25 0,-13-1-16,14-13 15</inkml:trace>
  <inkml:trace contextRef="#ctx0" brushRef="#br0" timeOffset="169078.17">18309 2937 0,'0'13'157,"-92"27"-126,78-40-31,1 13 15,-53 53 17,53-39-32,0-27 15,13 13-15,-27 27 32,14-27-17,13 0 48,0 0-16</inkml:trace>
  <inkml:trace contextRef="#ctx0" brushRef="#br0" timeOffset="170747.67">17568 2924 0,'0'26'141,"14"93"-110,-14-66-15,0 53-1,0-93 1,0 27 0,0 0 15,0-27 16,0 0-32,13-53 95,53-132-79,13-13 0,-26 66-15,-53 106-1,13-27 17,14 40 140</inkml:trace>
  <inkml:trace contextRef="#ctx0" brushRef="#br0" timeOffset="179025.89">22463 4233 0,'0'14'109,"13"12"-78,-13 27 1,14 13-1,-14 40 0,0-13 0,0-41 1,0-25-1,13-27 234,13 0-233,1 0-1,-1 0-15,1 0 30,-14 0-46,0 0 16,0-13 15,1 13 16,-1 0-16,0 0 1,0 0-1,0 0 0,1-14 16</inkml:trace>
  <inkml:trace contextRef="#ctx0" brushRef="#br0" timeOffset="180205.71">23323 4154 0,'-13'0'47,"-14"0"-16,-39 40 16,40-14-47,13-26 0,-14 79 32,1 1-17,26-67 1,0 40-1,-14-13 17,14-27-17,0 27 1,0-27 15,0 0-15,14 14-1,-1-27 1,0 26 0,0-26 124</inkml:trace>
  <inkml:trace contextRef="#ctx0" brushRef="#br0" timeOffset="181233.89">23310 4419 0,'0'13'63,"13"26"-47,0-25-16,-13-1 0,0 27 31,27 13-16,-1-27 1,-13-26 0,1 13 15,-1-13-15,0 0-1,53-13 16,-53 13-31,1 0 16,12-40 0,1-26 15,-1 13 0,-13 40-15,1-40 15,-14 40-15,0-14-1,0 1 32,-27 26-16,-224 0 1,158 0-17,1 13 17,78 14 30,14 26-31,0-40 16,14 0-31</inkml:trace>
  <inkml:trace contextRef="#ctx0" brushRef="#br0" timeOffset="182081.31">23270 4471 0,'27'0'141,"25"-13"-126,-38 13-15,-1 0 32,13 0 30,14 13-46,-13 1 15,12-1 0,-26-13-31,54 0 31,-28 0 1,1-27-1,13 14 0</inkml:trace>
  <inkml:trace contextRef="#ctx0" brushRef="#br0" timeOffset="182733.92">23905 4299 0,'0'53'109,"0"14"-93,0 12-1,0 0 1,0-52-16,-26 79 16,-27-40-1,39-53-15,-12 27 16,13-40 15,0 13 16,13 0-31,-14-13-1,1 0 1</inkml:trace>
  <inkml:trace contextRef="#ctx0" brushRef="#br0" timeOffset="-206855.59">13639 11073 0,'-26'13'78,"26"13"-62,-13 54 15,13-14-15,0-13-1,26 53 17,-26-93-32,13 13 31,0-26 0,1 0 0,12-26 32,67-93-32,-14-13 0,-66 79 1,14-27-17,-14 27 17,-13 14-1,0 12 0,-26-12 0,12 25-31,1 1 0,-13 0 16,12 13-16,-25-13 47,-27 13-16,52 0-31,-12 0 16,-27 13-1,40 0 1,-14 0 0,27 1-16,-26 65 15,26-26 16,0-40 1,0 14-1,0-1 0,0-13-15,0 0-1</inkml:trace>
  <inkml:trace contextRef="#ctx0" brushRef="#br0" timeOffset="-205739.56">13401 11245 0,'13'0'78,"1"-27"-62,-1 27 0,-13-13-1,13 13 1,0-13-1,1 13 1,25-27 0,-12 27 15,-14 0-15,79-53 15,-65 53 31,-14 0-30,0 0-17,93-13 79,-93 13-78,1-13-16,105-53 15,-93 53 1</inkml:trace>
  <inkml:trace contextRef="#ctx0" brushRef="#br0" timeOffset="-203010.61">14142 11324 0,'0'27'125,"0"26"-94,0-40-31,0 66 32,13 40-1,0-53 0,1-52 0,-1-1 1,0-13-1</inkml:trace>
  <inkml:trace contextRef="#ctx0" brushRef="#br0" timeOffset="-201576.81">14010 11523 0,'13'0'172,"0"0"-141,0 0-15,27 0 0,-13 0-1,-14 0 16,13 0 1,-13 0-1,1 0-15,12 0-1,-13 0 1,1 0 46,-1 0-30,0 0-1,0 0 0,1 0 0</inkml:trace>
  <inkml:trace contextRef="#ctx0" brushRef="#br0" timeOffset="-200868.49">14512 11523 0,'0'13'109,"0"27"-93,0-27-1,0 0 1,0 13-1,0-12 1,0-1 31</inkml:trace>
  <inkml:trace contextRef="#ctx0" brushRef="#br0" timeOffset="-199591.49">14433 11562 0,'13'0'187,"0"0"-140,1 0 0,-1 0-31,0 0 31,0 0-32,1 0 17,12 0-17,-13 14 32,1-14 109</inkml:trace>
  <inkml:trace contextRef="#ctx0" brushRef="#br0" timeOffset="-198319.55">14711 11668 0,'0'-13'94,"0"-14"-63,13 14-16,14-26 1,-14 25 0,0-12-1,13 13 1,-26-14 0,14 14-1,12-27 16,-13 14-15,-13 39 78,0 0-79,0 0-15,0 14 16,0 26 0,0-40-16,-13 80 31,0-80-15,13 40 15,0-27-16,0-12 1,0-1 15</inkml:trace>
  <inkml:trace contextRef="#ctx0" brushRef="#br0" timeOffset="-197776.81">15121 11417 0,'26'0'78,"120"0"-46,66-27-1,-54 14 0,-144 13-15</inkml:trace>
  <inkml:trace contextRef="#ctx0" brushRef="#br0" timeOffset="-196869.57">15147 11602 0,'27'0'63,"-14"0"-48,106 0 1,93-26 0,-186 26-1,-12 0-15,91 0 16,-78 0-1,-1 0 204</inkml:trace>
  <inkml:trace contextRef="#ctx0" brushRef="#br0" timeOffset="-195789.61">16404 11086 0,'0'26'47,"0"27"-32,0-39 1,0 25 0,0 41-1,13-80 1,1 39-1,12 28 1,-13-67 0,1 39-1,-1-39 1,0 13 0,13-13 15,-12 0-16,25 0 1,54-13 0,-67 0-1,14 13 1,-27-26 0,14-1-1,-14 27-15,0-26 16,1-1-1,-1-52 17,-13 66-17,0-27 1,0 0 0,0 14-1,0-14 1,-13 27-1,-27-27 17,13 27-17,14 13 1,0 0-16,0 0 16,-40 0 15,40 0-16,-67 0 17,54 0-32,-27 0 15,13 0 1,-66 40 15,93-40-15,0 0 15,13 13 0,13 13 1</inkml:trace>
  <inkml:trace contextRef="#ctx0" brushRef="#br0" timeOffset="-195024.04">16364 11245 0,'-13'-13'78,"132"-1"-47,-105 14-31,12 0 16,0 0 15,-12 14-15,-1-1 0,-13 0-16,13 0 15,0-13 1,-13 13-1,14 1 17,-1-14 108,106 0-108</inkml:trace>
  <inkml:trace contextRef="#ctx0" brushRef="#br0" timeOffset="-193864.43">17171 11351 0,'-13'26'78,"-13"40"-62,26 27-1,-27-14 1,27-39-16,0 13 31</inkml:trace>
  <inkml:trace contextRef="#ctx0" brushRef="#br0" timeOffset="-192240.81">16999 11496 0,'14'0'203,"-1"0"-187,0 0 15,0 0 0,1 0-15,-1 0 15,0 0 16,27 0-16,-27 0 1,0 0-17,0 0 16,1 0 173,-1 0-126,0 0-16,0 0-31,1 0 1,-1 0-1,0 0 16</inkml:trace>
  <inkml:trace contextRef="#ctx0" brushRef="#br0" timeOffset="-190914.9">17171 11668 0,'-13'40'47,"13"-27"-16,0 14 94,0-14-93,0 0-1,13-13 94,14 0-78,-14 0-16,14 0 0,-14 0-15,0 0-16,27 0 16,-27 0-1</inkml:trace>
  <inkml:trace contextRef="#ctx0" brushRef="#br0" timeOffset="-187058.13">17754 11456 0,'13'0'94,"13"0"-79,-13 0-15,54 0 31,-28 0-15,-25 0 15,-1 0 32,26 0-32,1 0 0,-27 0 1,1 0-17,-1 0 16,0 0 1,0 0-1</inkml:trace>
  <inkml:trace contextRef="#ctx0" brushRef="#br0" timeOffset="-184867.87">18349 11311 0,'0'13'47,"0"14"-15,0-14-17,0 0 1,0 40 15,0-27-15,0 1-1,0 13 1,0-14 0,0-13-1,0 14 1,0-14-1,0 13 1,0 1 0,0-67 140,13 14-140,-13 13-16,0-14 15,13 14 1,-13 0-16,27-14 15,-14 1 1,13-1 0,-12 1-1,-1 26 220,40 26-204,-27-13 0,-26 27 63,0-27-78,0 1 15,0 12-16,0 14 17,-26 13-1,-1 0 0,-12 0 0,25-53-31,-12 52 32,0-25-1,26-14-15,-14 27 15,1-27-31,13 0 15,-13 14 1,0 12 15,13-25-31,0-1 16,0 27 15,0-14 0,0-13-31,0 40 16</inkml:trace>
  <inkml:trace contextRef="#ctx0" brushRef="#br0" timeOffset="-182244.07">18904 11271 0,'0'13'63,"67"146"-32,-28-66 0,-39-67-15,14-12 15</inkml:trace>
  <inkml:trace contextRef="#ctx0" brushRef="#br0" timeOffset="-180745.57">18812 11205 0,'13'0'78,"0"0"-62,40 0 0,-26 0-1,105 0 16,27 0 1,-146 0-1,13 0 47,27 0-47,-53 40 172,-53 26-187,-39 66 15,79-119-15,13 1-16,-53 65 31,-13 27 0,26-40 1</inkml:trace>
  <inkml:trace contextRef="#ctx0" brushRef="#br0" timeOffset="-177948.56">19262 11655 0,'13'13'78,"13"14"-62,-26-14 0,14 0-1,-1 0-15,13 14 32,1-1-1,-14-26 0,0 0-15,0 0-1,1 0 1,12 0 0,1-26 15,-14 13-16,0-1 1,-13-25 0,13 39-16,-13-40 15,0-13 1,0 27 15,0 12-15,0 1 31,-13 13 31,0 0-63,0 0 1,-1 13 0,-12 14 15,26-1-15,-13-13-1</inkml:trace>
  <inkml:trace contextRef="#ctx0" brushRef="#br0" timeOffset="-176104.8">19368 11668 0,'0'13'422,"13"-13"-391,13 0 16,1 0-31,26 0 15,-40 0 235,13 0-235,-13 0 0,40 0 1,-39 0-17</inkml:trace>
  <inkml:trace contextRef="#ctx0" brushRef="#br0" timeOffset="-174574.12">19883 11232 0,'0'52'94,"0"107"-63,-13-106-15,0 13 0,13-26-1,-26 26 17,-1 53-1,27-92 47,27-27 156,131 0-218,67 0 15,-212 0 0</inkml:trace>
  <inkml:trace contextRef="#ctx0" brushRef="#br0" timeOffset="-169121.35">19791 12515 0,'-13'0'31,"-80"-13"0,-145 13 0,-133 13 1,67 26-17,-344 28 16,-27-28 1,318 14-17,-318 13 17,212 1-1,225-41 0,-357 0 16,-53-12-16,92-1-15,516-13-1,-304 0 1,318 0 0,-265 0-1,251 0 1,-79 0 15</inkml:trace>
  <inkml:trace contextRef="#ctx0" brushRef="#br0" timeOffset="-168200.26">13838 12568 0,'-27'0'15,"54"0"-15,-80 13 16,13 0 15,14 27 1,12-14-1,1-26-16,0 40 17,13-27-1,0 14 0,0-14 0,26 40-15,41-27 0,38 27-1,-65-40-15,26 1 16,27-1 0,145-13 15,-225 0-31,27 0 15,-27 0 1</inkml:trace>
  <inkml:trace contextRef="#ctx0" brushRef="#br0" timeOffset="-165239.1">16497 12316 0,'0'14'78,"0"38"-63,0-38 1,0-1 93,0 27-93,0 39 15,0-39 1,0-27-1</inkml:trace>
  <inkml:trace contextRef="#ctx0" brushRef="#br0" timeOffset="-163407.3">16497 12078 0,'0'13'32,"0"27"-1,0-27-15,0 40-1,0-39-15,0-1 16,0 26-1,0-12-15,0 13 16,0 65 0,0-91-1,0-1-15,0 40 16,0 0 0,0-40-16,0 93 15,0-40 16,0-53 1,0-39 108,0 12-124,13-25 0,66-80 15,-52 92-31,13-12 15,-40 25-15,52-12 16,15-40 15,-54 52-31,13 14 16,-12 0 93,-1 0-93,13 53 15,-26-39-15,0 12-1,0 1 1,0 12 0,0-12 15,-79 12 16,66-25-32,-67 12 1,-105 14 0,172-40 15,-27-13 0,27-1-15,13 1-1,-27-13 17,27 12-1</inkml:trace>
  <inkml:trace contextRef="#ctx0" brushRef="#br0" timeOffset="-162754.59">16999 12449 0,'-13'39'63,"13"54"-48,0-40 1,0 13 15,0-92 94</inkml:trace>
  <inkml:trace contextRef="#ctx0" brushRef="#br0" timeOffset="-161838.19">17039 12263 0,'13'-13'32,"-26"26"-32,40-26 15,-1 13 1,27 0 31,0 27-32,-40-27-15,0 13 16,14 13 0,-14-26 15,-13 14 0,0-1 0,0 0 1,0 13-17,0 1 16,-79-1 1,39 1-17,-53-27 1,27 13 0,-13-13 15,66 0-16,-1 0 64,1-13-48,0 0-16,13-14 17</inkml:trace>
  <inkml:trace contextRef="#ctx0" brushRef="#br0" timeOffset="-160873.81">16880 12237 0,'0'40'172,"0"-27"-156,0 119 15,0-105-31,0 78 15,0-25 1,0-40-16,-13 132 31,13-120-15,-13 1 15,13-39 0</inkml:trace>
  <inkml:trace contextRef="#ctx0" brushRef="#br0" timeOffset="-152963.25">1389 2222 0,'0'14'16,"0"12"-1,0 133 1,-40 211 0,14-237-1,-1 12 1,14 14-1,13-119 1,0-27 0,13-13 31,1 0-32,-1 0 1,13 0-1,27 0 1,0 0 15,-26-13-15,12-1 0,-25 14-1,12-13 1,-13 13-1</inkml:trace>
  <inkml:trace contextRef="#ctx0" brushRef="#br0" timeOffset="-152333.52">1336 2990 0,'13'0'78,"27"0"-62,-27 0-16,53-13 15,40 13 1,-26-14 15,-54 14-15,-13 0-1,1 0-15</inkml:trace>
  <inkml:trace contextRef="#ctx0" brushRef="#br0" timeOffset="-151649.62">1482 2421 0,'39'0'94,"199"0"-63,-145 0-15,-53 0 0</inkml:trace>
  <inkml:trace contextRef="#ctx0" brushRef="#br0" timeOffset="-151263.08">2090 3294 0,'13'132'32,"-26"-264"-32,26 278 0,1-107 0,-14 41 15,0-1 1,39 14-1,-25 12 17,-14-91-1,0-1 0</inkml:trace>
  <inkml:trace contextRef="#ctx0" brushRef="#br0" timeOffset="-150601.42">2196 3254 0,'93'-66'31,"-186"132"-31,252-171 32,-146 105-17,40 0 1,132 0 15,-105 39 0,-67-12 1,13 26-1,-26 0 0,-13-40 0,0 0-31,-106 27 32,-225-14-1,291-26 0,40-26 0</inkml:trace>
  <inkml:trace contextRef="#ctx0" brushRef="#br0" timeOffset="-149589.92">2831 3281 0,'40'13'62,"-27"14"-46,0-14 0,40 26-1,0-25 17,-13-14-1,-14 0-16,1 0 1,-14-14 0,13-12-1,1 13 1,-27 0 15,0-1-15,0 1-1,0 0 17,-13 0-1,-1 13 31,1 0-15,0 0-15,0 0-1,-1 0 0</inkml:trace>
  <inkml:trace contextRef="#ctx0" brushRef="#br0" timeOffset="-148574">2950 3307 0,'-13'0'47,"79"-53"15,80 27-30,-120 26-32,14 0 15,26 0 17,-53 0 14,0 0-14,-13 13-17</inkml:trace>
  <inkml:trace contextRef="#ctx0" brushRef="#br0" timeOffset="-148151.78">3334 2950 0,'0'53'32,"0"26"-17,0 27 1,0 27 15,0-107 0,13-26 48</inkml:trace>
  <inkml:trace contextRef="#ctx0" brushRef="#br0" timeOffset="-146770.47">3466 3228 0,'-13'0'31,"0"0"-16,-1 0-15,14 13 16,-13-13 0,13 13 31,13 27-32,14-27 1,-1 14-1,27-14 17,-53-26 202,0 0-203,27 13 204,-1 13-220,67 53 17,13-66-1,-67 0-16,94 0 17,-120-27-1,13-12 0,-26 26-15,-13-40 15,0 39-15,13 1-1,-13 0 1,-54 13 15,-38 26 0,52-12 1,39-1-17,1-13 17</inkml:trace>
  <inkml:trace contextRef="#ctx0" brushRef="#br0" timeOffset="-146263.22">3836 3307 0,'0'14'31,"0"-28"-31,0 41 16,14-27 0,78 79 15,94-39 0,-94-40 0,-65 0 1,-14 0 30</inkml:trace>
  <inkml:trace contextRef="#ctx0" brushRef="#br0" timeOffset="-145856.37">4498 3307 0,'40'0'47,"184"-26"-16,-210 26-31,197 0 32,-197 0-1</inkml:trace>
  <inkml:trace contextRef="#ctx0" brushRef="#br0" timeOffset="-145337.68">4458 3400 0,'53'0'78,"13"0"-62,40 0-1,79 0 1,-145 0-1,-14 0 1,-12 0 109</inkml:trace>
  <inkml:trace contextRef="#ctx0" brushRef="#br0" timeOffset="-144961.28">5556 3096 0,'0'13'15,"13"13"1,1 27-16,105 238 15,-53-66 1,27 53 0,-80-225-1,-13-27 1</inkml:trace>
  <inkml:trace contextRef="#ctx0" brushRef="#br0" timeOffset="-144009.76">5464 3228 0,'13'-13'0,"-26"26"0,39-26 15,-26-1-15,13 14 16,14-26-1,-14 13-15,0 0 16,212-67 0,-106 80-1,-106 0-15,67 0 16,-67 0 0,0 0 15,27 27 0,-40 12-15,13-25-1,-13 12 17,0-13-17,0 0 16,-317 40 1,211-53-17,13 14 17</inkml:trace>
  <inkml:trace contextRef="#ctx0" brushRef="#br0" timeOffset="-143431.55">6376 3162 0,'14'0'78,"12"132"-47,-26-105 1,0-14-17,0 0 48</inkml:trace>
  <inkml:trace contextRef="#ctx0" brushRef="#br0" timeOffset="-142775.3">6244 3294 0,'40'0'47,"79"0"-16,-106 0-31,67 0 32,-54 0-1,0 0 0,-12 0-31,25 0 31,-25 0-15,65 0 15,-39 0 1,-27 0-1</inkml:trace>
  <inkml:trace contextRef="#ctx0" brushRef="#br0" timeOffset="-141791.87">6959 2791 0,'0'93'47,"52"172"-16,-12-120 0,-27-118-15,14-54 93,26-13-77,-40 40-17,27-13 17,-27 13-32,13 0 15,27 13 16,-13 14 1,-40-14-1,0 0 0,0 14 0,-13 12 1,-93-25-1,93-14-31,-67 0 31,27-14 0,27-12 1,13 0-1,13 12-31,0 1 16</inkml:trace>
  <inkml:trace contextRef="#ctx0" brushRef="#br0" timeOffset="-141329.6">7594 3175 0,'0'0'0,"39"106"31,1 66-15,-14-66-1,1 52 1,-27-91 0,13-15-1,-13-38 17,0-1-17</inkml:trace>
  <inkml:trace contextRef="#ctx0" brushRef="#br0" timeOffset="-140262.62">7567 3373 0,'0'0'0,"0"-13"15,27 0 1,-1 0 0,0 0-1,67-40 1,-53 26-1,13 1 1,-40 26 31,27 0-31,-14 0-16,-13 0 15,93 26 16,-79-26-15,-14 13 0,0 14-1,13-1 17,-12-26-17,-14 27 16,0-14-15,0 0 0,-80 40 15,27-40-15,-39 1-1,39-1 1,-66-13 15,106 0-15,-1 0 15,1-13 31,-13-1-30,12 14-17</inkml:trace>
</inkml:ink>
</file>

<file path=ppt/ink/ink2.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0.26178" units="1/cm"/>
          <inkml:channelProperty channel="Y" name="resolution" value="50.23256" units="1/cm"/>
          <inkml:channelProperty channel="T" name="resolution" value="1" units="1/dev"/>
        </inkml:channelProperties>
      </inkml:inkSource>
      <inkml:timestamp xml:id="ts0" timeString="2026-10-12T12:02:18.843"/>
    </inkml:context>
    <inkml:brush xml:id="br0">
      <inkml:brushProperty name="width" value="0.05292" units="cm"/>
      <inkml:brushProperty name="height" value="0.05292" units="cm"/>
    </inkml:brush>
  </inkml:definitions>
  <inkml:trace contextRef="#ctx0" brushRef="#br0">3149 1693 0,'0'106'63,"26"198"-32,14 226 0,13-28 0,-40-343-15,0-40 0,-13 132 15,27-26 0,-1 40 0,-13-146-15,-13-93-16,13 54 31,-13-14 1,0 27-1,0-67-16,14 1 17</inkml:trace>
  <inkml:trace contextRef="#ctx0" brushRef="#br0" timeOffset="1364.04">2990 1707 0,'66'0'62,"-26"0"-46,-1 0-16,133 0 15,397-27 1,-93 1 0,-66-1-1,-330 27-15,674 0 16,-529 0-1,-80 0-15,173 0 16,-54 0 0,-158 0-16,119 0 15,278-13 1,-358 0 0,-12-14-1,-80 14-15,79-13 16,-106 26-1,-12 0-15,12 0 16</inkml:trace>
  <inkml:trace contextRef="#ctx0" brushRef="#br0" timeOffset="3544.55">3135 2540 0,'27'0'47,"-1"0"-15,-13 0-17,80 0 1,873 13 15,-569-13-15,13 0-1,-278 0 1,-13-26 0,106-14-1,-119 27 1,53 0 15,-93 13-15,-40 0-1,106 0 17,-118 0-17,12 0 1,93 13 15,-79-13-15,0 0-1,145 26 17,-172-26-32,66 14 15,1-1 1,65-13 15,-131 0 0,-1 0-31,26 0 32,1 0-17,-27 0-15,27 0 31,53 0 1,-67 0-32,159 0 31,-52 0 0,-120 0-31,93-27 31,-27 14-15,-66 0-16,146 0 31,-80 13 1,-12-14-1,-54 14-31,106-13 31,-79 13 0</inkml:trace>
  <inkml:trace contextRef="#ctx0" brushRef="#br0" timeOffset="4921.45">2699 3440 0,'0'0'0,"53"0"16,-14 0-1,199 26 1,-145-13 0,436 67-1,794 12 16,-992-92-15,-172 0-16,211 0 16,318-26-1,-516-14 1,93-13 0,52 13-1,53 14 1,-330 26-16,79-26 15,-39-1 1,-41 27-16,14-13 16,-40 13-1</inkml:trace>
  <inkml:trace contextRef="#ctx0" brushRef="#br0" timeOffset="6421.77">2778 4458 0,'27'0'62,"26"0"-46,198-13-1,0 0 1,-158 0-16,-14 13 16,305-40-1,-344 40-15,184-13 16,570-93-1,-622 79 1,291-78 0,318-28 15,-715 107-15,-13 13-16,-14 13 15,14 0 95,-13 0-95,66 13 1,225 53 15,-252-53-15,53 0-1,-13 1 17,-105-14-17,-1 0 1,0 0 15</inkml:trace>
  <inkml:trace contextRef="#ctx0" brushRef="#br0" timeOffset="7624.42">4432 1508 0,'0'13'63,"0"14"-48,13 476 16,-13-292-15,13 27 0,-13 411 15,0-464-15,0-132-16,0-40 0,0 27 15,0 198 16,0-212-31,0 40 16,0-26 0,0 251 15,0-278-31,0 53 16,0 331 15,0-331 0,0-105 141</inkml:trace>
  <inkml:trace contextRef="#ctx0" brushRef="#br0" timeOffset="8615.71">5503 1588 0,'0'13'31,"14"185"1,12-66-17,40 398 16,-39-358-15,-27-27 0,13 93-1,-13-66 1,0 13 0,0-105-1,-13 131 1,-1-131-16,-12 105 15,13-79 1,-14-13 0,14 65 15,0-145-15,13 14-1,0 13 1,0-27 109,0 0-110,0-39 48</inkml:trace>
  <inkml:trace contextRef="#ctx0" brushRef="#br0" timeOffset="9677.68">6416 1693 0,'27'66'31,"-14"-39"-15,0 13-16,27 132 15,-1 39 1,-39-131-16,27 131 16,-1-25-1,-26 12 1,27 146-1,-27-291-15,0 13 16,0-40-16,0 120 16,0 52-1,0-145-15,0 93 16,0-67 0,0-13-1,0-26 1,0-27-1,0 1-15,0 52 32,0 26-1,0-65-15,0-14-1</inkml:trace>
  <inkml:trace contextRef="#ctx0" brushRef="#br0" timeOffset="11060.13">7554 1720 0,'-40'39'78,"40"226"-62,0-186-16,0 133 15,0 410 17,0-516-32,0 13 15,0 383 16,0-462-31,-13 26 16,-14 133 15,14-120 1,13-39-17,0 0 1,0-27-1,-13 0-15,13 13 32,0 14-1,0-27-31,0 1 16,0-1-1,0 13 1,-13 159 15,0-118-15,-1-1 15,1-79 31,0-1-62</inkml:trace>
  <inkml:trace contextRef="#ctx0" brushRef="#br0" timeOffset="13305.33">3347 2236 0,'0'-14'32,"13"1"-17,-13 0-15,66-93 31,-66 93-31,40-40 32,-40 40-17,13-14 17,-13 14-1,13 13-31,-13-13 0,14-14 31,-1 14 0,-13 0 1,0 26 30,0 40-31,0 13 1,0 0-1,0-26 0,0 13 0,0-40 1</inkml:trace>
  <inkml:trace contextRef="#ctx0" brushRef="#br0" timeOffset="14024.2">3717 1812 0,'0'14'78,"0"-1"-47,0 0-15,14 14 0,39 65 15,-53-79-15,39 14-1,-26 13 1,1-27-1,-14 13 1,13 1 0,-13-1-1,0-13-15,0 1 16,0 12 0,0 0-1,0 1 1,-66-1 15,39-26-15,14 14-16,-13-14 15,-14 0 1,27 0-16,-1 0 16,-25 0-1</inkml:trace>
  <inkml:trace contextRef="#ctx0" brushRef="#br0" timeOffset="14845.61">3704 1826 0,'13'0'94,"1"0"-63,-1 0 0,13 0 0,-12 0 16,-1 0-31,0 0 46,0 0-46,0 0 46</inkml:trace>
  <inkml:trace contextRef="#ctx0" brushRef="#br0" timeOffset="16126.21">3929 2064 0,'0'13'0,"0"27"16,0-27-1,0 27 1,0-27-16,0 0 16,13 13-1,1 1 1,-14-14 0,13 0-16,-13 1 15,13-1 16,13-26 63,41-54-63,-54 54-31,13-13 16,40-67 15,-39 67-15,-27 13 0,13-1-1,-13-25 16,0-1 1,-13 27-1,0 13 63,-27 0-79,14 0 1,-1 0 0,14 0 15,0 0-16,-1 13 1,1 93 15,13-67-15,0 1 0,0-13-1,0-14 16</inkml:trace>
  <inkml:trace contextRef="#ctx0" brushRef="#br0" timeOffset="17088.16">4498 2103 0,'40'-26'78,"52"-67"-47,-79 93 0,-13-13 0,27 13-15,-27-13 15,0 79 94,0-53-109,13 40 0,-13 53-1,0-40 16,0-53-15,0 1 15</inkml:trace>
  <inkml:trace contextRef="#ctx0" brushRef="#br0" timeOffset="17944.4">4776 1998 0,'26'39'94,"1"-25"-79,-27-1-15,13-13 16,0 13 0,14 13 15,-14-12-15,13 12-1,14 14 16,-27-14 1,0-26-17,-13 13 1,14 1 15,-14-1-15,0 0 15,-27 0 0,14-13-15,0 0 0,-1 0 62,-12 0-31,13 0-16,0 0-16</inkml:trace>
  <inkml:trace contextRef="#ctx0" brushRef="#br0" timeOffset="18859.09">4829 1945 0,'39'-14'125,"-25"1"-109,38 0 0,1 0-1,-13 0 1,-27 13-1,1 0-15</inkml:trace>
  <inkml:trace contextRef="#ctx0" brushRef="#br0" timeOffset="20045.9">5159 2143 0,'0'13'47,"0"1"-16,0 25-15,0 14 15,0 40 1,14-80-32,-14 0 15,13-13 16,0 0 126,53-53-142,-66 40-15,53-66 32,-40 26-1,-13 40-31,0-14 15,0 14 1,0 0-16,0-27 16,0 0 31,0 27-1,0 0 17,-26 13-1,-1 26-30,14 1-17,-26 52 17,25-39-17,14-14 16,0 1 1,0-14-1</inkml:trace>
  <inkml:trace contextRef="#ctx0" brushRef="#br0" timeOffset="29829.97">6006 1799 0,'0'13'125,"0"133"-93,0-133-32,0 0 0,0 14 15,0 92 1,0-79-1,0 26 1,13-40 0,-13 1-1,13-14 1,1 0 0,-1-13 15,0 0 0,14 0 47,-14-26-62,0 26-16,27-80 15,-1 14 1,-39 53-16,14 0 16,-1-14-16,0 1 15,0-40 1,27-14 0,-40 67-16,13-53 31,-13 26-16,0 27-15,14-14 16,-14-25 0,13 12-1,-13 13 1,0 1 0,-13 26 62,-1 0-63,1 0 1,-13 0 0,12 0-16,1 0 15,0 0 1,-40 66-1,-40 66 1,40-79 0,-26 66-1,39-79 1,1-13 0</inkml:trace>
  <inkml:trace contextRef="#ctx0" brushRef="#br0" timeOffset="31129.21">6681 1892 0,'0'13'46,"13"53"-30,0-26 0,14 52-1,-27-78-15,0 12 16,0-13-16,13 14 16,0-14-1,-13 13 1,13-12-1,1-14 1,-1 0 0,0 0 15,13 0-15,-12 0-1,-1 0 1,93-106-1,-80 79 1,-26-25 0,27-1-1,-27 39-15,13-39 16,27-79 0,-27 119-16,13-93 31,-12 66-16,-14 14 1,0 13 0,0-14-1,-14-12 1,1 25 0,-53 1 15,26 26-16,27 1-15,13-1 16,-40 27 0,-13 12-1,14-12 1,-14 0 0,53-27-1,-13-13-15,-1 13 16,-39 80 15,53-80-31,-13 14 16,0 25-1,13-38-15,-13 39 16,13-40-16,0 27 16,-13-1-1,13-26-15,0 1 31</inkml:trace>
  <inkml:trace contextRef="#ctx0" brushRef="#br0" timeOffset="32990.21">3387 2818 0,'13'-13'16,"0"-1"-1,14-12 17,-14 26-32,0-13 31,13 13 0,-12 0-15,-1 0-16,27 13 31,-1 27 0,-25-27-15,-14 0-16,13 0 15,-13 14 1,0-1-16,0-13 16,0 93-1,-13-53 1,-1 0 15,14-40-31,27-13 78,-1 14-46,1-14-17,-1 0 1,14 0-1,0-14 17,-27 14-17,13-53 1</inkml:trace>
  <inkml:trace contextRef="#ctx0" brushRef="#br0" timeOffset="33577.43">3876 2659 0,'0'13'47,"13"80"-16,-13-80-31,27 40 31,-14-13-15,-13-27-16,27 53 31,-1-39-15,0 25 15,-26 15 0,0-28 0,0-25 1,-26-54 14,-14-53-30,40 80-16</inkml:trace>
  <inkml:trace contextRef="#ctx0" brushRef="#br0" timeOffset="34049.81">3956 2606 0,'79'-26'32,"-158"52"-32,330-92 31,-225 66-31,40 0 31,-52-13-15,-1 13 15,0 0 16</inkml:trace>
  <inkml:trace contextRef="#ctx0" brushRef="#br0" timeOffset="34564.49">4379 2580 0,'0'13'78,"26"53"-47,-26-53-15,0 1-16,27 25 16,-14 1-1,13 39 1,-12-26 15,-14-40-15,0 1-16,0-1 15,0 27 1,0-27 15,0 0-15,0 0 0,0 0-1,-53-39 16,13-14-15</inkml:trace>
  <inkml:trace contextRef="#ctx0" brushRef="#br0" timeOffset="35208.58">4379 2633 0,'53'0'94,"0"0"-79,-27 0 1,80 0-1,-93 0 1,0 0 0,1 0-16,-1 0 31</inkml:trace>
  <inkml:trace contextRef="#ctx0" brushRef="#br0" timeOffset="35876.75">4934 2765 0,'0'13'78,"27"67"-63,-27-67 1,13 66 0,-13-52-1,-13 52 1,13-66 0,-13 0-1,13 1 1,0-1-1,0 0 17,0 0-1,0 1 0</inkml:trace>
  <inkml:trace contextRef="#ctx0" brushRef="#br0" timeOffset="36361.82">4895 3096 0,'39'-14'109,"1"-12"-93,0 26-1,26-27 1,-26 27-16,-27-13 16</inkml:trace>
  <inkml:trace contextRef="#ctx0" brushRef="#br0" timeOffset="37141.25">4908 2831 0,'40'0'110,"26"0"-79,-53 0 0</inkml:trace>
  <inkml:trace contextRef="#ctx0" brushRef="#br0" timeOffset="37700.11">5173 2831 0,'26'53'94,"53"66"-63,-79-106-31,14 0 0,-14 14 16,26-1 15,-13 1-15,-13-14 15</inkml:trace>
  <inkml:trace contextRef="#ctx0" brushRef="#br0" timeOffset="38325.21">5173 2910 0,'79'0'78,"159"-79"-47,-211 66-31,52 0 32</inkml:trace>
  <inkml:trace contextRef="#ctx0" brushRef="#br0" timeOffset="39152.83">5424 3215 0,'-13'0'62,"0"13"-30,-14 13-1,-13-12 0,-13-1 0,1-13 1,38 0-1</inkml:trace>
  <inkml:trace contextRef="#ctx0" brushRef="#br0" timeOffset="61375.5">9962 1680 0,'-53'53'141,"0"0"-125,-27 13-1,-12 0 1,39-13-1,-27 13 1,67-52 0,-26 25-1,25-26 1,-12 1 0,52 25 124,1-12-124,92 65-1,-53-39 1,-53-39-16,53 52 16,-52-53-16,12 0 15,40 27 1,-53-27 15</inkml:trace>
  <inkml:trace contextRef="#ctx0" brushRef="#br0" timeOffset="62572.33">10147 1958 0,'-13'0'31,"26"0"-31,-40 0 16,27 13-1,-26 14 1,26-14 0,0 0-1,-13 0 1,13 146 15,0-146-15,0 146-1,0-133 1,39 107 15,41-1-15,-67-119-1,93 67 17,-93-67-32,0-13 0,14 13 15,39-13 1,40-26 0,-80 12-1,199-197 1,-119-1 15,-106 199-15,13-27-1,-13-39 1,0 52-16,-26-65 31,12 65-15,1 1-1,-13-40 1,12 52 0,-25-38-1,26 38 1,-67-12 0,54 26-1,-27 0 1,13 0-1,27 0-15,-53 26 16,-119 80 0,158-106-1,1 27-15,-80 39 16,79-66 0,27 13-1,0 13 32</inkml:trace>
  <inkml:trace contextRef="#ctx0" brushRef="#br0" timeOffset="63055.06">11536 2461 0,'0'92'31,"0"-65"-16,0 12-15,0 147 16,0-133 0,0-14-1,0-26 1,0-118 46</inkml:trace>
  <inkml:trace contextRef="#ctx0" brushRef="#br0" timeOffset="63977.53">11523 2170 0,'198'13'16,"-13"-13"-1,-105 0-15,39 0 16,-40 0-16,186 0 15,-173 0 1,-79 13 0,-13 27-1,0-14-15,-39 146 32,-1-92-17,-39 39 1,26-27-1,13 1 17,40-80-17,-13-13-15,53 27 110,39-27-95,265-27 17,-251 1-17,-67 26-15,-13 0 16</inkml:trace>
  <inkml:trace contextRef="#ctx0" brushRef="#br0" timeOffset="64563.38">12965 2368 0,'0'26'78,"13"1"-62,40 26 0,39 39-1,-39-39 16,-40-39-15,-13-1 15,14 27 1,-14-27-17,0 26 1,-14-12-1,-65-27 1,-53 13 0,66 0-1,0-13 1,-54-13 15,107 0-15,0-14-1,13-25 1</inkml:trace>
  <inkml:trace contextRef="#ctx0" brushRef="#br0" timeOffset="65232.33">12872 2236 0,'26'0'32,"-12"0"-17,263 0 17,-237 0-32,79 0 15,-13 0 1,-13 0-16,26 0 15,26-40 17</inkml:trace>
  <inkml:trace contextRef="#ctx0" brushRef="#br0" timeOffset="65872.47">13851 2209 0,'0'0'31,"0"13"1,0 1-1,13 105 0,53-13-15,-26-40 15,-40-53-15,0 13-1,0 1 1,0-1 15,0-12-15,0 12-1,-13-26 32,-225-26-15,198 12-17,-39 1 1,26 13-1,53-13 17,-14 13-17,14-13-15,0-14 16</inkml:trace>
  <inkml:trace contextRef="#ctx0" brushRef="#br0" timeOffset="66624.12">13772 2222 0,'13'0'47,"0"0"-16,0 0-15,0 0-1,14 0 1,26 0 15,0-13-15,-53 0-16,26 13 15,27 0 1,-13 0 15</inkml:trace>
  <inkml:trace contextRef="#ctx0" brushRef="#br0" timeOffset="67480.75">14076 1971 0,'40'27'78,"184"171"-46,-144-119-17,26 40 17,-93-105-17,0-1 1,-13 13 31,0-12 15,0 12-46,0-13-16,-26 67 15,26-41-15,-119 94 32,-67 12-1,41-65 0,118-67-15,1 0-1,-40 27 17,53-14-17,-27-13 1,27 1 0,-27 12 15,13 14 0,-25 26 0,38-40-31</inkml:trace>
  <inkml:trace contextRef="#ctx0" brushRef="#br0" timeOffset="75688.37">5861 3784 0</inkml:trace>
  <inkml:trace contextRef="#ctx0" brushRef="#br0" timeOffset="77422.23">11443 3440 0,'13'0'31,"14"79"1,-1 106-1,-12-145-31,-14 0 16,0 52-1,13-52 16</inkml:trace>
  <inkml:trace contextRef="#ctx0" brushRef="#br0" timeOffset="78431.62">11205 3863 0,'27'13'31,"-14"0"-16,13 1-15,-13-1 16,40 27 0,0-1-1,-13-12 1,-27-27-16,0 13 16,14 13-1,-14-12 1,0-14-1,1 0 1,-14 13 0,13-13-1,-13 13 1,13-13 0,27-40 62,13-52-63,-27 65 1,54-92 0,-28 40-1,-25 52 1,-27 14-16</inkml:trace>
  <inkml:trace contextRef="#ctx0" brushRef="#br0" timeOffset="79685.63">10266 4339 0,'-53'53'79,"13"-13"-64,14-1-15,-120 94 16,27-54-1,40-13 1,13-13 0,52-40 15,14 1 78,40 25-93,0-12 0,52 39 15,-92-53-16,53 27 1,-13-27 0,0 14-1,-1-1 17,-25-13-1,-1-13-16</inkml:trace>
  <inkml:trace contextRef="#ctx0" brushRef="#br0" timeOffset="80565.39">10306 4961 0,'26'13'63,"14"14"-48,-1 12 1,14-12 0,66 26 15,-53-53-15,278-27 15,-211-39 0,-94 40-15,1-27 15,-40 26-31,0 14 16,0-106-1,-172 0 16,93 92-15,39 27 0,-53 0 15,80 0-31,0 0 16,0 0-16,-53 0 15,-14 14 1,54-1-16,-14-13 15,-105 66 17,105 13-1,27-12-15,13-41-1,0 120 16,0-120-15,0-13 0</inkml:trace>
  <inkml:trace contextRef="#ctx0" brushRef="#br0" timeOffset="81123.28">11628 4895 0,'0'13'47,"40"93"-16,-13 13 1,-1 0-1,-26-106-31,0 0 31,0 1-15,13-14 15,27 0-31</inkml:trace>
  <inkml:trace contextRef="#ctx0" brushRef="#br0" timeOffset="81885.75">12211 5001 0,'79'-106'93,"-53"79"-77,120-79 0,-27 14-1,-13 13 1,-93 79 0,-13 39 140,0 133-125,0-159-15,0 14-16,0 39 15,0-40 1,0 14 0,0-13 15</inkml:trace>
  <inkml:trace contextRef="#ctx0" brushRef="#br0" timeOffset="82918.48">12819 4207 0,'40'26'78,"26"14"-63,13 26 1,-13 0 0,106 40-1,-119-79 1,27 39 0,-41-53-1,-25 13 1,39 27-1,-40-39 1,13 25 0,27 14-1,-40-26 1,1-14 0,-1 0-1,0-13 16,-39-13 110,-67 79-125,67-53-16,-385 318 31,253-252-15,131-52-1,1-14 16</inkml:trace>
  <inkml:trace contextRef="#ctx0" brushRef="#br0" timeOffset="91002.4">4762 900 0,'14'0'62,"-1"0"-46,27 0 15,-14-14-31,27 14 16,-40 0-1,0 0-15,1 0 32,-14 14-1,0 52 0,0-40-15,0 1-1,-14 12 1,1 1 0,-40 39-1,27-39 16,26-27-15,-13 1 0,-1-1-1,1 26 1,-40 14 0,53-39-1,13-14 63,1 0-62,-1 0 0,27 0-1,-1 0 1,-25 0-1,25 0 1,27 0 0,-26 0-1,-27 0 1,40 0 0</inkml:trace>
  <inkml:trace contextRef="#ctx0" brushRef="#br0" timeOffset="92268.19">5212 1191 0,'27'0'15,"-27"13"1,66 13 0,-13 27-1,-40-40-15,14 1 16,12 12 0,14 40-1,-66-66 63,-14 0-62,-25 0 0,-68 0-1,68 0 16,52-26 79,13 13-95,40-27 17,-40 27-17,0-1 1,53-25 15,-26 12 0,-14 14-15,67-80 15,-93 80-15,0 0 62,0 0-31,-53-14-16,40 27-15,-27 0-1,-39 0 1,26 14 0,26 12-1,1-26 1,13 13 0,-40 14 15,40-14-16,-27 13 17,27-26-1,13 14 0</inkml:trace>
  <inkml:trace contextRef="#ctx0" brushRef="#br0" timeOffset="93578.58">1746 3784 0,'13'-14'15,"1"14"1,-1-13-16,0 0 15,67 0 17,-67 13-32,0 0 15,13 0 1,-12 0 0,25 53 15,-25-27-16,-14 0 1,26 27 15,-26-39-31,-13 52 32,-67 53-1,41-79 0,26-27-15,26-13 140,26 0-125,14 0 0,14 0 1,-15 0-1,-12 13 0,-27-13-15,1 0 15,-1 0-15</inkml:trace>
  <inkml:trace contextRef="#ctx0" brushRef="#br0" timeOffset="95061.17">2236 3995 0,'66'13'63,"-26"14"-47,105 79 15,-118-67 0,-54-39 94,-13 0-109,1-13 15,-1-13 0,27-1 0,-14 14 1,27-27-1,40-52 0,13 52 0,13-13 1,-53 40-32,1 0 31,-41 13 172,-66 0-187,-65 66 15,118-53-15,40 0 202,0 1-186,0-1-32,0 0 0,0 13 15,0-12 1,13 25-1,14-12 1,-27-14 0,13 0-16,-13 1 15,0-1 1,13-13 0</inkml:trace>
  <inkml:trace contextRef="#ctx0" brushRef="#br0" timeOffset="96169.78">5371 5027 0,'13'0'79,"27"106"-64,0 13 1,-1 79-1,-39-26 1,27 67 0,-27-200-16,0-26 15,0 27-15,0 39 16,0 107 15,0-160-31,0-13 16,0 1-16,0-1 15,0 13 1,0-12 0</inkml:trace>
  <inkml:trace contextRef="#ctx0" brushRef="#br0" timeOffset="96909.1">5120 5980 0,'0'0'0,"66"158"31,-53-144-31,0 25 0,14-12 16,39 65-1,-40-39 1,54 40 15,-67-80 1,0-13-1,0 0 0,67-40 0,26-65 1,-1-41-1,-65 106-16,0-13 17</inkml:trace>
  <inkml:trace contextRef="#ctx0" brushRef="#br0" timeOffset="98015.17">3360 7911 0,'0'0'16,"66"0"15,-39 0-31,92 0 16,820 0 15,-357 0-15,-410 0-16,966 0 31,423 0 0,-966 0-15,503 0 0,-846 0-16,1772-53 31,-344 53 0,-1416 0-31,1258-66 31,303 40 1,-1719 26-32,622-40 15,-27 27 1,-635 13-16,569-14 15,926-25 17,-780 39-1,-715 0-15,-93 0 109,14 0-125</inkml:trace>
  <inkml:trace contextRef="#ctx0" brushRef="#br0" timeOffset="102848.03">3268 7964 0,'0'53'78,"0"13"-62,0-40-16,0 27 15,0 27 1,0 39 0,-14-13-1,1 26 1,0-79-1,0 13 1,-14 80 15,27-133 1,40-79 233,13 26-249,13 0-1,-13 27 1,-13 13 0,12-13-1,120-14 17,-39 1-17,-41-1 1,120 1-1,278 13 17,-332-1-17,1 14 1,-80-13 0,-39 13-16,106 0 15,-1 0 1,-13 0-1,-26 0 1,-53 0-16,40-13 16,-27 13-1,-40 0-15,14 0 16,53 0 15,-40 0-15,-27-13-16,14 13 15,-1 0-15,305-40 32,-304 27-17,-27 13-15,53-13 16,-26 13 0,26 0-1,-13-14 1,132 1 15,-171 0-31,52 0 16,26 13-1,-65 0 1,-14 0 0,14 0-1,12 0 1,-26 0-16,14 0 15,158 0 17,-145 0-17,13 0 1,79 0 15,-79 0 0,-27 0-15,120 0 15,-120 0-31,1 0 16,105 13 15,-119-13-31,14 13 16,26 0-1,92 14 17,54-14-1,-41 0 0,-52-13 0,-26 0 1,12 0-1,-79 0-31,1 0 0,52 0 31,-40 0-15,27 0-1,0 0 1,238 0 15,-145-39-15,-27 25 0,-80 14-16,173-39 31,-185 39-31,25 0 15,107 0 17,-132-13-17,12 13 1,1 0 15,-40-14-15</inkml:trace>
  <inkml:trace contextRef="#ctx0" brushRef="#br0" timeOffset="109078.2">10094 8414 0,'26'-13'94,"226"13"-63,303 13 0,-39-13 0,-238 0 1,13 26-1,53-13 0,40-13 0,-331 0-31,317 0 32,-185 14-1,-158-14-31,145 26 31,145 1 0,54 12 1,39-12-1,-106-1-15,-238-26-1,-39 0-15,131 13 16,67-13-1,278 0 1,-397 0 0,211-13-1,-290 13-15,356-40 32,-356 40-17,237-13 1,-197 13-1,52 0 1,-27-13 0,133 0-1,-185 0 1,-27 13-16,199-27 16,-199 14-1,212 0 1,-172 13-1,-27-14-15,54 14 16,-1 0 0,14-13-1,-67 13-15,225-26 16,-171 13 0,131-14-1,54-13 1,-239 40-16,41-13 0,250-27 15,-211 40 1,66-13 0,-40 13-1,27-13 1,-133 0-16,120 13 31,-133 0-15,0 0-16,146 0 15,-93 0 1,40 0 0,-93 0-16,120 0 15,-107 0 95,14 0-79,-14 0-15,1 0-1,39 0 1,26 0 15,-25 0 0,25 0-15,-39 0-16,-40 0 16,120 0-1,-94 0 1,-25 0 296,-1 0-296,132 0 0,-118 0 30,-27-27 283,0-12-314,0-41 16,0-39 1,0 106-32,0-106 15,0 106 1,0-53 0,0 13 15,0 39-16,0 1-15,0-53 16,0 26 0,0 27-1,0 0 1</inkml:trace>
  <inkml:trace contextRef="#ctx0" brushRef="#br0" timeOffset="113082.99">2474 2011 0,'26'-13'31,"1"-14"-15,-14 27-1,0 0-15,14-40 16,26-12 15,-40 52-15,0-14-1,-13 1 17,13 53 93,-13-1-94,0-25-16,0 52 1,0-53 0</inkml:trace>
  <inkml:trace contextRef="#ctx0" brushRef="#br0" timeOffset="114017.4">2633 2580 0,'13'0'63,"13"0"-48,-12 0 1,52 0-1,-27 0 1,-25 0 0,-14 53 31,0-14-32,-40 80 1,13-79-1,-39 53 1,66-80 0,-26 13-1,26-12 126,79 12-110,-39-13-15,-27-13-1,14 27 1,-14-27 0</inkml:trace>
  <inkml:trace contextRef="#ctx0" brushRef="#br0" timeOffset="116815.66">7448 7382 0,'0'13'62,"26"93"-46,-26 251-1,0-79 1,0-80 0,0 40-1,0-145-15,-13 278 31,13-345-15,0 0 0,0-12 15,0-1-15,-13-13 46</inkml:trace>
  <inkml:trace contextRef="#ctx0" brushRef="#br0" timeOffset="117797.84">4511 8401 0,'27'-14'16,"26"-12"-1,118-67 1,15 1 0,105-54-1,-252 106 16,-39 54 94,0-1-109,0 27 15,0 39 1,0-66-32,0 40 31,0-13 0,0-27-15,0 0 15</inkml:trace>
  <inkml:trace contextRef="#ctx0" brushRef="#br0" timeOffset="119466.64">8586 8149 0,'26'-13'47,"-13"0"-47,27-14 15,39 1 16,-39 26 1,-27 0-17,27 0 17,-27 0-1,1 0-31,-14 26 47,0 54-16,0-67-31,-53 40 31,-14 0 0,54-53 1,13 26 61,0-13-46,53-13-15,-13 0-17,-14 0-15,27 0 16,27 0-1</inkml:trace>
  <inkml:trace contextRef="#ctx0" brushRef="#br0" timeOffset="120747.43">11814 6998 0,'0'13'63,"-40"133"-32,40-93-31,0 119 15,0-53 1,0 66 0,0-145-16,-40 264 31,1-132-15,25-132-1,-52 290 16,66-290-15,0 13 15,-13 132 1,0 1-1,13-81 0,0-78-15,0 26 15,0 39 0,0-65-15,0-14 15,26-39 16,27-41-47</inkml:trace>
  <inkml:trace contextRef="#ctx0" brushRef="#br0" timeOffset="122123.62">17026 6998 0,'0'27'47,"13"12"-31,14 80 15,26 40 0,-40-119-31,26 145 31,-12 80 1,-27-226-32,0 28 15,0 316 16,0-343-31,0 185 32,-27-80-1,14-118-31,13-1 16,0 54 15,0-67 31,0 26-30,0-25-1,0-28 47,0 1-78</inkml:trace>
  <inkml:trace contextRef="#ctx0" brushRef="#br0" timeOffset="123776.65">18574 6959 0,'0'39'390,"0"-12"-358,-13-1-1,-14-26-31,1 0 16,-41 0-1,-65-26 16,92 12-15,1 14 0,-41 0 15,67 0-31,-26 0 16,-14 0-1</inkml:trace>
  <inkml:trace contextRef="#ctx0" brushRef="#br0" timeOffset="126133.42">18124 6469 0,'0'-13'156,"13"13"-62,27 0-79,0 0 16,-27 13 1,-13 0 30,13 14-31,-13-1 1,0 14-1,-93 66 0,27-40-15,-40 26 15,14-25 0,-14 12 1,80-66-1,39-13 156,0 0-187,53-13 16,-53 13 0,27-13 15,-27 13-31,120-13 15,-107 13 1,106 0 0,-118 0-1,25 0-15,120 0 16,-133 0 0,67 0-1,-80 0 1,1 0 15</inkml:trace>
  <inkml:trace contextRef="#ctx0" brushRef="#br0" timeOffset="128092.63">19778 6601 0,'-14'0'16,"-12"-26"15,-1 26 0,14 0-15,0 0 15,13 79 0,26 1 0,-26-67-31,14 53 32,-14-53-17,0 0 1,13 27 15,-13-13 0,-13-1 1,13-13-32,-14-13 15,1 27 1,0-14 0,-159 27 15,146-40-16,-67 13 17,80-13-17,-14 0 1,14 0-16,-146 0 31,159-13 63,27-1-63,-14 1-15,40 0-1,145-53 17,-79 26-17,-105 40-15,12-13 16,53-27 0,-65 40-16,12-13 15,-13 13 1,1 0-1,65-53 17,-53 27-17,-26 12 17,0 1-17,14 0 1,-14-13-1,0 12 17,0 1-17,-14-27 17,1 27-17,0 0 1,-13 0-1,-41-1 17,28 14-17,-41 0 1,14 0 0,40 0-16,-67 0 15,40 0 1,40 0-1,-40 0 17,40 27-1,13-14 16,0 0-32,-53 133 17,53-120-32</inkml:trace>
  <inkml:trace contextRef="#ctx0" brushRef="#br0" timeOffset="136514.34">10094 6390 0,'0'-14'0,"0"28"0,13-80 16,40-1-1,79-12 1,40 0 0,-132 65-1,-27 1-15,53 13 32,-26 0-1,-27 13-16,14 14 1,-1 118 15,-66 41 1,27-160-32,-40 27 15,-119 93 16,93-120 1,92-26 233,0 0-249,1-13 0,12 0-1</inkml:trace>
  <inkml:trace contextRef="#ctx0" brushRef="#br0" timeOffset="137622.7">10663 6376 0,'26'0'47,"14"40"-31,-14-27-1,14 14 1,-40-14-16,26 14 31,-26-1 0,0 0 1,0 14-1,0-13 0,-92-27 0,52 0-31,-198-27 32,212 27-32,-14 0 15,40-13 17,40-27 14,79-66-14,39 14-1,14-1 0,-92 40 0,-54 27 1,1-14-1,-67 40 63,-132 66-63,26 27 0,133-80 0,13 14 1,13 25-1,80-25-15</inkml:trace>
  <inkml:trace contextRef="#ctx0" brushRef="#br0" timeOffset="138029.91">11258 6271 0,'26'53'31,"-52"-106"-31,105 185 31,-65-132-31,25 66 31,-25-66-15,-1 13 15</inkml:trace>
  <inkml:trace contextRef="#ctx0" brushRef="#br0" timeOffset="138472.34">11404 6390 0,'0'0'31,"-172"106"1,172-93-32,-40 13 31,66-39 78</inkml:trace>
  <inkml:trace contextRef="#ctx0" brushRef="#br0" timeOffset="139145.29">11642 6165 0,'0'0'16,"26"0"0,14 0 15,-40 13-16,13 13 17,-13-12-32,0 12 0,-13 27 15,-106 146 17,53-107-17,52-79 1,1-13-1,26 27 79,1-27-94,91 40 16,134-40 15,-120 0-15,-119-14 15,13-39 0</inkml:trace>
  <inkml:trace contextRef="#ctx0" brushRef="#br0" timeOffset="140175.34">11986 6376 0,'0'14'47,"26"65"-16,-13-66-31,27 67 31,-27-54-31,-13 1 32,-26-1 30,-80 1-31,66-27-15,14 0 15,13 0-31,-14-40 32,27 0-1,0-26 0,40-53 0,79 26-15,-13 54 15,-67 25 0,1-25-15,26-1 15,-119 106 126,-66 40-126,106-80-31,-53 14 31</inkml:trace>
  <inkml:trace contextRef="#ctx0" brushRef="#br0" timeOffset="141513.13">12290 6152 0,'-13'0'78,"-1"-27"-62,-52 14 15,-40 0 0,40 13 1,13 13-1,14 13 0,-14-12 0,26 12 1,14-13-1,13 14 0,0-1 0,0-13 1</inkml:trace>
  <inkml:trace contextRef="#ctx0" brushRef="#br0" timeOffset="145695.76">7845 3466 0,'0'0'0,"0"13"15,0 0-15,0 40 16,0-39-1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ymbol zastępczy nagłówka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pl-PL"/>
          </a:p>
        </p:txBody>
      </p:sp>
      <p:sp>
        <p:nvSpPr>
          <p:cNvPr id="3" name="Symbol zastępczy daty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C3F5C40-7709-7D40-B47A-8508ED5FE75B}" type="datetimeFigureOut">
              <a:rPr lang="pl-PL" smtClean="0"/>
              <a:pPr/>
              <a:t>13.10.2026</a:t>
            </a:fld>
            <a:endParaRPr lang="pl-PL"/>
          </a:p>
        </p:txBody>
      </p:sp>
      <p:sp>
        <p:nvSpPr>
          <p:cNvPr id="4" name="Symbol zastępczy obrazu slajdu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pl-PL"/>
          </a:p>
        </p:txBody>
      </p:sp>
      <p:sp>
        <p:nvSpPr>
          <p:cNvPr id="5" name="Symbol zastępczy notatek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6" name="Symbol zastępczy stopki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pl-PL"/>
          </a:p>
        </p:txBody>
      </p:sp>
      <p:sp>
        <p:nvSpPr>
          <p:cNvPr id="7" name="Symbol zastępczy numeru slajdu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2514D64-BFD3-464E-8A52-07B4CA58294A}" type="slidenum">
              <a:rPr lang="pl-PL" smtClean="0"/>
              <a:pPr/>
              <a:t>‹#›</a:t>
            </a:fld>
            <a:endParaRPr lang="pl-PL"/>
          </a:p>
        </p:txBody>
      </p:sp>
    </p:spTree>
    <p:extLst>
      <p:ext uri="{BB962C8B-B14F-4D97-AF65-F5344CB8AC3E}">
        <p14:creationId xmlns:p14="http://schemas.microsoft.com/office/powerpoint/2010/main" val="234624407"/>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Przedstaw się własnymi słowami. Zdjęcie pochodzi od prowadzącego. Informacje biograficzne na podstawie opisu dostarczonego w rozmowie.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Ogranicz się do tych elementów, które nawiązują do tematów szkolenia. Przedstaw przykład własnego problemu badawczego, bez sugerowania wyników nieujętych na slajdzie.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Podkreśl, że na kursie każda architektura zostanie oceniona także przez pryzmat wdrożenia, kosztu i możliwości audytu.</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dirty="0"/>
          </a:p>
        </p:txBody>
      </p:sp>
      <p:sp>
        <p:nvSpPr>
          <p:cNvPr id="4" name="Symbol zastępczy numeru slajdu 3"/>
          <p:cNvSpPr>
            <a:spLocks noGrp="1"/>
          </p:cNvSpPr>
          <p:nvPr>
            <p:ph type="sldNum" sz="quarter" idx="5"/>
          </p:nvPr>
        </p:nvSpPr>
        <p:spPr/>
        <p:txBody>
          <a:bodyPr/>
          <a:lstStyle/>
          <a:p>
            <a:fld id="{A2514D64-BFD3-464E-8A52-07B4CA58294A}" type="slidenum">
              <a:rPr lang="pl-PL" smtClean="0"/>
              <a:pPr/>
              <a:t>24</a:t>
            </a:fld>
            <a:endParaRPr lang="pl-PL"/>
          </a:p>
        </p:txBody>
      </p:sp>
    </p:spTree>
    <p:extLst>
      <p:ext uri="{BB962C8B-B14F-4D97-AF65-F5344CB8AC3E}">
        <p14:creationId xmlns:p14="http://schemas.microsoft.com/office/powerpoint/2010/main" val="934168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dirty="0"/>
          </a:p>
        </p:txBody>
      </p:sp>
      <p:sp>
        <p:nvSpPr>
          <p:cNvPr id="4" name="Symbol zastępczy numeru slajdu 3"/>
          <p:cNvSpPr>
            <a:spLocks noGrp="1"/>
          </p:cNvSpPr>
          <p:nvPr>
            <p:ph type="sldNum" sz="quarter" idx="5"/>
          </p:nvPr>
        </p:nvSpPr>
        <p:spPr/>
        <p:txBody>
          <a:bodyPr/>
          <a:lstStyle/>
          <a:p>
            <a:fld id="{A2514D64-BFD3-464E-8A52-07B4CA58294A}" type="slidenum">
              <a:rPr lang="pl-PL" smtClean="0"/>
              <a:pPr/>
              <a:t>55</a:t>
            </a:fld>
            <a:endParaRPr lang="pl-PL"/>
          </a:p>
        </p:txBody>
      </p:sp>
    </p:spTree>
    <p:extLst>
      <p:ext uri="{BB962C8B-B14F-4D97-AF65-F5344CB8AC3E}">
        <p14:creationId xmlns:p14="http://schemas.microsoft.com/office/powerpoint/2010/main" val="10428731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dirty="0"/>
          </a:p>
        </p:txBody>
      </p:sp>
      <p:sp>
        <p:nvSpPr>
          <p:cNvPr id="4" name="Symbol zastępczy numeru slajdu 3"/>
          <p:cNvSpPr>
            <a:spLocks noGrp="1"/>
          </p:cNvSpPr>
          <p:nvPr>
            <p:ph type="sldNum" sz="quarter" idx="5"/>
          </p:nvPr>
        </p:nvSpPr>
        <p:spPr/>
        <p:txBody>
          <a:bodyPr/>
          <a:lstStyle/>
          <a:p>
            <a:fld id="{A2514D64-BFD3-464E-8A52-07B4CA58294A}" type="slidenum">
              <a:rPr lang="pl-PL" smtClean="0"/>
              <a:pPr/>
              <a:t>111</a:t>
            </a:fld>
            <a:endParaRPr lang="pl-PL"/>
          </a:p>
        </p:txBody>
      </p:sp>
    </p:spTree>
    <p:extLst>
      <p:ext uri="{BB962C8B-B14F-4D97-AF65-F5344CB8AC3E}">
        <p14:creationId xmlns:p14="http://schemas.microsoft.com/office/powerpoint/2010/main" val="232689015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13.png"/><Relationship Id="rId4" Type="http://schemas.openxmlformats.org/officeDocument/2006/relationships/image" Target="../media/image12.png"/></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he 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6" name="Prostokąt 5"/>
          <p:cNvSpPr/>
          <p:nvPr userDrawn="1"/>
        </p:nvSpPr>
        <p:spPr>
          <a:xfrm>
            <a:off x="0" y="2535238"/>
            <a:ext cx="9144000" cy="2608262"/>
          </a:xfrm>
          <a:prstGeom prst="rect">
            <a:avLst/>
          </a:prstGeom>
          <a:solidFill>
            <a:schemeClr val="tx1">
              <a:alpha val="9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pl-PL" dirty="0">
              <a:solidFill>
                <a:prstClr val="white"/>
              </a:solidFill>
            </a:endParaRPr>
          </a:p>
        </p:txBody>
      </p:sp>
      <p:pic>
        <p:nvPicPr>
          <p:cNvPr id="7" name="Obraz 7"/>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893050" y="4838700"/>
            <a:ext cx="800100" cy="12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ytuł 1"/>
          <p:cNvSpPr>
            <a:spLocks noGrp="1"/>
          </p:cNvSpPr>
          <p:nvPr>
            <p:ph type="ctrTitle"/>
          </p:nvPr>
        </p:nvSpPr>
        <p:spPr>
          <a:xfrm>
            <a:off x="457199" y="2535161"/>
            <a:ext cx="8229599" cy="1026962"/>
          </a:xfrm>
        </p:spPr>
        <p:txBody>
          <a:bodyPr lIns="0" rIns="0">
            <a:noAutofit/>
          </a:bodyPr>
          <a:lstStyle>
            <a:lvl1pPr algn="l">
              <a:lnSpc>
                <a:spcPct val="80000"/>
              </a:lnSpc>
              <a:defRPr sz="2800" b="1" baseline="0">
                <a:solidFill>
                  <a:schemeClr val="bg1"/>
                </a:solidFill>
              </a:defRPr>
            </a:lvl1pPr>
          </a:lstStyle>
          <a:p>
            <a:r>
              <a:rPr lang="pl-PL"/>
              <a:t>Kliknij, aby edytować styl</a:t>
            </a:r>
            <a:endParaRPr lang="pl-PL" dirty="0"/>
          </a:p>
        </p:txBody>
      </p:sp>
      <p:sp>
        <p:nvSpPr>
          <p:cNvPr id="9" name="Podtytuł 2"/>
          <p:cNvSpPr>
            <a:spLocks noGrp="1"/>
          </p:cNvSpPr>
          <p:nvPr>
            <p:ph type="subTitle" idx="1"/>
          </p:nvPr>
        </p:nvSpPr>
        <p:spPr>
          <a:xfrm>
            <a:off x="457199" y="3562123"/>
            <a:ext cx="8229599" cy="549693"/>
          </a:xfrm>
        </p:spPr>
        <p:txBody>
          <a:bodyPr lIns="0" rIns="0">
            <a:normAutofit/>
          </a:bodyPr>
          <a:lstStyle>
            <a:lvl1pPr marL="0" indent="0" algn="l">
              <a:buNone/>
              <a:defRPr sz="1200" baseline="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l-PL"/>
              <a:t>Kliknij, aby edytować styl wzorca podtytułu</a:t>
            </a:r>
            <a:endParaRPr lang="pl-PL" dirty="0"/>
          </a:p>
        </p:txBody>
      </p:sp>
      <p:sp>
        <p:nvSpPr>
          <p:cNvPr id="16" name="Symbol zastępczy tekstu 9"/>
          <p:cNvSpPr>
            <a:spLocks noGrp="1"/>
          </p:cNvSpPr>
          <p:nvPr>
            <p:ph type="body" sz="quarter" idx="10"/>
          </p:nvPr>
        </p:nvSpPr>
        <p:spPr>
          <a:xfrm>
            <a:off x="457200" y="4111816"/>
            <a:ext cx="4000500" cy="295466"/>
          </a:xfrm>
          <a:noFill/>
        </p:spPr>
        <p:txBody>
          <a:bodyPr lIns="0" rIns="0" rtlCol="0" anchor="b">
            <a:spAutoFit/>
          </a:bodyPr>
          <a:lstStyle>
            <a:lvl1pPr marL="0" algn="l" defTabSz="457200" rtl="0" eaLnBrk="1" latinLnBrk="0" hangingPunct="1">
              <a:lnSpc>
                <a:spcPct val="110000"/>
              </a:lnSpc>
              <a:buNone/>
              <a:defRPr lang="pl-PL" sz="1200" b="1" kern="1200" baseline="0" smtClean="0">
                <a:solidFill>
                  <a:srgbClr val="FFFFFF"/>
                </a:solidFill>
                <a:latin typeface="+mn-lt"/>
                <a:ea typeface="+mn-ea"/>
                <a:cs typeface="+mn-cs"/>
              </a:defRPr>
            </a:lvl1pPr>
            <a:lvl2pPr marL="0" algn="l" defTabSz="457200" rtl="0" eaLnBrk="1" latinLnBrk="0" hangingPunct="1">
              <a:lnSpc>
                <a:spcPct val="110000"/>
              </a:lnSpc>
              <a:defRPr lang="pl-PL" sz="1200" b="1" kern="1200" smtClean="0">
                <a:solidFill>
                  <a:srgbClr val="FFFFFF"/>
                </a:solidFill>
                <a:latin typeface="+mn-lt"/>
                <a:ea typeface="+mn-ea"/>
                <a:cs typeface="+mn-cs"/>
              </a:defRPr>
            </a:lvl2pPr>
            <a:lvl3pPr marL="0" algn="l" defTabSz="457200" rtl="0" eaLnBrk="1" latinLnBrk="0" hangingPunct="1">
              <a:lnSpc>
                <a:spcPct val="110000"/>
              </a:lnSpc>
              <a:defRPr lang="pl-PL" sz="1200" b="1" kern="1200" smtClean="0">
                <a:solidFill>
                  <a:srgbClr val="FFFFFF"/>
                </a:solidFill>
                <a:latin typeface="+mn-lt"/>
                <a:ea typeface="+mn-ea"/>
                <a:cs typeface="+mn-cs"/>
              </a:defRPr>
            </a:lvl3pPr>
            <a:lvl4pPr marL="0" algn="l" defTabSz="457200" rtl="0" eaLnBrk="1" latinLnBrk="0" hangingPunct="1">
              <a:lnSpc>
                <a:spcPct val="110000"/>
              </a:lnSpc>
              <a:defRPr lang="pl-PL" sz="1200" b="1" kern="1200" smtClean="0">
                <a:solidFill>
                  <a:srgbClr val="FFFFFF"/>
                </a:solidFill>
                <a:latin typeface="+mn-lt"/>
                <a:ea typeface="+mn-ea"/>
                <a:cs typeface="+mn-cs"/>
              </a:defRPr>
            </a:lvl4pPr>
            <a:lvl5pPr marL="0" algn="l" defTabSz="457200" rtl="0" eaLnBrk="1" latinLnBrk="0" hangingPunct="1">
              <a:lnSpc>
                <a:spcPct val="110000"/>
              </a:lnSpc>
              <a:defRPr lang="pl-PL" sz="1200" b="1" kern="1200" dirty="0" smtClean="0">
                <a:solidFill>
                  <a:srgbClr val="FFFFFF"/>
                </a:solidFill>
                <a:latin typeface="+mn-lt"/>
                <a:ea typeface="+mn-ea"/>
                <a:cs typeface="+mn-cs"/>
              </a:defRPr>
            </a:lvl5pPr>
          </a:lstStyle>
          <a:p>
            <a:pPr lvl="0"/>
            <a:r>
              <a:rPr lang="pl-PL"/>
              <a:t>Kliknij, aby edytować style wzorca tekstu</a:t>
            </a:r>
          </a:p>
        </p:txBody>
      </p:sp>
      <p:sp>
        <p:nvSpPr>
          <p:cNvPr id="17" name="Symbol zastępczy tekstu 9"/>
          <p:cNvSpPr>
            <a:spLocks noGrp="1"/>
          </p:cNvSpPr>
          <p:nvPr>
            <p:ph type="body" sz="quarter" idx="11"/>
          </p:nvPr>
        </p:nvSpPr>
        <p:spPr>
          <a:xfrm>
            <a:off x="457200" y="4407282"/>
            <a:ext cx="4000500" cy="295466"/>
          </a:xfrm>
          <a:noFill/>
        </p:spPr>
        <p:txBody>
          <a:bodyPr lIns="0" rIns="0" rtlCol="0">
            <a:spAutoFit/>
          </a:bodyPr>
          <a:lstStyle>
            <a:lvl1pPr marL="0" algn="l" defTabSz="457200" rtl="0" eaLnBrk="1" latinLnBrk="0" hangingPunct="1">
              <a:lnSpc>
                <a:spcPct val="110000"/>
              </a:lnSpc>
              <a:buNone/>
              <a:defRPr lang="pl-PL" sz="1200" b="0" kern="1200" baseline="0" smtClean="0">
                <a:solidFill>
                  <a:srgbClr val="FFFFFF"/>
                </a:solidFill>
                <a:latin typeface="+mn-lt"/>
                <a:ea typeface="+mn-ea"/>
                <a:cs typeface="+mn-cs"/>
              </a:defRPr>
            </a:lvl1pPr>
            <a:lvl2pPr marL="0" algn="l" defTabSz="457200" rtl="0" eaLnBrk="1" latinLnBrk="0" hangingPunct="1">
              <a:lnSpc>
                <a:spcPct val="110000"/>
              </a:lnSpc>
              <a:defRPr lang="pl-PL" sz="1200" b="1" kern="1200" smtClean="0">
                <a:solidFill>
                  <a:srgbClr val="FFFFFF"/>
                </a:solidFill>
                <a:latin typeface="+mn-lt"/>
                <a:ea typeface="+mn-ea"/>
                <a:cs typeface="+mn-cs"/>
              </a:defRPr>
            </a:lvl2pPr>
            <a:lvl3pPr marL="0" algn="l" defTabSz="457200" rtl="0" eaLnBrk="1" latinLnBrk="0" hangingPunct="1">
              <a:lnSpc>
                <a:spcPct val="110000"/>
              </a:lnSpc>
              <a:defRPr lang="pl-PL" sz="1200" b="1" kern="1200" smtClean="0">
                <a:solidFill>
                  <a:srgbClr val="FFFFFF"/>
                </a:solidFill>
                <a:latin typeface="+mn-lt"/>
                <a:ea typeface="+mn-ea"/>
                <a:cs typeface="+mn-cs"/>
              </a:defRPr>
            </a:lvl3pPr>
            <a:lvl4pPr marL="0" algn="l" defTabSz="457200" rtl="0" eaLnBrk="1" latinLnBrk="0" hangingPunct="1">
              <a:lnSpc>
                <a:spcPct val="110000"/>
              </a:lnSpc>
              <a:defRPr lang="pl-PL" sz="1200" b="1" kern="1200" smtClean="0">
                <a:solidFill>
                  <a:srgbClr val="FFFFFF"/>
                </a:solidFill>
                <a:latin typeface="+mn-lt"/>
                <a:ea typeface="+mn-ea"/>
                <a:cs typeface="+mn-cs"/>
              </a:defRPr>
            </a:lvl4pPr>
            <a:lvl5pPr marL="0" algn="l" defTabSz="457200" rtl="0" eaLnBrk="1" latinLnBrk="0" hangingPunct="1">
              <a:lnSpc>
                <a:spcPct val="110000"/>
              </a:lnSpc>
              <a:defRPr lang="pl-PL" sz="1200" b="1" kern="1200" dirty="0" smtClean="0">
                <a:solidFill>
                  <a:srgbClr val="FFFFFF"/>
                </a:solidFill>
                <a:latin typeface="+mn-lt"/>
                <a:ea typeface="+mn-ea"/>
                <a:cs typeface="+mn-cs"/>
              </a:defRPr>
            </a:lvl5pPr>
          </a:lstStyle>
          <a:p>
            <a:pPr lvl="0"/>
            <a:r>
              <a:rPr lang="pl-PL"/>
              <a:t>Kliknij, aby edytować style wzorca tekstu</a:t>
            </a:r>
          </a:p>
        </p:txBody>
      </p:sp>
      <p:sp>
        <p:nvSpPr>
          <p:cNvPr id="10" name="Symbol zastępczy daty 3"/>
          <p:cNvSpPr>
            <a:spLocks noGrp="1"/>
          </p:cNvSpPr>
          <p:nvPr>
            <p:ph type="dt" sz="half" idx="12"/>
          </p:nvPr>
        </p:nvSpPr>
        <p:spPr>
          <a:xfrm>
            <a:off x="457200" y="4767263"/>
            <a:ext cx="1219200" cy="274637"/>
          </a:xfrm>
          <a:prstGeom prst="rect">
            <a:avLst/>
          </a:prstGeom>
        </p:spPr>
        <p:txBody>
          <a:bodyPr vert="horz" lIns="0" tIns="45720" rIns="0" bIns="45720" rtlCol="0" anchor="ctr"/>
          <a:lstStyle>
            <a:lvl1pPr algn="l" eaLnBrk="1" fontAlgn="auto" hangingPunct="1">
              <a:spcBef>
                <a:spcPts val="0"/>
              </a:spcBef>
              <a:spcAft>
                <a:spcPts val="0"/>
              </a:spcAft>
              <a:defRPr lang="pl-PL" sz="900" kern="1200">
                <a:solidFill>
                  <a:schemeClr val="bg1"/>
                </a:solidFill>
                <a:latin typeface="+mn-lt"/>
                <a:ea typeface="+mn-ea"/>
                <a:cs typeface="+mn-cs"/>
              </a:defRPr>
            </a:lvl1pPr>
          </a:lstStyle>
          <a:p>
            <a:pPr>
              <a:defRPr/>
            </a:pPr>
            <a:fld id="{AC72383A-FC5E-430F-A880-725E69D4F437}" type="datetimeFigureOut">
              <a:rPr lang="pl-PL">
                <a:solidFill>
                  <a:prstClr val="white"/>
                </a:solidFill>
              </a:rPr>
              <a:pPr>
                <a:defRPr/>
              </a:pPr>
              <a:t>13.10.2026</a:t>
            </a:fld>
            <a:endParaRPr dirty="0">
              <a:solidFill>
                <a:prstClr val="white"/>
              </a:solidFill>
            </a:endParaRPr>
          </a:p>
        </p:txBody>
      </p:sp>
    </p:spTree>
    <p:extLst>
      <p:ext uri="{BB962C8B-B14F-4D97-AF65-F5344CB8AC3E}">
        <p14:creationId xmlns:p14="http://schemas.microsoft.com/office/powerpoint/2010/main" val="18349429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he title slide to print">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6" name="Prostokąt 5"/>
          <p:cNvSpPr/>
          <p:nvPr userDrawn="1"/>
        </p:nvSpPr>
        <p:spPr>
          <a:xfrm>
            <a:off x="0" y="2535238"/>
            <a:ext cx="9144000" cy="2608262"/>
          </a:xfrm>
          <a:prstGeom prst="rect">
            <a:avLst/>
          </a:prstGeom>
          <a:solidFill>
            <a:schemeClr val="bg1">
              <a:alpha val="9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pl-PL" dirty="0">
              <a:solidFill>
                <a:prstClr val="white"/>
              </a:solidFill>
            </a:endParaRPr>
          </a:p>
        </p:txBody>
      </p:sp>
      <p:pic>
        <p:nvPicPr>
          <p:cNvPr id="7" name="Obraz 7"/>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893050" y="4838700"/>
            <a:ext cx="800100" cy="12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ytuł 1"/>
          <p:cNvSpPr>
            <a:spLocks noGrp="1"/>
          </p:cNvSpPr>
          <p:nvPr>
            <p:ph type="ctrTitle"/>
          </p:nvPr>
        </p:nvSpPr>
        <p:spPr>
          <a:xfrm>
            <a:off x="457199" y="2535161"/>
            <a:ext cx="8229599" cy="1026962"/>
          </a:xfrm>
        </p:spPr>
        <p:txBody>
          <a:bodyPr lIns="0" rIns="0">
            <a:noAutofit/>
          </a:bodyPr>
          <a:lstStyle>
            <a:lvl1pPr algn="l">
              <a:lnSpc>
                <a:spcPct val="80000"/>
              </a:lnSpc>
              <a:defRPr sz="2800" b="1" baseline="0">
                <a:solidFill>
                  <a:schemeClr val="accent1"/>
                </a:solidFill>
              </a:defRPr>
            </a:lvl1pPr>
          </a:lstStyle>
          <a:p>
            <a:r>
              <a:rPr lang="pl-PL"/>
              <a:t>Kliknij, aby edytować styl</a:t>
            </a:r>
            <a:endParaRPr lang="pl-PL" dirty="0"/>
          </a:p>
        </p:txBody>
      </p:sp>
      <p:sp>
        <p:nvSpPr>
          <p:cNvPr id="9" name="Podtytuł 2"/>
          <p:cNvSpPr>
            <a:spLocks noGrp="1"/>
          </p:cNvSpPr>
          <p:nvPr>
            <p:ph type="subTitle" idx="1"/>
          </p:nvPr>
        </p:nvSpPr>
        <p:spPr>
          <a:xfrm>
            <a:off x="457199" y="3562123"/>
            <a:ext cx="8229599" cy="549693"/>
          </a:xfrm>
        </p:spPr>
        <p:txBody>
          <a:bodyPr lIns="0" rIns="0">
            <a:normAutofit/>
          </a:bodyPr>
          <a:lstStyle>
            <a:lvl1pPr marL="0" indent="0" algn="l">
              <a:buNone/>
              <a:defRPr sz="1200" baseline="0">
                <a:solidFill>
                  <a:schemeClr val="accent3"/>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l-PL"/>
              <a:t>Kliknij, aby edytować styl wzorca podtytułu</a:t>
            </a:r>
            <a:endParaRPr lang="pl-PL" dirty="0"/>
          </a:p>
        </p:txBody>
      </p:sp>
      <p:sp>
        <p:nvSpPr>
          <p:cNvPr id="16" name="Symbol zastępczy tekstu 9"/>
          <p:cNvSpPr>
            <a:spLocks noGrp="1"/>
          </p:cNvSpPr>
          <p:nvPr>
            <p:ph type="body" sz="quarter" idx="10"/>
          </p:nvPr>
        </p:nvSpPr>
        <p:spPr>
          <a:xfrm>
            <a:off x="457200" y="4111816"/>
            <a:ext cx="4000500" cy="295466"/>
          </a:xfrm>
          <a:noFill/>
        </p:spPr>
        <p:txBody>
          <a:bodyPr lIns="0" rIns="0" rtlCol="0" anchor="b">
            <a:spAutoFit/>
          </a:bodyPr>
          <a:lstStyle>
            <a:lvl1pPr marL="0" algn="l" defTabSz="457200" rtl="0" eaLnBrk="1" latinLnBrk="0" hangingPunct="1">
              <a:lnSpc>
                <a:spcPct val="110000"/>
              </a:lnSpc>
              <a:buNone/>
              <a:defRPr lang="pl-PL" sz="1200" b="1" kern="1200" baseline="0" smtClean="0">
                <a:solidFill>
                  <a:schemeClr val="accent1"/>
                </a:solidFill>
                <a:latin typeface="+mn-lt"/>
                <a:ea typeface="+mn-ea"/>
                <a:cs typeface="+mn-cs"/>
              </a:defRPr>
            </a:lvl1pPr>
            <a:lvl2pPr marL="0" algn="l" defTabSz="457200" rtl="0" eaLnBrk="1" latinLnBrk="0" hangingPunct="1">
              <a:lnSpc>
                <a:spcPct val="110000"/>
              </a:lnSpc>
              <a:defRPr lang="pl-PL" sz="1200" b="1" kern="1200" smtClean="0">
                <a:solidFill>
                  <a:srgbClr val="FFFFFF"/>
                </a:solidFill>
                <a:latin typeface="+mn-lt"/>
                <a:ea typeface="+mn-ea"/>
                <a:cs typeface="+mn-cs"/>
              </a:defRPr>
            </a:lvl2pPr>
            <a:lvl3pPr marL="0" algn="l" defTabSz="457200" rtl="0" eaLnBrk="1" latinLnBrk="0" hangingPunct="1">
              <a:lnSpc>
                <a:spcPct val="110000"/>
              </a:lnSpc>
              <a:defRPr lang="pl-PL" sz="1200" b="1" kern="1200" smtClean="0">
                <a:solidFill>
                  <a:srgbClr val="FFFFFF"/>
                </a:solidFill>
                <a:latin typeface="+mn-lt"/>
                <a:ea typeface="+mn-ea"/>
                <a:cs typeface="+mn-cs"/>
              </a:defRPr>
            </a:lvl3pPr>
            <a:lvl4pPr marL="0" algn="l" defTabSz="457200" rtl="0" eaLnBrk="1" latinLnBrk="0" hangingPunct="1">
              <a:lnSpc>
                <a:spcPct val="110000"/>
              </a:lnSpc>
              <a:defRPr lang="pl-PL" sz="1200" b="1" kern="1200" smtClean="0">
                <a:solidFill>
                  <a:srgbClr val="FFFFFF"/>
                </a:solidFill>
                <a:latin typeface="+mn-lt"/>
                <a:ea typeface="+mn-ea"/>
                <a:cs typeface="+mn-cs"/>
              </a:defRPr>
            </a:lvl4pPr>
            <a:lvl5pPr marL="0" algn="l" defTabSz="457200" rtl="0" eaLnBrk="1" latinLnBrk="0" hangingPunct="1">
              <a:lnSpc>
                <a:spcPct val="110000"/>
              </a:lnSpc>
              <a:defRPr lang="pl-PL" sz="1200" b="1" kern="1200" dirty="0" smtClean="0">
                <a:solidFill>
                  <a:srgbClr val="FFFFFF"/>
                </a:solidFill>
                <a:latin typeface="+mn-lt"/>
                <a:ea typeface="+mn-ea"/>
                <a:cs typeface="+mn-cs"/>
              </a:defRPr>
            </a:lvl5pPr>
          </a:lstStyle>
          <a:p>
            <a:pPr lvl="0"/>
            <a:r>
              <a:rPr lang="pl-PL"/>
              <a:t>Kliknij, aby edytować style wzorca tekstu</a:t>
            </a:r>
          </a:p>
        </p:txBody>
      </p:sp>
      <p:sp>
        <p:nvSpPr>
          <p:cNvPr id="17" name="Symbol zastępczy tekstu 9"/>
          <p:cNvSpPr>
            <a:spLocks noGrp="1"/>
          </p:cNvSpPr>
          <p:nvPr>
            <p:ph type="body" sz="quarter" idx="11"/>
          </p:nvPr>
        </p:nvSpPr>
        <p:spPr>
          <a:xfrm>
            <a:off x="457200" y="4407282"/>
            <a:ext cx="4000500" cy="295466"/>
          </a:xfrm>
          <a:noFill/>
        </p:spPr>
        <p:txBody>
          <a:bodyPr lIns="0" rIns="0" rtlCol="0">
            <a:spAutoFit/>
          </a:bodyPr>
          <a:lstStyle>
            <a:lvl1pPr marL="0" algn="l" defTabSz="457200" rtl="0" eaLnBrk="1" latinLnBrk="0" hangingPunct="1">
              <a:lnSpc>
                <a:spcPct val="110000"/>
              </a:lnSpc>
              <a:buNone/>
              <a:defRPr lang="pl-PL" sz="1200" b="0" kern="1200" baseline="0" smtClean="0">
                <a:solidFill>
                  <a:schemeClr val="accent1"/>
                </a:solidFill>
                <a:latin typeface="+mn-lt"/>
                <a:ea typeface="+mn-ea"/>
                <a:cs typeface="+mn-cs"/>
              </a:defRPr>
            </a:lvl1pPr>
            <a:lvl2pPr marL="0" algn="l" defTabSz="457200" rtl="0" eaLnBrk="1" latinLnBrk="0" hangingPunct="1">
              <a:lnSpc>
                <a:spcPct val="110000"/>
              </a:lnSpc>
              <a:defRPr lang="pl-PL" sz="1200" b="1" kern="1200" smtClean="0">
                <a:solidFill>
                  <a:srgbClr val="FFFFFF"/>
                </a:solidFill>
                <a:latin typeface="+mn-lt"/>
                <a:ea typeface="+mn-ea"/>
                <a:cs typeface="+mn-cs"/>
              </a:defRPr>
            </a:lvl2pPr>
            <a:lvl3pPr marL="0" algn="l" defTabSz="457200" rtl="0" eaLnBrk="1" latinLnBrk="0" hangingPunct="1">
              <a:lnSpc>
                <a:spcPct val="110000"/>
              </a:lnSpc>
              <a:defRPr lang="pl-PL" sz="1200" b="1" kern="1200" smtClean="0">
                <a:solidFill>
                  <a:srgbClr val="FFFFFF"/>
                </a:solidFill>
                <a:latin typeface="+mn-lt"/>
                <a:ea typeface="+mn-ea"/>
                <a:cs typeface="+mn-cs"/>
              </a:defRPr>
            </a:lvl3pPr>
            <a:lvl4pPr marL="0" algn="l" defTabSz="457200" rtl="0" eaLnBrk="1" latinLnBrk="0" hangingPunct="1">
              <a:lnSpc>
                <a:spcPct val="110000"/>
              </a:lnSpc>
              <a:defRPr lang="pl-PL" sz="1200" b="1" kern="1200" smtClean="0">
                <a:solidFill>
                  <a:srgbClr val="FFFFFF"/>
                </a:solidFill>
                <a:latin typeface="+mn-lt"/>
                <a:ea typeface="+mn-ea"/>
                <a:cs typeface="+mn-cs"/>
              </a:defRPr>
            </a:lvl4pPr>
            <a:lvl5pPr marL="0" algn="l" defTabSz="457200" rtl="0" eaLnBrk="1" latinLnBrk="0" hangingPunct="1">
              <a:lnSpc>
                <a:spcPct val="110000"/>
              </a:lnSpc>
              <a:defRPr lang="pl-PL" sz="1200" b="1" kern="1200" dirty="0" smtClean="0">
                <a:solidFill>
                  <a:srgbClr val="FFFFFF"/>
                </a:solidFill>
                <a:latin typeface="+mn-lt"/>
                <a:ea typeface="+mn-ea"/>
                <a:cs typeface="+mn-cs"/>
              </a:defRPr>
            </a:lvl5pPr>
          </a:lstStyle>
          <a:p>
            <a:pPr lvl="0"/>
            <a:r>
              <a:rPr lang="pl-PL"/>
              <a:t>Kliknij, aby edytować style wzorca tekstu</a:t>
            </a:r>
          </a:p>
        </p:txBody>
      </p:sp>
      <p:sp>
        <p:nvSpPr>
          <p:cNvPr id="10" name="Symbol zastępczy daty 3"/>
          <p:cNvSpPr>
            <a:spLocks noGrp="1"/>
          </p:cNvSpPr>
          <p:nvPr>
            <p:ph type="dt" sz="half" idx="12"/>
          </p:nvPr>
        </p:nvSpPr>
        <p:spPr>
          <a:xfrm>
            <a:off x="457200" y="4767263"/>
            <a:ext cx="1219200" cy="274637"/>
          </a:xfrm>
          <a:prstGeom prst="rect">
            <a:avLst/>
          </a:prstGeom>
        </p:spPr>
        <p:txBody>
          <a:bodyPr vert="horz" lIns="0" tIns="45720" rIns="0" bIns="45720" rtlCol="0" anchor="ctr"/>
          <a:lstStyle>
            <a:lvl1pPr algn="l" eaLnBrk="1" fontAlgn="auto" hangingPunct="1">
              <a:spcBef>
                <a:spcPts val="0"/>
              </a:spcBef>
              <a:spcAft>
                <a:spcPts val="0"/>
              </a:spcAft>
              <a:defRPr lang="pl-PL" sz="900" kern="1200">
                <a:solidFill>
                  <a:schemeClr val="accent1"/>
                </a:solidFill>
                <a:latin typeface="+mn-lt"/>
                <a:ea typeface="+mn-ea"/>
                <a:cs typeface="+mn-cs"/>
              </a:defRPr>
            </a:lvl1pPr>
          </a:lstStyle>
          <a:p>
            <a:pPr>
              <a:defRPr/>
            </a:pPr>
            <a:fld id="{C072DE6C-C653-46A3-9E77-CE7620E08E49}" type="datetimeFigureOut">
              <a:rPr lang="en-GB">
                <a:solidFill>
                  <a:srgbClr val="26437E"/>
                </a:solidFill>
              </a:rPr>
              <a:pPr>
                <a:defRPr/>
              </a:pPr>
              <a:t>13/10/2026</a:t>
            </a:fld>
            <a:endParaRPr lang="en-GB" dirty="0">
              <a:solidFill>
                <a:srgbClr val="26437E"/>
              </a:solidFill>
            </a:endParaRPr>
          </a:p>
        </p:txBody>
      </p:sp>
    </p:spTree>
    <p:extLst>
      <p:ext uri="{BB962C8B-B14F-4D97-AF65-F5344CB8AC3E}">
        <p14:creationId xmlns:p14="http://schemas.microsoft.com/office/powerpoint/2010/main" val="3467051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dna 1">
    <p:bg>
      <p:bgPr>
        <a:blipFill dpi="0" rotWithShape="0">
          <a:blip r:embed="rId2"/>
          <a:srcRect/>
          <a:stretch>
            <a:fillRect/>
          </a:stretch>
        </a:blipFill>
        <a:effectLst/>
      </p:bgPr>
    </p:bg>
    <p:spTree>
      <p:nvGrpSpPr>
        <p:cNvPr id="1" name=""/>
        <p:cNvGrpSpPr/>
        <p:nvPr/>
      </p:nvGrpSpPr>
      <p:grpSpPr>
        <a:xfrm>
          <a:off x="0" y="0"/>
          <a:ext cx="0" cy="0"/>
          <a:chOff x="0" y="0"/>
          <a:chExt cx="0" cy="0"/>
        </a:xfrm>
      </p:grpSpPr>
      <p:pic>
        <p:nvPicPr>
          <p:cNvPr id="18" name="Obraz 5"/>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893050" y="4838700"/>
            <a:ext cx="800100" cy="12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Prostokąt 19"/>
          <p:cNvSpPr/>
          <p:nvPr userDrawn="1"/>
        </p:nvSpPr>
        <p:spPr>
          <a:xfrm flipV="1">
            <a:off x="0" y="808038"/>
            <a:ext cx="9144000" cy="46037"/>
          </a:xfrm>
          <a:prstGeom prst="rect">
            <a:avLst/>
          </a:prstGeom>
          <a:gradFill>
            <a:gsLst>
              <a:gs pos="0">
                <a:schemeClr val="tx2"/>
              </a:gs>
              <a:gs pos="100000">
                <a:schemeClr val="accent3"/>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pl-PL">
              <a:solidFill>
                <a:prstClr val="white"/>
              </a:solidFill>
            </a:endParaRPr>
          </a:p>
        </p:txBody>
      </p:sp>
      <p:sp>
        <p:nvSpPr>
          <p:cNvPr id="41" name="Symbol zastępczy tekstu 38"/>
          <p:cNvSpPr>
            <a:spLocks noGrp="1"/>
          </p:cNvSpPr>
          <p:nvPr>
            <p:ph type="body" sz="quarter" idx="12"/>
          </p:nvPr>
        </p:nvSpPr>
        <p:spPr>
          <a:xfrm>
            <a:off x="457200" y="1321283"/>
            <a:ext cx="851879" cy="227755"/>
          </a:xfrm>
          <a:noFill/>
        </p:spPr>
        <p:txBody>
          <a:bodyPr rtlCol="0" anchor="ctr">
            <a:spAutoFit/>
          </a:bodyPr>
          <a:lstStyle>
            <a:lvl1pPr marL="0" algn="r" defTabSz="457200" rtl="0" eaLnBrk="1" latinLnBrk="0" hangingPunct="1">
              <a:lnSpc>
                <a:spcPct val="110000"/>
              </a:lnSpc>
              <a:buNone/>
              <a:defRPr lang="pl-PL" sz="800" b="0" kern="1200" baseline="0" dirty="0" smtClean="0">
                <a:solidFill>
                  <a:srgbClr val="26437E"/>
                </a:solidFill>
                <a:latin typeface="+mn-lt"/>
                <a:ea typeface="+mn-ea"/>
                <a:cs typeface="+mn-cs"/>
              </a:defRPr>
            </a:lvl1pPr>
            <a:lvl2pPr marL="0" algn="l" defTabSz="457200" rtl="0" eaLnBrk="1" latinLnBrk="0" hangingPunct="1">
              <a:lnSpc>
                <a:spcPct val="110000"/>
              </a:lnSpc>
              <a:buNone/>
              <a:defRPr lang="pl-PL" sz="900" b="0" kern="1200" smtClean="0">
                <a:solidFill>
                  <a:srgbClr val="FFFFFF"/>
                </a:solidFill>
                <a:latin typeface="+mn-lt"/>
                <a:ea typeface="+mn-ea"/>
                <a:cs typeface="+mn-cs"/>
              </a:defRPr>
            </a:lvl2pPr>
            <a:lvl3pPr marL="0" algn="l" defTabSz="457200" rtl="0" eaLnBrk="1" latinLnBrk="0" hangingPunct="1">
              <a:lnSpc>
                <a:spcPct val="110000"/>
              </a:lnSpc>
              <a:buNone/>
              <a:defRPr lang="pl-PL" sz="900" b="0" kern="1200" smtClean="0">
                <a:solidFill>
                  <a:srgbClr val="FFFFFF"/>
                </a:solidFill>
                <a:latin typeface="+mn-lt"/>
                <a:ea typeface="+mn-ea"/>
                <a:cs typeface="+mn-cs"/>
              </a:defRPr>
            </a:lvl3pPr>
            <a:lvl4pPr marL="0" algn="l" defTabSz="457200" rtl="0" eaLnBrk="1" latinLnBrk="0" hangingPunct="1">
              <a:lnSpc>
                <a:spcPct val="110000"/>
              </a:lnSpc>
              <a:buNone/>
              <a:defRPr lang="pl-PL" sz="900" b="0" kern="1200" smtClean="0">
                <a:solidFill>
                  <a:srgbClr val="FFFFFF"/>
                </a:solidFill>
                <a:latin typeface="+mn-lt"/>
                <a:ea typeface="+mn-ea"/>
                <a:cs typeface="+mn-cs"/>
              </a:defRPr>
            </a:lvl4pPr>
            <a:lvl5pPr marL="0" algn="l" defTabSz="457200" rtl="0" eaLnBrk="1" latinLnBrk="0" hangingPunct="1">
              <a:lnSpc>
                <a:spcPct val="110000"/>
              </a:lnSpc>
              <a:buNone/>
              <a:defRPr lang="pl-PL" sz="900" b="0" kern="1200" dirty="0" err="1" smtClean="0">
                <a:solidFill>
                  <a:srgbClr val="FFFFFF"/>
                </a:solidFill>
                <a:latin typeface="+mn-lt"/>
                <a:ea typeface="+mn-ea"/>
                <a:cs typeface="+mn-cs"/>
              </a:defRPr>
            </a:lvl5pPr>
          </a:lstStyle>
          <a:p>
            <a:pPr lvl="0"/>
            <a:r>
              <a:rPr lang="pl-PL"/>
              <a:t>Kliknij, aby edytować style wzorca tekstu</a:t>
            </a:r>
          </a:p>
        </p:txBody>
      </p:sp>
      <p:sp>
        <p:nvSpPr>
          <p:cNvPr id="42" name="Symbol zastępczy tekstu 38"/>
          <p:cNvSpPr>
            <a:spLocks noGrp="1"/>
          </p:cNvSpPr>
          <p:nvPr>
            <p:ph type="body" sz="quarter" idx="10"/>
          </p:nvPr>
        </p:nvSpPr>
        <p:spPr>
          <a:xfrm>
            <a:off x="1581529" y="1196181"/>
            <a:ext cx="7112017" cy="295466"/>
          </a:xfrm>
          <a:noFill/>
        </p:spPr>
        <p:txBody>
          <a:bodyPr rtlCol="0" anchor="b">
            <a:spAutoFit/>
          </a:bodyPr>
          <a:lstStyle>
            <a:lvl1pPr marL="0" algn="l" defTabSz="457200" rtl="0" eaLnBrk="1" latinLnBrk="0" hangingPunct="1">
              <a:lnSpc>
                <a:spcPct val="110000"/>
              </a:lnSpc>
              <a:buNone/>
              <a:defRPr lang="pl-PL" sz="1200" b="1" kern="1200" smtClean="0">
                <a:solidFill>
                  <a:schemeClr val="tx1"/>
                </a:solidFill>
                <a:latin typeface="+mn-lt"/>
                <a:ea typeface="+mn-ea"/>
                <a:cs typeface="+mn-cs"/>
              </a:defRPr>
            </a:lvl1pPr>
            <a:lvl2pPr marL="0" algn="l" defTabSz="457200" rtl="0" eaLnBrk="1" latinLnBrk="0" hangingPunct="1">
              <a:lnSpc>
                <a:spcPct val="110000"/>
              </a:lnSpc>
              <a:buNone/>
              <a:defRPr lang="pl-PL" sz="900" b="0" kern="1200" smtClean="0">
                <a:solidFill>
                  <a:srgbClr val="FFFFFF"/>
                </a:solidFill>
                <a:latin typeface="+mn-lt"/>
                <a:ea typeface="+mn-ea"/>
                <a:cs typeface="+mn-cs"/>
              </a:defRPr>
            </a:lvl2pPr>
            <a:lvl3pPr marL="0" algn="l" defTabSz="457200" rtl="0" eaLnBrk="1" latinLnBrk="0" hangingPunct="1">
              <a:lnSpc>
                <a:spcPct val="110000"/>
              </a:lnSpc>
              <a:buNone/>
              <a:defRPr lang="pl-PL" sz="900" b="0" kern="1200" smtClean="0">
                <a:solidFill>
                  <a:srgbClr val="FFFFFF"/>
                </a:solidFill>
                <a:latin typeface="+mn-lt"/>
                <a:ea typeface="+mn-ea"/>
                <a:cs typeface="+mn-cs"/>
              </a:defRPr>
            </a:lvl3pPr>
            <a:lvl4pPr marL="0" algn="l" defTabSz="457200" rtl="0" eaLnBrk="1" latinLnBrk="0" hangingPunct="1">
              <a:lnSpc>
                <a:spcPct val="110000"/>
              </a:lnSpc>
              <a:buNone/>
              <a:defRPr lang="pl-PL" sz="900" b="0" kern="1200" smtClean="0">
                <a:solidFill>
                  <a:srgbClr val="FFFFFF"/>
                </a:solidFill>
                <a:latin typeface="+mn-lt"/>
                <a:ea typeface="+mn-ea"/>
                <a:cs typeface="+mn-cs"/>
              </a:defRPr>
            </a:lvl4pPr>
            <a:lvl5pPr marL="0" algn="l" defTabSz="457200" rtl="0" eaLnBrk="1" latinLnBrk="0" hangingPunct="1">
              <a:lnSpc>
                <a:spcPct val="110000"/>
              </a:lnSpc>
              <a:buNone/>
              <a:defRPr lang="pl-PL" sz="900" b="0" kern="1200" dirty="0" err="1" smtClean="0">
                <a:solidFill>
                  <a:srgbClr val="FFFFFF"/>
                </a:solidFill>
                <a:latin typeface="+mn-lt"/>
                <a:ea typeface="+mn-ea"/>
                <a:cs typeface="+mn-cs"/>
              </a:defRPr>
            </a:lvl5pPr>
          </a:lstStyle>
          <a:p>
            <a:pPr lvl="0"/>
            <a:r>
              <a:rPr lang="pl-PL"/>
              <a:t>Kliknij, aby edytować style wzorca tekstu</a:t>
            </a:r>
          </a:p>
        </p:txBody>
      </p:sp>
      <p:sp>
        <p:nvSpPr>
          <p:cNvPr id="43" name="Symbol zastępczy tekstu 38"/>
          <p:cNvSpPr>
            <a:spLocks noGrp="1"/>
          </p:cNvSpPr>
          <p:nvPr>
            <p:ph type="body" sz="quarter" idx="11"/>
          </p:nvPr>
        </p:nvSpPr>
        <p:spPr>
          <a:xfrm>
            <a:off x="1579609" y="1403930"/>
            <a:ext cx="7113937" cy="278538"/>
          </a:xfrm>
          <a:noFill/>
        </p:spPr>
        <p:txBody>
          <a:bodyPr rtlCol="0" anchor="b">
            <a:spAutoFit/>
          </a:bodyPr>
          <a:lstStyle>
            <a:lvl1pPr marL="0" algn="l" defTabSz="457200" rtl="0" eaLnBrk="1" latinLnBrk="0" hangingPunct="1">
              <a:lnSpc>
                <a:spcPct val="110000"/>
              </a:lnSpc>
              <a:buNone/>
              <a:defRPr lang="pl-PL" sz="1100" b="0" kern="1200" dirty="0" smtClean="0">
                <a:solidFill>
                  <a:srgbClr val="242424"/>
                </a:solidFill>
                <a:latin typeface="+mn-lt"/>
                <a:ea typeface="+mn-ea"/>
                <a:cs typeface="+mn-cs"/>
              </a:defRPr>
            </a:lvl1pPr>
            <a:lvl2pPr marL="0" algn="l" defTabSz="457200" rtl="0" eaLnBrk="1" latinLnBrk="0" hangingPunct="1">
              <a:lnSpc>
                <a:spcPct val="110000"/>
              </a:lnSpc>
              <a:buNone/>
              <a:defRPr lang="pl-PL" sz="900" b="0" kern="1200" smtClean="0">
                <a:solidFill>
                  <a:srgbClr val="FFFFFF"/>
                </a:solidFill>
                <a:latin typeface="+mn-lt"/>
                <a:ea typeface="+mn-ea"/>
                <a:cs typeface="+mn-cs"/>
              </a:defRPr>
            </a:lvl2pPr>
            <a:lvl3pPr marL="0" algn="l" defTabSz="457200" rtl="0" eaLnBrk="1" latinLnBrk="0" hangingPunct="1">
              <a:lnSpc>
                <a:spcPct val="110000"/>
              </a:lnSpc>
              <a:buNone/>
              <a:defRPr lang="pl-PL" sz="900" b="0" kern="1200" smtClean="0">
                <a:solidFill>
                  <a:srgbClr val="FFFFFF"/>
                </a:solidFill>
                <a:latin typeface="+mn-lt"/>
                <a:ea typeface="+mn-ea"/>
                <a:cs typeface="+mn-cs"/>
              </a:defRPr>
            </a:lvl3pPr>
            <a:lvl4pPr marL="0" algn="l" defTabSz="457200" rtl="0" eaLnBrk="1" latinLnBrk="0" hangingPunct="1">
              <a:lnSpc>
                <a:spcPct val="110000"/>
              </a:lnSpc>
              <a:buNone/>
              <a:defRPr lang="pl-PL" sz="900" b="0" kern="1200" smtClean="0">
                <a:solidFill>
                  <a:srgbClr val="FFFFFF"/>
                </a:solidFill>
                <a:latin typeface="+mn-lt"/>
                <a:ea typeface="+mn-ea"/>
                <a:cs typeface="+mn-cs"/>
              </a:defRPr>
            </a:lvl4pPr>
            <a:lvl5pPr marL="0" algn="l" defTabSz="457200" rtl="0" eaLnBrk="1" latinLnBrk="0" hangingPunct="1">
              <a:lnSpc>
                <a:spcPct val="110000"/>
              </a:lnSpc>
              <a:buNone/>
              <a:defRPr lang="pl-PL" sz="900" b="0" kern="1200" dirty="0" err="1" smtClean="0">
                <a:solidFill>
                  <a:srgbClr val="FFFFFF"/>
                </a:solidFill>
                <a:latin typeface="+mn-lt"/>
                <a:ea typeface="+mn-ea"/>
                <a:cs typeface="+mn-cs"/>
              </a:defRPr>
            </a:lvl5pPr>
          </a:lstStyle>
          <a:p>
            <a:pPr lvl="0"/>
            <a:r>
              <a:rPr lang="pl-PL"/>
              <a:t>Kliknij, aby edytować style wzorca tekstu</a:t>
            </a:r>
          </a:p>
        </p:txBody>
      </p:sp>
      <p:sp>
        <p:nvSpPr>
          <p:cNvPr id="44" name="Symbol zastępczy tekstu 38"/>
          <p:cNvSpPr>
            <a:spLocks noGrp="1"/>
          </p:cNvSpPr>
          <p:nvPr>
            <p:ph type="body" sz="quarter" idx="13"/>
          </p:nvPr>
        </p:nvSpPr>
        <p:spPr>
          <a:xfrm>
            <a:off x="457200" y="2064910"/>
            <a:ext cx="851879" cy="225703"/>
          </a:xfrm>
          <a:noFill/>
        </p:spPr>
        <p:txBody>
          <a:bodyPr rtlCol="0" anchor="ctr">
            <a:spAutoFit/>
          </a:bodyPr>
          <a:lstStyle>
            <a:lvl1pPr marL="0" algn="r" defTabSz="457200" rtl="0" eaLnBrk="1" latinLnBrk="0" hangingPunct="1">
              <a:lnSpc>
                <a:spcPct val="110000"/>
              </a:lnSpc>
              <a:buNone/>
              <a:defRPr lang="pl-PL" sz="800" b="0" kern="1200" dirty="0" smtClean="0">
                <a:solidFill>
                  <a:srgbClr val="26437E"/>
                </a:solidFill>
                <a:latin typeface="+mn-lt"/>
                <a:ea typeface="+mn-ea"/>
                <a:cs typeface="+mn-cs"/>
              </a:defRPr>
            </a:lvl1pPr>
            <a:lvl2pPr marL="0" algn="l" defTabSz="457200" rtl="0" eaLnBrk="1" latinLnBrk="0" hangingPunct="1">
              <a:lnSpc>
                <a:spcPct val="110000"/>
              </a:lnSpc>
              <a:buNone/>
              <a:defRPr lang="pl-PL" sz="900" b="0" kern="1200" smtClean="0">
                <a:solidFill>
                  <a:srgbClr val="FFFFFF"/>
                </a:solidFill>
                <a:latin typeface="+mn-lt"/>
                <a:ea typeface="+mn-ea"/>
                <a:cs typeface="+mn-cs"/>
              </a:defRPr>
            </a:lvl2pPr>
            <a:lvl3pPr marL="0" algn="l" defTabSz="457200" rtl="0" eaLnBrk="1" latinLnBrk="0" hangingPunct="1">
              <a:lnSpc>
                <a:spcPct val="110000"/>
              </a:lnSpc>
              <a:buNone/>
              <a:defRPr lang="pl-PL" sz="900" b="0" kern="1200" smtClean="0">
                <a:solidFill>
                  <a:srgbClr val="FFFFFF"/>
                </a:solidFill>
                <a:latin typeface="+mn-lt"/>
                <a:ea typeface="+mn-ea"/>
                <a:cs typeface="+mn-cs"/>
              </a:defRPr>
            </a:lvl3pPr>
            <a:lvl4pPr marL="0" algn="l" defTabSz="457200" rtl="0" eaLnBrk="1" latinLnBrk="0" hangingPunct="1">
              <a:lnSpc>
                <a:spcPct val="110000"/>
              </a:lnSpc>
              <a:buNone/>
              <a:defRPr lang="pl-PL" sz="900" b="0" kern="1200" smtClean="0">
                <a:solidFill>
                  <a:srgbClr val="FFFFFF"/>
                </a:solidFill>
                <a:latin typeface="+mn-lt"/>
                <a:ea typeface="+mn-ea"/>
                <a:cs typeface="+mn-cs"/>
              </a:defRPr>
            </a:lvl4pPr>
            <a:lvl5pPr marL="0" algn="l" defTabSz="457200" rtl="0" eaLnBrk="1" latinLnBrk="0" hangingPunct="1">
              <a:lnSpc>
                <a:spcPct val="110000"/>
              </a:lnSpc>
              <a:buNone/>
              <a:defRPr lang="pl-PL" sz="900" b="0" kern="1200" dirty="0" err="1" smtClean="0">
                <a:solidFill>
                  <a:srgbClr val="FFFFFF"/>
                </a:solidFill>
                <a:latin typeface="+mn-lt"/>
                <a:ea typeface="+mn-ea"/>
                <a:cs typeface="+mn-cs"/>
              </a:defRPr>
            </a:lvl5pPr>
          </a:lstStyle>
          <a:p>
            <a:pPr lvl="0"/>
            <a:r>
              <a:rPr lang="pl-PL"/>
              <a:t>Kliknij, aby edytować style wzorca tekstu</a:t>
            </a:r>
          </a:p>
        </p:txBody>
      </p:sp>
      <p:sp>
        <p:nvSpPr>
          <p:cNvPr id="45" name="Symbol zastępczy tekstu 38"/>
          <p:cNvSpPr>
            <a:spLocks noGrp="1"/>
          </p:cNvSpPr>
          <p:nvPr>
            <p:ph type="body" sz="quarter" idx="14"/>
          </p:nvPr>
        </p:nvSpPr>
        <p:spPr>
          <a:xfrm>
            <a:off x="1579609" y="1906980"/>
            <a:ext cx="7113937" cy="295466"/>
          </a:xfrm>
          <a:noFill/>
        </p:spPr>
        <p:txBody>
          <a:bodyPr rtlCol="0" anchor="b">
            <a:spAutoFit/>
          </a:bodyPr>
          <a:lstStyle>
            <a:lvl1pPr marL="0" algn="l" defTabSz="457200" rtl="0" eaLnBrk="1" latinLnBrk="0" hangingPunct="1">
              <a:lnSpc>
                <a:spcPct val="110000"/>
              </a:lnSpc>
              <a:buNone/>
              <a:defRPr lang="pl-PL" sz="1200" b="1" kern="1200" smtClean="0">
                <a:solidFill>
                  <a:srgbClr val="26437E"/>
                </a:solidFill>
                <a:latin typeface="+mn-lt"/>
                <a:ea typeface="+mn-ea"/>
                <a:cs typeface="+mn-cs"/>
              </a:defRPr>
            </a:lvl1pPr>
            <a:lvl2pPr marL="0" algn="l" defTabSz="457200" rtl="0" eaLnBrk="1" latinLnBrk="0" hangingPunct="1">
              <a:lnSpc>
                <a:spcPct val="110000"/>
              </a:lnSpc>
              <a:buNone/>
              <a:defRPr lang="pl-PL" sz="900" b="0" kern="1200" smtClean="0">
                <a:solidFill>
                  <a:srgbClr val="FFFFFF"/>
                </a:solidFill>
                <a:latin typeface="+mn-lt"/>
                <a:ea typeface="+mn-ea"/>
                <a:cs typeface="+mn-cs"/>
              </a:defRPr>
            </a:lvl2pPr>
            <a:lvl3pPr marL="0" algn="l" defTabSz="457200" rtl="0" eaLnBrk="1" latinLnBrk="0" hangingPunct="1">
              <a:lnSpc>
                <a:spcPct val="110000"/>
              </a:lnSpc>
              <a:buNone/>
              <a:defRPr lang="pl-PL" sz="900" b="0" kern="1200" smtClean="0">
                <a:solidFill>
                  <a:srgbClr val="FFFFFF"/>
                </a:solidFill>
                <a:latin typeface="+mn-lt"/>
                <a:ea typeface="+mn-ea"/>
                <a:cs typeface="+mn-cs"/>
              </a:defRPr>
            </a:lvl3pPr>
            <a:lvl4pPr marL="0" algn="l" defTabSz="457200" rtl="0" eaLnBrk="1" latinLnBrk="0" hangingPunct="1">
              <a:lnSpc>
                <a:spcPct val="110000"/>
              </a:lnSpc>
              <a:buNone/>
              <a:defRPr lang="pl-PL" sz="900" b="0" kern="1200" smtClean="0">
                <a:solidFill>
                  <a:srgbClr val="FFFFFF"/>
                </a:solidFill>
                <a:latin typeface="+mn-lt"/>
                <a:ea typeface="+mn-ea"/>
                <a:cs typeface="+mn-cs"/>
              </a:defRPr>
            </a:lvl4pPr>
            <a:lvl5pPr marL="0" algn="l" defTabSz="457200" rtl="0" eaLnBrk="1" latinLnBrk="0" hangingPunct="1">
              <a:lnSpc>
                <a:spcPct val="110000"/>
              </a:lnSpc>
              <a:buNone/>
              <a:defRPr lang="pl-PL" sz="900" b="0" kern="1200" dirty="0" err="1" smtClean="0">
                <a:solidFill>
                  <a:srgbClr val="FFFFFF"/>
                </a:solidFill>
                <a:latin typeface="+mn-lt"/>
                <a:ea typeface="+mn-ea"/>
                <a:cs typeface="+mn-cs"/>
              </a:defRPr>
            </a:lvl5pPr>
          </a:lstStyle>
          <a:p>
            <a:pPr lvl="0"/>
            <a:r>
              <a:rPr lang="pl-PL"/>
              <a:t>Kliknij, aby edytować style wzorca tekstu</a:t>
            </a:r>
          </a:p>
        </p:txBody>
      </p:sp>
      <p:sp>
        <p:nvSpPr>
          <p:cNvPr id="46" name="Symbol zastępczy tekstu 38"/>
          <p:cNvSpPr>
            <a:spLocks noGrp="1"/>
          </p:cNvSpPr>
          <p:nvPr>
            <p:ph type="body" sz="quarter" idx="15"/>
          </p:nvPr>
        </p:nvSpPr>
        <p:spPr>
          <a:xfrm>
            <a:off x="1579610" y="2124860"/>
            <a:ext cx="7113936" cy="278538"/>
          </a:xfrm>
          <a:noFill/>
        </p:spPr>
        <p:txBody>
          <a:bodyPr rtlCol="0" anchor="b">
            <a:spAutoFit/>
          </a:bodyPr>
          <a:lstStyle>
            <a:lvl1pPr marL="0" algn="l" defTabSz="457200" rtl="0" eaLnBrk="1" latinLnBrk="0" hangingPunct="1">
              <a:lnSpc>
                <a:spcPct val="110000"/>
              </a:lnSpc>
              <a:buNone/>
              <a:defRPr lang="pl-PL" sz="1100" b="0" kern="1200" dirty="0" smtClean="0">
                <a:solidFill>
                  <a:srgbClr val="242424"/>
                </a:solidFill>
                <a:latin typeface="+mn-lt"/>
                <a:ea typeface="+mn-ea"/>
                <a:cs typeface="+mn-cs"/>
              </a:defRPr>
            </a:lvl1pPr>
            <a:lvl2pPr marL="0" algn="l" defTabSz="457200" rtl="0" eaLnBrk="1" latinLnBrk="0" hangingPunct="1">
              <a:lnSpc>
                <a:spcPct val="110000"/>
              </a:lnSpc>
              <a:buNone/>
              <a:defRPr lang="pl-PL" sz="900" b="0" kern="1200" smtClean="0">
                <a:solidFill>
                  <a:srgbClr val="FFFFFF"/>
                </a:solidFill>
                <a:latin typeface="+mn-lt"/>
                <a:ea typeface="+mn-ea"/>
                <a:cs typeface="+mn-cs"/>
              </a:defRPr>
            </a:lvl2pPr>
            <a:lvl3pPr marL="0" algn="l" defTabSz="457200" rtl="0" eaLnBrk="1" latinLnBrk="0" hangingPunct="1">
              <a:lnSpc>
                <a:spcPct val="110000"/>
              </a:lnSpc>
              <a:buNone/>
              <a:defRPr lang="pl-PL" sz="900" b="0" kern="1200" smtClean="0">
                <a:solidFill>
                  <a:srgbClr val="FFFFFF"/>
                </a:solidFill>
                <a:latin typeface="+mn-lt"/>
                <a:ea typeface="+mn-ea"/>
                <a:cs typeface="+mn-cs"/>
              </a:defRPr>
            </a:lvl3pPr>
            <a:lvl4pPr marL="0" algn="l" defTabSz="457200" rtl="0" eaLnBrk="1" latinLnBrk="0" hangingPunct="1">
              <a:lnSpc>
                <a:spcPct val="110000"/>
              </a:lnSpc>
              <a:buNone/>
              <a:defRPr lang="pl-PL" sz="900" b="0" kern="1200" smtClean="0">
                <a:solidFill>
                  <a:srgbClr val="FFFFFF"/>
                </a:solidFill>
                <a:latin typeface="+mn-lt"/>
                <a:ea typeface="+mn-ea"/>
                <a:cs typeface="+mn-cs"/>
              </a:defRPr>
            </a:lvl4pPr>
            <a:lvl5pPr marL="0" algn="l" defTabSz="457200" rtl="0" eaLnBrk="1" latinLnBrk="0" hangingPunct="1">
              <a:lnSpc>
                <a:spcPct val="110000"/>
              </a:lnSpc>
              <a:buNone/>
              <a:defRPr lang="pl-PL" sz="900" b="0" kern="1200" dirty="0" err="1" smtClean="0">
                <a:solidFill>
                  <a:srgbClr val="FFFFFF"/>
                </a:solidFill>
                <a:latin typeface="+mn-lt"/>
                <a:ea typeface="+mn-ea"/>
                <a:cs typeface="+mn-cs"/>
              </a:defRPr>
            </a:lvl5pPr>
          </a:lstStyle>
          <a:p>
            <a:pPr lvl="0"/>
            <a:r>
              <a:rPr lang="pl-PL"/>
              <a:t>Kliknij, aby edytować style wzorca tekstu</a:t>
            </a:r>
          </a:p>
        </p:txBody>
      </p:sp>
      <p:sp>
        <p:nvSpPr>
          <p:cNvPr id="50" name="Symbol zastępczy tekstu 38"/>
          <p:cNvSpPr>
            <a:spLocks noGrp="1"/>
          </p:cNvSpPr>
          <p:nvPr>
            <p:ph type="body" sz="quarter" idx="16"/>
          </p:nvPr>
        </p:nvSpPr>
        <p:spPr>
          <a:xfrm>
            <a:off x="459120" y="2809468"/>
            <a:ext cx="851879" cy="225703"/>
          </a:xfrm>
          <a:noFill/>
        </p:spPr>
        <p:txBody>
          <a:bodyPr rtlCol="0" anchor="ctr">
            <a:spAutoFit/>
          </a:bodyPr>
          <a:lstStyle>
            <a:lvl1pPr marL="0" algn="r" defTabSz="457200" rtl="0" eaLnBrk="1" latinLnBrk="0" hangingPunct="1">
              <a:lnSpc>
                <a:spcPct val="110000"/>
              </a:lnSpc>
              <a:buNone/>
              <a:defRPr lang="pl-PL" sz="800" b="0" kern="1200" dirty="0" smtClean="0">
                <a:solidFill>
                  <a:srgbClr val="26437E"/>
                </a:solidFill>
                <a:latin typeface="+mn-lt"/>
                <a:ea typeface="+mn-ea"/>
                <a:cs typeface="+mn-cs"/>
              </a:defRPr>
            </a:lvl1pPr>
            <a:lvl2pPr marL="0" algn="l" defTabSz="457200" rtl="0" eaLnBrk="1" latinLnBrk="0" hangingPunct="1">
              <a:lnSpc>
                <a:spcPct val="110000"/>
              </a:lnSpc>
              <a:buNone/>
              <a:defRPr lang="pl-PL" sz="900" b="0" kern="1200" smtClean="0">
                <a:solidFill>
                  <a:srgbClr val="FFFFFF"/>
                </a:solidFill>
                <a:latin typeface="+mn-lt"/>
                <a:ea typeface="+mn-ea"/>
                <a:cs typeface="+mn-cs"/>
              </a:defRPr>
            </a:lvl2pPr>
            <a:lvl3pPr marL="0" algn="l" defTabSz="457200" rtl="0" eaLnBrk="1" latinLnBrk="0" hangingPunct="1">
              <a:lnSpc>
                <a:spcPct val="110000"/>
              </a:lnSpc>
              <a:buNone/>
              <a:defRPr lang="pl-PL" sz="900" b="0" kern="1200" smtClean="0">
                <a:solidFill>
                  <a:srgbClr val="FFFFFF"/>
                </a:solidFill>
                <a:latin typeface="+mn-lt"/>
                <a:ea typeface="+mn-ea"/>
                <a:cs typeface="+mn-cs"/>
              </a:defRPr>
            </a:lvl3pPr>
            <a:lvl4pPr marL="0" algn="l" defTabSz="457200" rtl="0" eaLnBrk="1" latinLnBrk="0" hangingPunct="1">
              <a:lnSpc>
                <a:spcPct val="110000"/>
              </a:lnSpc>
              <a:buNone/>
              <a:defRPr lang="pl-PL" sz="900" b="0" kern="1200" smtClean="0">
                <a:solidFill>
                  <a:srgbClr val="FFFFFF"/>
                </a:solidFill>
                <a:latin typeface="+mn-lt"/>
                <a:ea typeface="+mn-ea"/>
                <a:cs typeface="+mn-cs"/>
              </a:defRPr>
            </a:lvl4pPr>
            <a:lvl5pPr marL="0" algn="l" defTabSz="457200" rtl="0" eaLnBrk="1" latinLnBrk="0" hangingPunct="1">
              <a:lnSpc>
                <a:spcPct val="110000"/>
              </a:lnSpc>
              <a:buNone/>
              <a:defRPr lang="pl-PL" sz="900" b="0" kern="1200" dirty="0" err="1" smtClean="0">
                <a:solidFill>
                  <a:srgbClr val="FFFFFF"/>
                </a:solidFill>
                <a:latin typeface="+mn-lt"/>
                <a:ea typeface="+mn-ea"/>
                <a:cs typeface="+mn-cs"/>
              </a:defRPr>
            </a:lvl5pPr>
          </a:lstStyle>
          <a:p>
            <a:pPr lvl="0"/>
            <a:r>
              <a:rPr lang="pl-PL"/>
              <a:t>Kliknij, aby edytować style wzorca tekstu</a:t>
            </a:r>
          </a:p>
        </p:txBody>
      </p:sp>
      <p:sp>
        <p:nvSpPr>
          <p:cNvPr id="51" name="Symbol zastępczy tekstu 38"/>
          <p:cNvSpPr>
            <a:spLocks noGrp="1"/>
          </p:cNvSpPr>
          <p:nvPr>
            <p:ph type="body" sz="quarter" idx="17"/>
          </p:nvPr>
        </p:nvSpPr>
        <p:spPr>
          <a:xfrm>
            <a:off x="1581530" y="2651538"/>
            <a:ext cx="7112016" cy="295466"/>
          </a:xfrm>
          <a:noFill/>
        </p:spPr>
        <p:txBody>
          <a:bodyPr rtlCol="0" anchor="b">
            <a:spAutoFit/>
          </a:bodyPr>
          <a:lstStyle>
            <a:lvl1pPr marL="0" algn="l" defTabSz="457200" rtl="0" eaLnBrk="1" latinLnBrk="0" hangingPunct="1">
              <a:lnSpc>
                <a:spcPct val="110000"/>
              </a:lnSpc>
              <a:buNone/>
              <a:defRPr lang="pl-PL" sz="1200" b="1" kern="1200" smtClean="0">
                <a:solidFill>
                  <a:srgbClr val="26437E"/>
                </a:solidFill>
                <a:latin typeface="+mn-lt"/>
                <a:ea typeface="+mn-ea"/>
                <a:cs typeface="+mn-cs"/>
              </a:defRPr>
            </a:lvl1pPr>
            <a:lvl2pPr marL="0" algn="l" defTabSz="457200" rtl="0" eaLnBrk="1" latinLnBrk="0" hangingPunct="1">
              <a:lnSpc>
                <a:spcPct val="110000"/>
              </a:lnSpc>
              <a:buNone/>
              <a:defRPr lang="pl-PL" sz="900" b="0" kern="1200" smtClean="0">
                <a:solidFill>
                  <a:srgbClr val="FFFFFF"/>
                </a:solidFill>
                <a:latin typeface="+mn-lt"/>
                <a:ea typeface="+mn-ea"/>
                <a:cs typeface="+mn-cs"/>
              </a:defRPr>
            </a:lvl2pPr>
            <a:lvl3pPr marL="0" algn="l" defTabSz="457200" rtl="0" eaLnBrk="1" latinLnBrk="0" hangingPunct="1">
              <a:lnSpc>
                <a:spcPct val="110000"/>
              </a:lnSpc>
              <a:buNone/>
              <a:defRPr lang="pl-PL" sz="900" b="0" kern="1200" smtClean="0">
                <a:solidFill>
                  <a:srgbClr val="FFFFFF"/>
                </a:solidFill>
                <a:latin typeface="+mn-lt"/>
                <a:ea typeface="+mn-ea"/>
                <a:cs typeface="+mn-cs"/>
              </a:defRPr>
            </a:lvl3pPr>
            <a:lvl4pPr marL="0" algn="l" defTabSz="457200" rtl="0" eaLnBrk="1" latinLnBrk="0" hangingPunct="1">
              <a:lnSpc>
                <a:spcPct val="110000"/>
              </a:lnSpc>
              <a:buNone/>
              <a:defRPr lang="pl-PL" sz="900" b="0" kern="1200" smtClean="0">
                <a:solidFill>
                  <a:srgbClr val="FFFFFF"/>
                </a:solidFill>
                <a:latin typeface="+mn-lt"/>
                <a:ea typeface="+mn-ea"/>
                <a:cs typeface="+mn-cs"/>
              </a:defRPr>
            </a:lvl4pPr>
            <a:lvl5pPr marL="0" algn="l" defTabSz="457200" rtl="0" eaLnBrk="1" latinLnBrk="0" hangingPunct="1">
              <a:lnSpc>
                <a:spcPct val="110000"/>
              </a:lnSpc>
              <a:buNone/>
              <a:defRPr lang="pl-PL" sz="900" b="0" kern="1200" dirty="0" err="1" smtClean="0">
                <a:solidFill>
                  <a:srgbClr val="FFFFFF"/>
                </a:solidFill>
                <a:latin typeface="+mn-lt"/>
                <a:ea typeface="+mn-ea"/>
                <a:cs typeface="+mn-cs"/>
              </a:defRPr>
            </a:lvl5pPr>
          </a:lstStyle>
          <a:p>
            <a:pPr lvl="0"/>
            <a:r>
              <a:rPr lang="pl-PL"/>
              <a:t>Kliknij, aby edytować style wzorca tekstu</a:t>
            </a:r>
          </a:p>
        </p:txBody>
      </p:sp>
      <p:sp>
        <p:nvSpPr>
          <p:cNvPr id="52" name="Symbol zastępczy tekstu 38"/>
          <p:cNvSpPr>
            <a:spLocks noGrp="1"/>
          </p:cNvSpPr>
          <p:nvPr>
            <p:ph type="body" sz="quarter" idx="18"/>
          </p:nvPr>
        </p:nvSpPr>
        <p:spPr>
          <a:xfrm>
            <a:off x="1581529" y="2869418"/>
            <a:ext cx="7112017" cy="278538"/>
          </a:xfrm>
          <a:noFill/>
        </p:spPr>
        <p:txBody>
          <a:bodyPr rtlCol="0" anchor="b">
            <a:spAutoFit/>
          </a:bodyPr>
          <a:lstStyle>
            <a:lvl1pPr marL="0" algn="l" defTabSz="457200" rtl="0" eaLnBrk="1" latinLnBrk="0" hangingPunct="1">
              <a:lnSpc>
                <a:spcPct val="110000"/>
              </a:lnSpc>
              <a:buNone/>
              <a:defRPr lang="pl-PL" sz="1100" b="0" kern="1200" dirty="0" smtClean="0">
                <a:solidFill>
                  <a:srgbClr val="242424"/>
                </a:solidFill>
                <a:latin typeface="+mn-lt"/>
                <a:ea typeface="+mn-ea"/>
                <a:cs typeface="+mn-cs"/>
              </a:defRPr>
            </a:lvl1pPr>
            <a:lvl2pPr marL="0" algn="l" defTabSz="457200" rtl="0" eaLnBrk="1" latinLnBrk="0" hangingPunct="1">
              <a:lnSpc>
                <a:spcPct val="110000"/>
              </a:lnSpc>
              <a:buNone/>
              <a:defRPr lang="pl-PL" sz="900" b="0" kern="1200" smtClean="0">
                <a:solidFill>
                  <a:srgbClr val="FFFFFF"/>
                </a:solidFill>
                <a:latin typeface="+mn-lt"/>
                <a:ea typeface="+mn-ea"/>
                <a:cs typeface="+mn-cs"/>
              </a:defRPr>
            </a:lvl2pPr>
            <a:lvl3pPr marL="0" algn="l" defTabSz="457200" rtl="0" eaLnBrk="1" latinLnBrk="0" hangingPunct="1">
              <a:lnSpc>
                <a:spcPct val="110000"/>
              </a:lnSpc>
              <a:buNone/>
              <a:defRPr lang="pl-PL" sz="900" b="0" kern="1200" smtClean="0">
                <a:solidFill>
                  <a:srgbClr val="FFFFFF"/>
                </a:solidFill>
                <a:latin typeface="+mn-lt"/>
                <a:ea typeface="+mn-ea"/>
                <a:cs typeface="+mn-cs"/>
              </a:defRPr>
            </a:lvl3pPr>
            <a:lvl4pPr marL="0" algn="l" defTabSz="457200" rtl="0" eaLnBrk="1" latinLnBrk="0" hangingPunct="1">
              <a:lnSpc>
                <a:spcPct val="110000"/>
              </a:lnSpc>
              <a:buNone/>
              <a:defRPr lang="pl-PL" sz="900" b="0" kern="1200" smtClean="0">
                <a:solidFill>
                  <a:srgbClr val="FFFFFF"/>
                </a:solidFill>
                <a:latin typeface="+mn-lt"/>
                <a:ea typeface="+mn-ea"/>
                <a:cs typeface="+mn-cs"/>
              </a:defRPr>
            </a:lvl4pPr>
            <a:lvl5pPr marL="0" algn="l" defTabSz="457200" rtl="0" eaLnBrk="1" latinLnBrk="0" hangingPunct="1">
              <a:lnSpc>
                <a:spcPct val="110000"/>
              </a:lnSpc>
              <a:buNone/>
              <a:defRPr lang="pl-PL" sz="900" b="0" kern="1200" dirty="0" err="1" smtClean="0">
                <a:solidFill>
                  <a:srgbClr val="FFFFFF"/>
                </a:solidFill>
                <a:latin typeface="+mn-lt"/>
                <a:ea typeface="+mn-ea"/>
                <a:cs typeface="+mn-cs"/>
              </a:defRPr>
            </a:lvl5pPr>
          </a:lstStyle>
          <a:p>
            <a:pPr lvl="0"/>
            <a:r>
              <a:rPr lang="pl-PL"/>
              <a:t>Kliknij, aby edytować style wzorca tekstu</a:t>
            </a:r>
          </a:p>
        </p:txBody>
      </p:sp>
      <p:sp>
        <p:nvSpPr>
          <p:cNvPr id="53" name="Symbol zastępczy tekstu 38"/>
          <p:cNvSpPr>
            <a:spLocks noGrp="1"/>
          </p:cNvSpPr>
          <p:nvPr>
            <p:ph type="body" sz="quarter" idx="19"/>
          </p:nvPr>
        </p:nvSpPr>
        <p:spPr>
          <a:xfrm>
            <a:off x="459104" y="3557243"/>
            <a:ext cx="851879" cy="225703"/>
          </a:xfrm>
          <a:noFill/>
        </p:spPr>
        <p:txBody>
          <a:bodyPr rtlCol="0" anchor="ctr">
            <a:spAutoFit/>
          </a:bodyPr>
          <a:lstStyle>
            <a:lvl1pPr marL="0" algn="r" defTabSz="457200" rtl="0" eaLnBrk="1" latinLnBrk="0" hangingPunct="1">
              <a:lnSpc>
                <a:spcPct val="110000"/>
              </a:lnSpc>
              <a:buNone/>
              <a:defRPr lang="pl-PL" sz="800" b="0" kern="1200" dirty="0" smtClean="0">
                <a:solidFill>
                  <a:srgbClr val="26437E"/>
                </a:solidFill>
                <a:latin typeface="+mn-lt"/>
                <a:ea typeface="+mn-ea"/>
                <a:cs typeface="+mn-cs"/>
              </a:defRPr>
            </a:lvl1pPr>
            <a:lvl2pPr marL="0" algn="l" defTabSz="457200" rtl="0" eaLnBrk="1" latinLnBrk="0" hangingPunct="1">
              <a:lnSpc>
                <a:spcPct val="110000"/>
              </a:lnSpc>
              <a:buNone/>
              <a:defRPr lang="pl-PL" sz="900" b="0" kern="1200" smtClean="0">
                <a:solidFill>
                  <a:srgbClr val="FFFFFF"/>
                </a:solidFill>
                <a:latin typeface="+mn-lt"/>
                <a:ea typeface="+mn-ea"/>
                <a:cs typeface="+mn-cs"/>
              </a:defRPr>
            </a:lvl2pPr>
            <a:lvl3pPr marL="0" algn="l" defTabSz="457200" rtl="0" eaLnBrk="1" latinLnBrk="0" hangingPunct="1">
              <a:lnSpc>
                <a:spcPct val="110000"/>
              </a:lnSpc>
              <a:buNone/>
              <a:defRPr lang="pl-PL" sz="900" b="0" kern="1200" smtClean="0">
                <a:solidFill>
                  <a:srgbClr val="FFFFFF"/>
                </a:solidFill>
                <a:latin typeface="+mn-lt"/>
                <a:ea typeface="+mn-ea"/>
                <a:cs typeface="+mn-cs"/>
              </a:defRPr>
            </a:lvl3pPr>
            <a:lvl4pPr marL="0" algn="l" defTabSz="457200" rtl="0" eaLnBrk="1" latinLnBrk="0" hangingPunct="1">
              <a:lnSpc>
                <a:spcPct val="110000"/>
              </a:lnSpc>
              <a:buNone/>
              <a:defRPr lang="pl-PL" sz="900" b="0" kern="1200" smtClean="0">
                <a:solidFill>
                  <a:srgbClr val="FFFFFF"/>
                </a:solidFill>
                <a:latin typeface="+mn-lt"/>
                <a:ea typeface="+mn-ea"/>
                <a:cs typeface="+mn-cs"/>
              </a:defRPr>
            </a:lvl4pPr>
            <a:lvl5pPr marL="0" algn="l" defTabSz="457200" rtl="0" eaLnBrk="1" latinLnBrk="0" hangingPunct="1">
              <a:lnSpc>
                <a:spcPct val="110000"/>
              </a:lnSpc>
              <a:buNone/>
              <a:defRPr lang="pl-PL" sz="900" b="0" kern="1200" dirty="0" err="1" smtClean="0">
                <a:solidFill>
                  <a:srgbClr val="FFFFFF"/>
                </a:solidFill>
                <a:latin typeface="+mn-lt"/>
                <a:ea typeface="+mn-ea"/>
                <a:cs typeface="+mn-cs"/>
              </a:defRPr>
            </a:lvl5pPr>
          </a:lstStyle>
          <a:p>
            <a:pPr lvl="0"/>
            <a:r>
              <a:rPr lang="pl-PL"/>
              <a:t>Kliknij, aby edytować style wzorca tekstu</a:t>
            </a:r>
          </a:p>
        </p:txBody>
      </p:sp>
      <p:sp>
        <p:nvSpPr>
          <p:cNvPr id="54" name="Symbol zastępczy tekstu 38"/>
          <p:cNvSpPr>
            <a:spLocks noGrp="1"/>
          </p:cNvSpPr>
          <p:nvPr>
            <p:ph type="body" sz="quarter" idx="20"/>
          </p:nvPr>
        </p:nvSpPr>
        <p:spPr>
          <a:xfrm>
            <a:off x="1581513" y="3399313"/>
            <a:ext cx="7112033" cy="295466"/>
          </a:xfrm>
          <a:noFill/>
        </p:spPr>
        <p:txBody>
          <a:bodyPr rtlCol="0" anchor="b">
            <a:spAutoFit/>
          </a:bodyPr>
          <a:lstStyle>
            <a:lvl1pPr marL="0" algn="l" defTabSz="457200" rtl="0" eaLnBrk="1" latinLnBrk="0" hangingPunct="1">
              <a:lnSpc>
                <a:spcPct val="110000"/>
              </a:lnSpc>
              <a:buNone/>
              <a:defRPr lang="pl-PL" sz="1200" b="1" kern="1200" smtClean="0">
                <a:solidFill>
                  <a:srgbClr val="26437E"/>
                </a:solidFill>
                <a:latin typeface="+mn-lt"/>
                <a:ea typeface="+mn-ea"/>
                <a:cs typeface="+mn-cs"/>
              </a:defRPr>
            </a:lvl1pPr>
            <a:lvl2pPr marL="0" algn="l" defTabSz="457200" rtl="0" eaLnBrk="1" latinLnBrk="0" hangingPunct="1">
              <a:lnSpc>
                <a:spcPct val="110000"/>
              </a:lnSpc>
              <a:buNone/>
              <a:defRPr lang="pl-PL" sz="900" b="0" kern="1200" smtClean="0">
                <a:solidFill>
                  <a:srgbClr val="FFFFFF"/>
                </a:solidFill>
                <a:latin typeface="+mn-lt"/>
                <a:ea typeface="+mn-ea"/>
                <a:cs typeface="+mn-cs"/>
              </a:defRPr>
            </a:lvl2pPr>
            <a:lvl3pPr marL="0" algn="l" defTabSz="457200" rtl="0" eaLnBrk="1" latinLnBrk="0" hangingPunct="1">
              <a:lnSpc>
                <a:spcPct val="110000"/>
              </a:lnSpc>
              <a:buNone/>
              <a:defRPr lang="pl-PL" sz="900" b="0" kern="1200" smtClean="0">
                <a:solidFill>
                  <a:srgbClr val="FFFFFF"/>
                </a:solidFill>
                <a:latin typeface="+mn-lt"/>
                <a:ea typeface="+mn-ea"/>
                <a:cs typeface="+mn-cs"/>
              </a:defRPr>
            </a:lvl3pPr>
            <a:lvl4pPr marL="0" algn="l" defTabSz="457200" rtl="0" eaLnBrk="1" latinLnBrk="0" hangingPunct="1">
              <a:lnSpc>
                <a:spcPct val="110000"/>
              </a:lnSpc>
              <a:buNone/>
              <a:defRPr lang="pl-PL" sz="900" b="0" kern="1200" smtClean="0">
                <a:solidFill>
                  <a:srgbClr val="FFFFFF"/>
                </a:solidFill>
                <a:latin typeface="+mn-lt"/>
                <a:ea typeface="+mn-ea"/>
                <a:cs typeface="+mn-cs"/>
              </a:defRPr>
            </a:lvl4pPr>
            <a:lvl5pPr marL="0" algn="l" defTabSz="457200" rtl="0" eaLnBrk="1" latinLnBrk="0" hangingPunct="1">
              <a:lnSpc>
                <a:spcPct val="110000"/>
              </a:lnSpc>
              <a:buNone/>
              <a:defRPr lang="pl-PL" sz="900" b="0" kern="1200" dirty="0" err="1" smtClean="0">
                <a:solidFill>
                  <a:srgbClr val="FFFFFF"/>
                </a:solidFill>
                <a:latin typeface="+mn-lt"/>
                <a:ea typeface="+mn-ea"/>
                <a:cs typeface="+mn-cs"/>
              </a:defRPr>
            </a:lvl5pPr>
          </a:lstStyle>
          <a:p>
            <a:pPr lvl="0"/>
            <a:r>
              <a:rPr lang="pl-PL"/>
              <a:t>Kliknij, aby edytować style wzorca tekstu</a:t>
            </a:r>
          </a:p>
        </p:txBody>
      </p:sp>
      <p:sp>
        <p:nvSpPr>
          <p:cNvPr id="55" name="Symbol zastępczy tekstu 38"/>
          <p:cNvSpPr>
            <a:spLocks noGrp="1"/>
          </p:cNvSpPr>
          <p:nvPr>
            <p:ph type="body" sz="quarter" idx="21"/>
          </p:nvPr>
        </p:nvSpPr>
        <p:spPr>
          <a:xfrm>
            <a:off x="1581513" y="3617193"/>
            <a:ext cx="7112033" cy="278538"/>
          </a:xfrm>
          <a:noFill/>
        </p:spPr>
        <p:txBody>
          <a:bodyPr rtlCol="0" anchor="b">
            <a:spAutoFit/>
          </a:bodyPr>
          <a:lstStyle>
            <a:lvl1pPr marL="0" algn="l" defTabSz="457200" rtl="0" eaLnBrk="1" latinLnBrk="0" hangingPunct="1">
              <a:lnSpc>
                <a:spcPct val="110000"/>
              </a:lnSpc>
              <a:buNone/>
              <a:defRPr lang="pl-PL" sz="1100" b="0" kern="1200" dirty="0" smtClean="0">
                <a:solidFill>
                  <a:srgbClr val="242424"/>
                </a:solidFill>
                <a:latin typeface="+mn-lt"/>
                <a:ea typeface="+mn-ea"/>
                <a:cs typeface="+mn-cs"/>
              </a:defRPr>
            </a:lvl1pPr>
            <a:lvl2pPr marL="0" algn="l" defTabSz="457200" rtl="0" eaLnBrk="1" latinLnBrk="0" hangingPunct="1">
              <a:lnSpc>
                <a:spcPct val="110000"/>
              </a:lnSpc>
              <a:buNone/>
              <a:defRPr lang="pl-PL" sz="900" b="0" kern="1200" smtClean="0">
                <a:solidFill>
                  <a:srgbClr val="FFFFFF"/>
                </a:solidFill>
                <a:latin typeface="+mn-lt"/>
                <a:ea typeface="+mn-ea"/>
                <a:cs typeface="+mn-cs"/>
              </a:defRPr>
            </a:lvl2pPr>
            <a:lvl3pPr marL="0" algn="l" defTabSz="457200" rtl="0" eaLnBrk="1" latinLnBrk="0" hangingPunct="1">
              <a:lnSpc>
                <a:spcPct val="110000"/>
              </a:lnSpc>
              <a:buNone/>
              <a:defRPr lang="pl-PL" sz="900" b="0" kern="1200" smtClean="0">
                <a:solidFill>
                  <a:srgbClr val="FFFFFF"/>
                </a:solidFill>
                <a:latin typeface="+mn-lt"/>
                <a:ea typeface="+mn-ea"/>
                <a:cs typeface="+mn-cs"/>
              </a:defRPr>
            </a:lvl3pPr>
            <a:lvl4pPr marL="0" algn="l" defTabSz="457200" rtl="0" eaLnBrk="1" latinLnBrk="0" hangingPunct="1">
              <a:lnSpc>
                <a:spcPct val="110000"/>
              </a:lnSpc>
              <a:buNone/>
              <a:defRPr lang="pl-PL" sz="900" b="0" kern="1200" smtClean="0">
                <a:solidFill>
                  <a:srgbClr val="FFFFFF"/>
                </a:solidFill>
                <a:latin typeface="+mn-lt"/>
                <a:ea typeface="+mn-ea"/>
                <a:cs typeface="+mn-cs"/>
              </a:defRPr>
            </a:lvl4pPr>
            <a:lvl5pPr marL="0" algn="l" defTabSz="457200" rtl="0" eaLnBrk="1" latinLnBrk="0" hangingPunct="1">
              <a:lnSpc>
                <a:spcPct val="110000"/>
              </a:lnSpc>
              <a:buNone/>
              <a:defRPr lang="pl-PL" sz="900" b="0" kern="1200" dirty="0" err="1" smtClean="0">
                <a:solidFill>
                  <a:srgbClr val="FFFFFF"/>
                </a:solidFill>
                <a:latin typeface="+mn-lt"/>
                <a:ea typeface="+mn-ea"/>
                <a:cs typeface="+mn-cs"/>
              </a:defRPr>
            </a:lvl5pPr>
          </a:lstStyle>
          <a:p>
            <a:pPr lvl="0"/>
            <a:r>
              <a:rPr lang="pl-PL"/>
              <a:t>Kliknij, aby edytować style wzorca tekstu</a:t>
            </a:r>
          </a:p>
        </p:txBody>
      </p:sp>
      <p:sp>
        <p:nvSpPr>
          <p:cNvPr id="56" name="Symbol zastępczy tekstu 38"/>
          <p:cNvSpPr>
            <a:spLocks noGrp="1"/>
          </p:cNvSpPr>
          <p:nvPr>
            <p:ph type="body" sz="quarter" idx="22"/>
          </p:nvPr>
        </p:nvSpPr>
        <p:spPr>
          <a:xfrm>
            <a:off x="459104" y="4287427"/>
            <a:ext cx="851879" cy="225703"/>
          </a:xfrm>
          <a:noFill/>
        </p:spPr>
        <p:txBody>
          <a:bodyPr rtlCol="0" anchor="ctr">
            <a:spAutoFit/>
          </a:bodyPr>
          <a:lstStyle>
            <a:lvl1pPr marL="0" algn="r" defTabSz="457200" rtl="0" eaLnBrk="1" latinLnBrk="0" hangingPunct="1">
              <a:lnSpc>
                <a:spcPct val="110000"/>
              </a:lnSpc>
              <a:buNone/>
              <a:defRPr lang="pl-PL" sz="800" b="0" kern="1200" dirty="0" smtClean="0">
                <a:solidFill>
                  <a:srgbClr val="26437E"/>
                </a:solidFill>
                <a:latin typeface="+mn-lt"/>
                <a:ea typeface="+mn-ea"/>
                <a:cs typeface="+mn-cs"/>
              </a:defRPr>
            </a:lvl1pPr>
            <a:lvl2pPr marL="0" algn="l" defTabSz="457200" rtl="0" eaLnBrk="1" latinLnBrk="0" hangingPunct="1">
              <a:lnSpc>
                <a:spcPct val="110000"/>
              </a:lnSpc>
              <a:buNone/>
              <a:defRPr lang="pl-PL" sz="900" b="0" kern="1200" smtClean="0">
                <a:solidFill>
                  <a:srgbClr val="FFFFFF"/>
                </a:solidFill>
                <a:latin typeface="+mn-lt"/>
                <a:ea typeface="+mn-ea"/>
                <a:cs typeface="+mn-cs"/>
              </a:defRPr>
            </a:lvl2pPr>
            <a:lvl3pPr marL="0" algn="l" defTabSz="457200" rtl="0" eaLnBrk="1" latinLnBrk="0" hangingPunct="1">
              <a:lnSpc>
                <a:spcPct val="110000"/>
              </a:lnSpc>
              <a:buNone/>
              <a:defRPr lang="pl-PL" sz="900" b="0" kern="1200" smtClean="0">
                <a:solidFill>
                  <a:srgbClr val="FFFFFF"/>
                </a:solidFill>
                <a:latin typeface="+mn-lt"/>
                <a:ea typeface="+mn-ea"/>
                <a:cs typeface="+mn-cs"/>
              </a:defRPr>
            </a:lvl3pPr>
            <a:lvl4pPr marL="0" algn="l" defTabSz="457200" rtl="0" eaLnBrk="1" latinLnBrk="0" hangingPunct="1">
              <a:lnSpc>
                <a:spcPct val="110000"/>
              </a:lnSpc>
              <a:buNone/>
              <a:defRPr lang="pl-PL" sz="900" b="0" kern="1200" smtClean="0">
                <a:solidFill>
                  <a:srgbClr val="FFFFFF"/>
                </a:solidFill>
                <a:latin typeface="+mn-lt"/>
                <a:ea typeface="+mn-ea"/>
                <a:cs typeface="+mn-cs"/>
              </a:defRPr>
            </a:lvl4pPr>
            <a:lvl5pPr marL="0" algn="l" defTabSz="457200" rtl="0" eaLnBrk="1" latinLnBrk="0" hangingPunct="1">
              <a:lnSpc>
                <a:spcPct val="110000"/>
              </a:lnSpc>
              <a:buNone/>
              <a:defRPr lang="pl-PL" sz="900" b="0" kern="1200" dirty="0" err="1" smtClean="0">
                <a:solidFill>
                  <a:srgbClr val="FFFFFF"/>
                </a:solidFill>
                <a:latin typeface="+mn-lt"/>
                <a:ea typeface="+mn-ea"/>
                <a:cs typeface="+mn-cs"/>
              </a:defRPr>
            </a:lvl5pPr>
          </a:lstStyle>
          <a:p>
            <a:pPr lvl="0"/>
            <a:r>
              <a:rPr lang="pl-PL"/>
              <a:t>Kliknij, aby edytować style wzorca tekstu</a:t>
            </a:r>
          </a:p>
        </p:txBody>
      </p:sp>
      <p:sp>
        <p:nvSpPr>
          <p:cNvPr id="57" name="Symbol zastępczy tekstu 38"/>
          <p:cNvSpPr>
            <a:spLocks noGrp="1"/>
          </p:cNvSpPr>
          <p:nvPr>
            <p:ph type="body" sz="quarter" idx="23"/>
          </p:nvPr>
        </p:nvSpPr>
        <p:spPr>
          <a:xfrm>
            <a:off x="1581514" y="4129497"/>
            <a:ext cx="7112032" cy="295466"/>
          </a:xfrm>
          <a:noFill/>
        </p:spPr>
        <p:txBody>
          <a:bodyPr rtlCol="0" anchor="b">
            <a:spAutoFit/>
          </a:bodyPr>
          <a:lstStyle>
            <a:lvl1pPr marL="0" algn="l" defTabSz="457200" rtl="0" eaLnBrk="1" latinLnBrk="0" hangingPunct="1">
              <a:lnSpc>
                <a:spcPct val="110000"/>
              </a:lnSpc>
              <a:buNone/>
              <a:defRPr lang="pl-PL" sz="1200" b="1" kern="1200" smtClean="0">
                <a:solidFill>
                  <a:srgbClr val="26437E"/>
                </a:solidFill>
                <a:latin typeface="+mn-lt"/>
                <a:ea typeface="+mn-ea"/>
                <a:cs typeface="+mn-cs"/>
              </a:defRPr>
            </a:lvl1pPr>
            <a:lvl2pPr marL="0" algn="l" defTabSz="457200" rtl="0" eaLnBrk="1" latinLnBrk="0" hangingPunct="1">
              <a:lnSpc>
                <a:spcPct val="110000"/>
              </a:lnSpc>
              <a:buNone/>
              <a:defRPr lang="pl-PL" sz="900" b="0" kern="1200" smtClean="0">
                <a:solidFill>
                  <a:srgbClr val="FFFFFF"/>
                </a:solidFill>
                <a:latin typeface="+mn-lt"/>
                <a:ea typeface="+mn-ea"/>
                <a:cs typeface="+mn-cs"/>
              </a:defRPr>
            </a:lvl2pPr>
            <a:lvl3pPr marL="0" algn="l" defTabSz="457200" rtl="0" eaLnBrk="1" latinLnBrk="0" hangingPunct="1">
              <a:lnSpc>
                <a:spcPct val="110000"/>
              </a:lnSpc>
              <a:buNone/>
              <a:defRPr lang="pl-PL" sz="900" b="0" kern="1200" smtClean="0">
                <a:solidFill>
                  <a:srgbClr val="FFFFFF"/>
                </a:solidFill>
                <a:latin typeface="+mn-lt"/>
                <a:ea typeface="+mn-ea"/>
                <a:cs typeface="+mn-cs"/>
              </a:defRPr>
            </a:lvl3pPr>
            <a:lvl4pPr marL="0" algn="l" defTabSz="457200" rtl="0" eaLnBrk="1" latinLnBrk="0" hangingPunct="1">
              <a:lnSpc>
                <a:spcPct val="110000"/>
              </a:lnSpc>
              <a:buNone/>
              <a:defRPr lang="pl-PL" sz="900" b="0" kern="1200" smtClean="0">
                <a:solidFill>
                  <a:srgbClr val="FFFFFF"/>
                </a:solidFill>
                <a:latin typeface="+mn-lt"/>
                <a:ea typeface="+mn-ea"/>
                <a:cs typeface="+mn-cs"/>
              </a:defRPr>
            </a:lvl4pPr>
            <a:lvl5pPr marL="0" algn="l" defTabSz="457200" rtl="0" eaLnBrk="1" latinLnBrk="0" hangingPunct="1">
              <a:lnSpc>
                <a:spcPct val="110000"/>
              </a:lnSpc>
              <a:buNone/>
              <a:defRPr lang="pl-PL" sz="900" b="0" kern="1200" dirty="0" err="1" smtClean="0">
                <a:solidFill>
                  <a:srgbClr val="FFFFFF"/>
                </a:solidFill>
                <a:latin typeface="+mn-lt"/>
                <a:ea typeface="+mn-ea"/>
                <a:cs typeface="+mn-cs"/>
              </a:defRPr>
            </a:lvl5pPr>
          </a:lstStyle>
          <a:p>
            <a:pPr lvl="0"/>
            <a:r>
              <a:rPr lang="pl-PL"/>
              <a:t>Kliknij, aby edytować style wzorca tekstu</a:t>
            </a:r>
          </a:p>
        </p:txBody>
      </p:sp>
      <p:sp>
        <p:nvSpPr>
          <p:cNvPr id="58" name="Symbol zastępczy tekstu 38"/>
          <p:cNvSpPr>
            <a:spLocks noGrp="1"/>
          </p:cNvSpPr>
          <p:nvPr>
            <p:ph type="body" sz="quarter" idx="24"/>
          </p:nvPr>
        </p:nvSpPr>
        <p:spPr>
          <a:xfrm>
            <a:off x="1581513" y="4347377"/>
            <a:ext cx="7112033" cy="278538"/>
          </a:xfrm>
          <a:noFill/>
        </p:spPr>
        <p:txBody>
          <a:bodyPr rtlCol="0" anchor="b">
            <a:spAutoFit/>
          </a:bodyPr>
          <a:lstStyle>
            <a:lvl1pPr marL="0" algn="l" defTabSz="457200" rtl="0" eaLnBrk="1" latinLnBrk="0" hangingPunct="1">
              <a:lnSpc>
                <a:spcPct val="110000"/>
              </a:lnSpc>
              <a:buNone/>
              <a:defRPr lang="pl-PL" sz="1100" b="0" kern="1200" dirty="0" smtClean="0">
                <a:solidFill>
                  <a:srgbClr val="242424"/>
                </a:solidFill>
                <a:latin typeface="+mn-lt"/>
                <a:ea typeface="+mn-ea"/>
                <a:cs typeface="+mn-cs"/>
              </a:defRPr>
            </a:lvl1pPr>
            <a:lvl2pPr marL="0" algn="l" defTabSz="457200" rtl="0" eaLnBrk="1" latinLnBrk="0" hangingPunct="1">
              <a:lnSpc>
                <a:spcPct val="110000"/>
              </a:lnSpc>
              <a:buNone/>
              <a:defRPr lang="pl-PL" sz="900" b="0" kern="1200" smtClean="0">
                <a:solidFill>
                  <a:srgbClr val="FFFFFF"/>
                </a:solidFill>
                <a:latin typeface="+mn-lt"/>
                <a:ea typeface="+mn-ea"/>
                <a:cs typeface="+mn-cs"/>
              </a:defRPr>
            </a:lvl2pPr>
            <a:lvl3pPr marL="0" algn="l" defTabSz="457200" rtl="0" eaLnBrk="1" latinLnBrk="0" hangingPunct="1">
              <a:lnSpc>
                <a:spcPct val="110000"/>
              </a:lnSpc>
              <a:buNone/>
              <a:defRPr lang="pl-PL" sz="900" b="0" kern="1200" smtClean="0">
                <a:solidFill>
                  <a:srgbClr val="FFFFFF"/>
                </a:solidFill>
                <a:latin typeface="+mn-lt"/>
                <a:ea typeface="+mn-ea"/>
                <a:cs typeface="+mn-cs"/>
              </a:defRPr>
            </a:lvl3pPr>
            <a:lvl4pPr marL="0" algn="l" defTabSz="457200" rtl="0" eaLnBrk="1" latinLnBrk="0" hangingPunct="1">
              <a:lnSpc>
                <a:spcPct val="110000"/>
              </a:lnSpc>
              <a:buNone/>
              <a:defRPr lang="pl-PL" sz="900" b="0" kern="1200" smtClean="0">
                <a:solidFill>
                  <a:srgbClr val="FFFFFF"/>
                </a:solidFill>
                <a:latin typeface="+mn-lt"/>
                <a:ea typeface="+mn-ea"/>
                <a:cs typeface="+mn-cs"/>
              </a:defRPr>
            </a:lvl4pPr>
            <a:lvl5pPr marL="0" algn="l" defTabSz="457200" rtl="0" eaLnBrk="1" latinLnBrk="0" hangingPunct="1">
              <a:lnSpc>
                <a:spcPct val="110000"/>
              </a:lnSpc>
              <a:buNone/>
              <a:defRPr lang="pl-PL" sz="900" b="0" kern="1200" dirty="0" err="1" smtClean="0">
                <a:solidFill>
                  <a:srgbClr val="FFFFFF"/>
                </a:solidFill>
                <a:latin typeface="+mn-lt"/>
                <a:ea typeface="+mn-ea"/>
                <a:cs typeface="+mn-cs"/>
              </a:defRPr>
            </a:lvl5pPr>
          </a:lstStyle>
          <a:p>
            <a:pPr lvl="0"/>
            <a:r>
              <a:rPr lang="pl-PL"/>
              <a:t>Kliknij, aby edytować style wzorca tekstu</a:t>
            </a:r>
          </a:p>
        </p:txBody>
      </p:sp>
      <p:sp>
        <p:nvSpPr>
          <p:cNvPr id="19" name="Symbol zastępczy tekstu 17"/>
          <p:cNvSpPr>
            <a:spLocks noGrp="1"/>
          </p:cNvSpPr>
          <p:nvPr>
            <p:ph type="body" sz="quarter" idx="25"/>
          </p:nvPr>
        </p:nvSpPr>
        <p:spPr>
          <a:xfrm>
            <a:off x="457200" y="109001"/>
            <a:ext cx="8235950" cy="692865"/>
          </a:xfrm>
        </p:spPr>
        <p:txBody>
          <a:bodyPr lIns="0" rIns="0" anchor="b">
            <a:normAutofit/>
          </a:bodyPr>
          <a:lstStyle>
            <a:lvl1pPr marL="0" indent="0">
              <a:buNone/>
              <a:defRPr lang="pl-PL" sz="2000" b="1" kern="1200" dirty="0">
                <a:solidFill>
                  <a:schemeClr val="tx1"/>
                </a:solidFill>
                <a:latin typeface="+mj-lt"/>
                <a:ea typeface="+mj-ea"/>
                <a:cs typeface="+mj-cs"/>
              </a:defRPr>
            </a:lvl1pPr>
          </a:lstStyle>
          <a:p>
            <a:pPr lvl="0"/>
            <a:r>
              <a:rPr lang="pl-PL"/>
              <a:t>Kliknij, aby edytować style wzorca tekstu</a:t>
            </a:r>
          </a:p>
        </p:txBody>
      </p:sp>
    </p:spTree>
    <p:extLst>
      <p:ext uri="{BB962C8B-B14F-4D97-AF65-F5344CB8AC3E}">
        <p14:creationId xmlns:p14="http://schemas.microsoft.com/office/powerpoint/2010/main" val="29247082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gedna 2">
    <p:bg>
      <p:bgPr>
        <a:blipFill dpi="0" rotWithShape="0">
          <a:blip r:embed="rId2"/>
          <a:srcRect/>
          <a:stretch>
            <a:fillRect/>
          </a:stretch>
        </a:blipFill>
        <a:effectLst/>
      </p:bgPr>
    </p:bg>
    <p:spTree>
      <p:nvGrpSpPr>
        <p:cNvPr id="1" name=""/>
        <p:cNvGrpSpPr/>
        <p:nvPr/>
      </p:nvGrpSpPr>
      <p:grpSpPr>
        <a:xfrm>
          <a:off x="0" y="0"/>
          <a:ext cx="0" cy="0"/>
          <a:chOff x="0" y="0"/>
          <a:chExt cx="0" cy="0"/>
        </a:xfrm>
      </p:grpSpPr>
      <p:pic>
        <p:nvPicPr>
          <p:cNvPr id="8" name="Obraz 5"/>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893050" y="4838700"/>
            <a:ext cx="800100" cy="12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Prostokąt 9"/>
          <p:cNvSpPr/>
          <p:nvPr userDrawn="1"/>
        </p:nvSpPr>
        <p:spPr>
          <a:xfrm flipV="1">
            <a:off x="0" y="808038"/>
            <a:ext cx="9144000" cy="46037"/>
          </a:xfrm>
          <a:prstGeom prst="rect">
            <a:avLst/>
          </a:prstGeom>
          <a:gradFill>
            <a:gsLst>
              <a:gs pos="0">
                <a:schemeClr val="tx2"/>
              </a:gs>
              <a:gs pos="100000">
                <a:schemeClr val="accent3"/>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pl-PL">
              <a:solidFill>
                <a:prstClr val="white"/>
              </a:solidFill>
            </a:endParaRPr>
          </a:p>
        </p:txBody>
      </p:sp>
      <p:sp>
        <p:nvSpPr>
          <p:cNvPr id="42" name="Symbol zastępczy tekstu 38"/>
          <p:cNvSpPr>
            <a:spLocks noGrp="1"/>
          </p:cNvSpPr>
          <p:nvPr>
            <p:ph type="body" sz="quarter" idx="10"/>
          </p:nvPr>
        </p:nvSpPr>
        <p:spPr>
          <a:xfrm>
            <a:off x="728525" y="1157643"/>
            <a:ext cx="7965038" cy="295466"/>
          </a:xfrm>
          <a:noFill/>
        </p:spPr>
        <p:txBody>
          <a:bodyPr rtlCol="0" anchor="b">
            <a:spAutoFit/>
          </a:bodyPr>
          <a:lstStyle>
            <a:lvl1pPr marL="0" algn="l" defTabSz="457200" rtl="0" eaLnBrk="1" latinLnBrk="0" hangingPunct="1">
              <a:lnSpc>
                <a:spcPct val="110000"/>
              </a:lnSpc>
              <a:buNone/>
              <a:defRPr lang="pl-PL" sz="1200" b="1" kern="1200" smtClean="0">
                <a:solidFill>
                  <a:schemeClr val="tx1"/>
                </a:solidFill>
                <a:latin typeface="+mn-lt"/>
                <a:ea typeface="+mn-ea"/>
                <a:cs typeface="+mn-cs"/>
              </a:defRPr>
            </a:lvl1pPr>
            <a:lvl2pPr marL="0" algn="l" defTabSz="457200" rtl="0" eaLnBrk="1" latinLnBrk="0" hangingPunct="1">
              <a:lnSpc>
                <a:spcPct val="110000"/>
              </a:lnSpc>
              <a:buNone/>
              <a:defRPr lang="pl-PL" sz="900" b="0" kern="1200" smtClean="0">
                <a:solidFill>
                  <a:srgbClr val="FFFFFF"/>
                </a:solidFill>
                <a:latin typeface="+mn-lt"/>
                <a:ea typeface="+mn-ea"/>
                <a:cs typeface="+mn-cs"/>
              </a:defRPr>
            </a:lvl2pPr>
            <a:lvl3pPr marL="0" algn="l" defTabSz="457200" rtl="0" eaLnBrk="1" latinLnBrk="0" hangingPunct="1">
              <a:lnSpc>
                <a:spcPct val="110000"/>
              </a:lnSpc>
              <a:buNone/>
              <a:defRPr lang="pl-PL" sz="900" b="0" kern="1200" smtClean="0">
                <a:solidFill>
                  <a:srgbClr val="FFFFFF"/>
                </a:solidFill>
                <a:latin typeface="+mn-lt"/>
                <a:ea typeface="+mn-ea"/>
                <a:cs typeface="+mn-cs"/>
              </a:defRPr>
            </a:lvl3pPr>
            <a:lvl4pPr marL="0" algn="l" defTabSz="457200" rtl="0" eaLnBrk="1" latinLnBrk="0" hangingPunct="1">
              <a:lnSpc>
                <a:spcPct val="110000"/>
              </a:lnSpc>
              <a:buNone/>
              <a:defRPr lang="pl-PL" sz="900" b="0" kern="1200" smtClean="0">
                <a:solidFill>
                  <a:srgbClr val="FFFFFF"/>
                </a:solidFill>
                <a:latin typeface="+mn-lt"/>
                <a:ea typeface="+mn-ea"/>
                <a:cs typeface="+mn-cs"/>
              </a:defRPr>
            </a:lvl4pPr>
            <a:lvl5pPr marL="0" algn="l" defTabSz="457200" rtl="0" eaLnBrk="1" latinLnBrk="0" hangingPunct="1">
              <a:lnSpc>
                <a:spcPct val="110000"/>
              </a:lnSpc>
              <a:buNone/>
              <a:defRPr lang="pl-PL" sz="900" b="0" kern="1200" dirty="0" err="1" smtClean="0">
                <a:solidFill>
                  <a:srgbClr val="FFFFFF"/>
                </a:solidFill>
                <a:latin typeface="+mn-lt"/>
                <a:ea typeface="+mn-ea"/>
                <a:cs typeface="+mn-cs"/>
              </a:defRPr>
            </a:lvl5pPr>
          </a:lstStyle>
          <a:p>
            <a:pPr lvl="0"/>
            <a:r>
              <a:rPr lang="pl-PL"/>
              <a:t>Kliknij, aby edytować style wzorca tekstu</a:t>
            </a:r>
          </a:p>
        </p:txBody>
      </p:sp>
      <p:sp>
        <p:nvSpPr>
          <p:cNvPr id="45" name="Symbol zastępczy tekstu 38"/>
          <p:cNvSpPr>
            <a:spLocks noGrp="1"/>
          </p:cNvSpPr>
          <p:nvPr>
            <p:ph type="body" sz="quarter" idx="14"/>
          </p:nvPr>
        </p:nvSpPr>
        <p:spPr>
          <a:xfrm>
            <a:off x="726605" y="1868442"/>
            <a:ext cx="7965038" cy="295466"/>
          </a:xfrm>
          <a:noFill/>
        </p:spPr>
        <p:txBody>
          <a:bodyPr rtlCol="0" anchor="b">
            <a:spAutoFit/>
          </a:bodyPr>
          <a:lstStyle>
            <a:lvl1pPr marL="0" algn="l" defTabSz="457200" rtl="0" eaLnBrk="1" latinLnBrk="0" hangingPunct="1">
              <a:lnSpc>
                <a:spcPct val="110000"/>
              </a:lnSpc>
              <a:buNone/>
              <a:defRPr lang="pl-PL" sz="1200" b="1" kern="1200" smtClean="0">
                <a:solidFill>
                  <a:srgbClr val="26437E"/>
                </a:solidFill>
                <a:latin typeface="+mn-lt"/>
                <a:ea typeface="+mn-ea"/>
                <a:cs typeface="+mn-cs"/>
              </a:defRPr>
            </a:lvl1pPr>
            <a:lvl2pPr marL="0" algn="l" defTabSz="457200" rtl="0" eaLnBrk="1" latinLnBrk="0" hangingPunct="1">
              <a:lnSpc>
                <a:spcPct val="110000"/>
              </a:lnSpc>
              <a:buNone/>
              <a:defRPr lang="pl-PL" sz="900" b="0" kern="1200" smtClean="0">
                <a:solidFill>
                  <a:srgbClr val="FFFFFF"/>
                </a:solidFill>
                <a:latin typeface="+mn-lt"/>
                <a:ea typeface="+mn-ea"/>
                <a:cs typeface="+mn-cs"/>
              </a:defRPr>
            </a:lvl2pPr>
            <a:lvl3pPr marL="0" algn="l" defTabSz="457200" rtl="0" eaLnBrk="1" latinLnBrk="0" hangingPunct="1">
              <a:lnSpc>
                <a:spcPct val="110000"/>
              </a:lnSpc>
              <a:buNone/>
              <a:defRPr lang="pl-PL" sz="900" b="0" kern="1200" smtClean="0">
                <a:solidFill>
                  <a:srgbClr val="FFFFFF"/>
                </a:solidFill>
                <a:latin typeface="+mn-lt"/>
                <a:ea typeface="+mn-ea"/>
                <a:cs typeface="+mn-cs"/>
              </a:defRPr>
            </a:lvl3pPr>
            <a:lvl4pPr marL="0" algn="l" defTabSz="457200" rtl="0" eaLnBrk="1" latinLnBrk="0" hangingPunct="1">
              <a:lnSpc>
                <a:spcPct val="110000"/>
              </a:lnSpc>
              <a:buNone/>
              <a:defRPr lang="pl-PL" sz="900" b="0" kern="1200" smtClean="0">
                <a:solidFill>
                  <a:srgbClr val="FFFFFF"/>
                </a:solidFill>
                <a:latin typeface="+mn-lt"/>
                <a:ea typeface="+mn-ea"/>
                <a:cs typeface="+mn-cs"/>
              </a:defRPr>
            </a:lvl4pPr>
            <a:lvl5pPr marL="0" algn="l" defTabSz="457200" rtl="0" eaLnBrk="1" latinLnBrk="0" hangingPunct="1">
              <a:lnSpc>
                <a:spcPct val="110000"/>
              </a:lnSpc>
              <a:buNone/>
              <a:defRPr lang="pl-PL" sz="900" b="0" kern="1200" dirty="0" err="1" smtClean="0">
                <a:solidFill>
                  <a:srgbClr val="FFFFFF"/>
                </a:solidFill>
                <a:latin typeface="+mn-lt"/>
                <a:ea typeface="+mn-ea"/>
                <a:cs typeface="+mn-cs"/>
              </a:defRPr>
            </a:lvl5pPr>
          </a:lstStyle>
          <a:p>
            <a:pPr lvl="0"/>
            <a:r>
              <a:rPr lang="pl-PL"/>
              <a:t>Kliknij, aby edytować style wzorca tekstu</a:t>
            </a:r>
          </a:p>
        </p:txBody>
      </p:sp>
      <p:sp>
        <p:nvSpPr>
          <p:cNvPr id="51" name="Symbol zastępczy tekstu 38"/>
          <p:cNvSpPr>
            <a:spLocks noGrp="1"/>
          </p:cNvSpPr>
          <p:nvPr>
            <p:ph type="body" sz="quarter" idx="17"/>
          </p:nvPr>
        </p:nvSpPr>
        <p:spPr>
          <a:xfrm>
            <a:off x="728525" y="2613000"/>
            <a:ext cx="7965038" cy="295466"/>
          </a:xfrm>
          <a:noFill/>
        </p:spPr>
        <p:txBody>
          <a:bodyPr rtlCol="0" anchor="b">
            <a:spAutoFit/>
          </a:bodyPr>
          <a:lstStyle>
            <a:lvl1pPr marL="0" algn="l" defTabSz="457200" rtl="0" eaLnBrk="1" latinLnBrk="0" hangingPunct="1">
              <a:lnSpc>
                <a:spcPct val="110000"/>
              </a:lnSpc>
              <a:buNone/>
              <a:defRPr lang="pl-PL" sz="1200" b="1" kern="1200" smtClean="0">
                <a:solidFill>
                  <a:srgbClr val="26437E"/>
                </a:solidFill>
                <a:latin typeface="+mn-lt"/>
                <a:ea typeface="+mn-ea"/>
                <a:cs typeface="+mn-cs"/>
              </a:defRPr>
            </a:lvl1pPr>
            <a:lvl2pPr marL="0" algn="l" defTabSz="457200" rtl="0" eaLnBrk="1" latinLnBrk="0" hangingPunct="1">
              <a:lnSpc>
                <a:spcPct val="110000"/>
              </a:lnSpc>
              <a:buNone/>
              <a:defRPr lang="pl-PL" sz="900" b="0" kern="1200" smtClean="0">
                <a:solidFill>
                  <a:srgbClr val="FFFFFF"/>
                </a:solidFill>
                <a:latin typeface="+mn-lt"/>
                <a:ea typeface="+mn-ea"/>
                <a:cs typeface="+mn-cs"/>
              </a:defRPr>
            </a:lvl2pPr>
            <a:lvl3pPr marL="0" algn="l" defTabSz="457200" rtl="0" eaLnBrk="1" latinLnBrk="0" hangingPunct="1">
              <a:lnSpc>
                <a:spcPct val="110000"/>
              </a:lnSpc>
              <a:buNone/>
              <a:defRPr lang="pl-PL" sz="900" b="0" kern="1200" smtClean="0">
                <a:solidFill>
                  <a:srgbClr val="FFFFFF"/>
                </a:solidFill>
                <a:latin typeface="+mn-lt"/>
                <a:ea typeface="+mn-ea"/>
                <a:cs typeface="+mn-cs"/>
              </a:defRPr>
            </a:lvl3pPr>
            <a:lvl4pPr marL="0" algn="l" defTabSz="457200" rtl="0" eaLnBrk="1" latinLnBrk="0" hangingPunct="1">
              <a:lnSpc>
                <a:spcPct val="110000"/>
              </a:lnSpc>
              <a:buNone/>
              <a:defRPr lang="pl-PL" sz="900" b="0" kern="1200" smtClean="0">
                <a:solidFill>
                  <a:srgbClr val="FFFFFF"/>
                </a:solidFill>
                <a:latin typeface="+mn-lt"/>
                <a:ea typeface="+mn-ea"/>
                <a:cs typeface="+mn-cs"/>
              </a:defRPr>
            </a:lvl4pPr>
            <a:lvl5pPr marL="0" algn="l" defTabSz="457200" rtl="0" eaLnBrk="1" latinLnBrk="0" hangingPunct="1">
              <a:lnSpc>
                <a:spcPct val="110000"/>
              </a:lnSpc>
              <a:buNone/>
              <a:defRPr lang="pl-PL" sz="900" b="0" kern="1200" dirty="0" err="1" smtClean="0">
                <a:solidFill>
                  <a:srgbClr val="FFFFFF"/>
                </a:solidFill>
                <a:latin typeface="+mn-lt"/>
                <a:ea typeface="+mn-ea"/>
                <a:cs typeface="+mn-cs"/>
              </a:defRPr>
            </a:lvl5pPr>
          </a:lstStyle>
          <a:p>
            <a:pPr lvl="0"/>
            <a:r>
              <a:rPr lang="pl-PL"/>
              <a:t>Kliknij, aby edytować style wzorca tekstu</a:t>
            </a:r>
          </a:p>
        </p:txBody>
      </p:sp>
      <p:sp>
        <p:nvSpPr>
          <p:cNvPr id="54" name="Symbol zastępczy tekstu 38"/>
          <p:cNvSpPr>
            <a:spLocks noGrp="1"/>
          </p:cNvSpPr>
          <p:nvPr>
            <p:ph type="body" sz="quarter" idx="20"/>
          </p:nvPr>
        </p:nvSpPr>
        <p:spPr>
          <a:xfrm>
            <a:off x="728509" y="3360775"/>
            <a:ext cx="7965038" cy="295466"/>
          </a:xfrm>
          <a:noFill/>
        </p:spPr>
        <p:txBody>
          <a:bodyPr rtlCol="0" anchor="b">
            <a:spAutoFit/>
          </a:bodyPr>
          <a:lstStyle>
            <a:lvl1pPr marL="0" algn="l" defTabSz="457200" rtl="0" eaLnBrk="1" latinLnBrk="0" hangingPunct="1">
              <a:lnSpc>
                <a:spcPct val="110000"/>
              </a:lnSpc>
              <a:buNone/>
              <a:defRPr lang="pl-PL" sz="1200" b="1" kern="1200" smtClean="0">
                <a:solidFill>
                  <a:srgbClr val="26437E"/>
                </a:solidFill>
                <a:latin typeface="+mn-lt"/>
                <a:ea typeface="+mn-ea"/>
                <a:cs typeface="+mn-cs"/>
              </a:defRPr>
            </a:lvl1pPr>
            <a:lvl2pPr marL="0" algn="l" defTabSz="457200" rtl="0" eaLnBrk="1" latinLnBrk="0" hangingPunct="1">
              <a:lnSpc>
                <a:spcPct val="110000"/>
              </a:lnSpc>
              <a:buNone/>
              <a:defRPr lang="pl-PL" sz="900" b="0" kern="1200" smtClean="0">
                <a:solidFill>
                  <a:srgbClr val="FFFFFF"/>
                </a:solidFill>
                <a:latin typeface="+mn-lt"/>
                <a:ea typeface="+mn-ea"/>
                <a:cs typeface="+mn-cs"/>
              </a:defRPr>
            </a:lvl2pPr>
            <a:lvl3pPr marL="0" algn="l" defTabSz="457200" rtl="0" eaLnBrk="1" latinLnBrk="0" hangingPunct="1">
              <a:lnSpc>
                <a:spcPct val="110000"/>
              </a:lnSpc>
              <a:buNone/>
              <a:defRPr lang="pl-PL" sz="900" b="0" kern="1200" smtClean="0">
                <a:solidFill>
                  <a:srgbClr val="FFFFFF"/>
                </a:solidFill>
                <a:latin typeface="+mn-lt"/>
                <a:ea typeface="+mn-ea"/>
                <a:cs typeface="+mn-cs"/>
              </a:defRPr>
            </a:lvl3pPr>
            <a:lvl4pPr marL="0" algn="l" defTabSz="457200" rtl="0" eaLnBrk="1" latinLnBrk="0" hangingPunct="1">
              <a:lnSpc>
                <a:spcPct val="110000"/>
              </a:lnSpc>
              <a:buNone/>
              <a:defRPr lang="pl-PL" sz="900" b="0" kern="1200" smtClean="0">
                <a:solidFill>
                  <a:srgbClr val="FFFFFF"/>
                </a:solidFill>
                <a:latin typeface="+mn-lt"/>
                <a:ea typeface="+mn-ea"/>
                <a:cs typeface="+mn-cs"/>
              </a:defRPr>
            </a:lvl4pPr>
            <a:lvl5pPr marL="0" algn="l" defTabSz="457200" rtl="0" eaLnBrk="1" latinLnBrk="0" hangingPunct="1">
              <a:lnSpc>
                <a:spcPct val="110000"/>
              </a:lnSpc>
              <a:buNone/>
              <a:defRPr lang="pl-PL" sz="900" b="0" kern="1200" dirty="0" err="1" smtClean="0">
                <a:solidFill>
                  <a:srgbClr val="FFFFFF"/>
                </a:solidFill>
                <a:latin typeface="+mn-lt"/>
                <a:ea typeface="+mn-ea"/>
                <a:cs typeface="+mn-cs"/>
              </a:defRPr>
            </a:lvl5pPr>
          </a:lstStyle>
          <a:p>
            <a:pPr lvl="0"/>
            <a:r>
              <a:rPr lang="pl-PL"/>
              <a:t>Kliknij, aby edytować style wzorca tekstu</a:t>
            </a:r>
          </a:p>
        </p:txBody>
      </p:sp>
      <p:sp>
        <p:nvSpPr>
          <p:cNvPr id="57" name="Symbol zastępczy tekstu 38"/>
          <p:cNvSpPr>
            <a:spLocks noGrp="1"/>
          </p:cNvSpPr>
          <p:nvPr>
            <p:ph type="body" sz="quarter" idx="23"/>
          </p:nvPr>
        </p:nvSpPr>
        <p:spPr>
          <a:xfrm>
            <a:off x="728509" y="4090959"/>
            <a:ext cx="7965038" cy="295466"/>
          </a:xfrm>
          <a:noFill/>
        </p:spPr>
        <p:txBody>
          <a:bodyPr rtlCol="0" anchor="b">
            <a:spAutoFit/>
          </a:bodyPr>
          <a:lstStyle>
            <a:lvl1pPr marL="0" algn="l" defTabSz="457200" rtl="0" eaLnBrk="1" latinLnBrk="0" hangingPunct="1">
              <a:lnSpc>
                <a:spcPct val="110000"/>
              </a:lnSpc>
              <a:buNone/>
              <a:defRPr lang="pl-PL" sz="1200" b="1" kern="1200" smtClean="0">
                <a:solidFill>
                  <a:srgbClr val="26437E"/>
                </a:solidFill>
                <a:latin typeface="+mn-lt"/>
                <a:ea typeface="+mn-ea"/>
                <a:cs typeface="+mn-cs"/>
              </a:defRPr>
            </a:lvl1pPr>
            <a:lvl2pPr marL="0" algn="l" defTabSz="457200" rtl="0" eaLnBrk="1" latinLnBrk="0" hangingPunct="1">
              <a:lnSpc>
                <a:spcPct val="110000"/>
              </a:lnSpc>
              <a:buNone/>
              <a:defRPr lang="pl-PL" sz="900" b="0" kern="1200" smtClean="0">
                <a:solidFill>
                  <a:srgbClr val="FFFFFF"/>
                </a:solidFill>
                <a:latin typeface="+mn-lt"/>
                <a:ea typeface="+mn-ea"/>
                <a:cs typeface="+mn-cs"/>
              </a:defRPr>
            </a:lvl2pPr>
            <a:lvl3pPr marL="0" algn="l" defTabSz="457200" rtl="0" eaLnBrk="1" latinLnBrk="0" hangingPunct="1">
              <a:lnSpc>
                <a:spcPct val="110000"/>
              </a:lnSpc>
              <a:buNone/>
              <a:defRPr lang="pl-PL" sz="900" b="0" kern="1200" smtClean="0">
                <a:solidFill>
                  <a:srgbClr val="FFFFFF"/>
                </a:solidFill>
                <a:latin typeface="+mn-lt"/>
                <a:ea typeface="+mn-ea"/>
                <a:cs typeface="+mn-cs"/>
              </a:defRPr>
            </a:lvl3pPr>
            <a:lvl4pPr marL="0" algn="l" defTabSz="457200" rtl="0" eaLnBrk="1" latinLnBrk="0" hangingPunct="1">
              <a:lnSpc>
                <a:spcPct val="110000"/>
              </a:lnSpc>
              <a:buNone/>
              <a:defRPr lang="pl-PL" sz="900" b="0" kern="1200" smtClean="0">
                <a:solidFill>
                  <a:srgbClr val="FFFFFF"/>
                </a:solidFill>
                <a:latin typeface="+mn-lt"/>
                <a:ea typeface="+mn-ea"/>
                <a:cs typeface="+mn-cs"/>
              </a:defRPr>
            </a:lvl4pPr>
            <a:lvl5pPr marL="0" algn="l" defTabSz="457200" rtl="0" eaLnBrk="1" latinLnBrk="0" hangingPunct="1">
              <a:lnSpc>
                <a:spcPct val="110000"/>
              </a:lnSpc>
              <a:buNone/>
              <a:defRPr lang="pl-PL" sz="900" b="0" kern="1200" dirty="0" err="1" smtClean="0">
                <a:solidFill>
                  <a:srgbClr val="FFFFFF"/>
                </a:solidFill>
                <a:latin typeface="+mn-lt"/>
                <a:ea typeface="+mn-ea"/>
                <a:cs typeface="+mn-cs"/>
              </a:defRPr>
            </a:lvl5pPr>
          </a:lstStyle>
          <a:p>
            <a:pPr lvl="0"/>
            <a:r>
              <a:rPr lang="pl-PL"/>
              <a:t>Kliknij, aby edytować style wzorca tekstu</a:t>
            </a:r>
          </a:p>
        </p:txBody>
      </p:sp>
      <p:sp>
        <p:nvSpPr>
          <p:cNvPr id="9" name="Symbol zastępczy tekstu 17"/>
          <p:cNvSpPr>
            <a:spLocks noGrp="1"/>
          </p:cNvSpPr>
          <p:nvPr>
            <p:ph type="body" sz="quarter" idx="25"/>
          </p:nvPr>
        </p:nvSpPr>
        <p:spPr>
          <a:xfrm>
            <a:off x="457200" y="109001"/>
            <a:ext cx="8235950" cy="692865"/>
          </a:xfrm>
        </p:spPr>
        <p:txBody>
          <a:bodyPr lIns="0" rIns="0" anchor="b">
            <a:normAutofit/>
          </a:bodyPr>
          <a:lstStyle>
            <a:lvl1pPr marL="0" indent="0">
              <a:buNone/>
              <a:defRPr lang="pl-PL" sz="2000" b="1" kern="1200" dirty="0">
                <a:solidFill>
                  <a:schemeClr val="tx1"/>
                </a:solidFill>
                <a:latin typeface="+mj-lt"/>
                <a:ea typeface="+mj-ea"/>
                <a:cs typeface="+mj-cs"/>
              </a:defRPr>
            </a:lvl1pPr>
          </a:lstStyle>
          <a:p>
            <a:pPr lvl="0"/>
            <a:r>
              <a:rPr lang="pl-PL"/>
              <a:t>Kliknij, aby edytować style wzorca tekstu</a:t>
            </a:r>
          </a:p>
        </p:txBody>
      </p:sp>
    </p:spTree>
    <p:extLst>
      <p:ext uri="{BB962C8B-B14F-4D97-AF65-F5344CB8AC3E}">
        <p14:creationId xmlns:p14="http://schemas.microsoft.com/office/powerpoint/2010/main" val="1559526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gedna 3">
    <p:bg>
      <p:bgPr>
        <a:blipFill dpi="0" rotWithShape="0">
          <a:blip r:embed="rId2"/>
          <a:srcRect/>
          <a:stretch>
            <a:fillRect/>
          </a:stretch>
        </a:blipFill>
        <a:effectLst/>
      </p:bgPr>
    </p:bg>
    <p:spTree>
      <p:nvGrpSpPr>
        <p:cNvPr id="1" name=""/>
        <p:cNvGrpSpPr/>
        <p:nvPr/>
      </p:nvGrpSpPr>
      <p:grpSpPr>
        <a:xfrm>
          <a:off x="0" y="0"/>
          <a:ext cx="0" cy="0"/>
          <a:chOff x="0" y="0"/>
          <a:chExt cx="0" cy="0"/>
        </a:xfrm>
      </p:grpSpPr>
      <p:pic>
        <p:nvPicPr>
          <p:cNvPr id="20" name="Obraz 5"/>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893050" y="4838700"/>
            <a:ext cx="800100" cy="12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Prostokąt 20"/>
          <p:cNvSpPr/>
          <p:nvPr userDrawn="1"/>
        </p:nvSpPr>
        <p:spPr>
          <a:xfrm flipV="1">
            <a:off x="0" y="808038"/>
            <a:ext cx="9144000" cy="46037"/>
          </a:xfrm>
          <a:prstGeom prst="rect">
            <a:avLst/>
          </a:prstGeom>
          <a:gradFill>
            <a:gsLst>
              <a:gs pos="0">
                <a:schemeClr val="tx2"/>
              </a:gs>
              <a:gs pos="100000">
                <a:schemeClr val="accent3"/>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pl-PL">
              <a:solidFill>
                <a:prstClr val="white"/>
              </a:solidFill>
            </a:endParaRPr>
          </a:p>
        </p:txBody>
      </p:sp>
      <p:sp>
        <p:nvSpPr>
          <p:cNvPr id="42" name="Symbol zastępczy tekstu 38"/>
          <p:cNvSpPr>
            <a:spLocks noGrp="1"/>
          </p:cNvSpPr>
          <p:nvPr>
            <p:ph type="body" sz="quarter" idx="10"/>
          </p:nvPr>
        </p:nvSpPr>
        <p:spPr>
          <a:xfrm>
            <a:off x="728525" y="1157643"/>
            <a:ext cx="7965038" cy="295466"/>
          </a:xfrm>
          <a:noFill/>
        </p:spPr>
        <p:txBody>
          <a:bodyPr rtlCol="0" anchor="b">
            <a:spAutoFit/>
          </a:bodyPr>
          <a:lstStyle>
            <a:lvl1pPr marL="0" algn="l" defTabSz="457200" rtl="0" eaLnBrk="1" latinLnBrk="0" hangingPunct="1">
              <a:lnSpc>
                <a:spcPct val="110000"/>
              </a:lnSpc>
              <a:buNone/>
              <a:defRPr lang="pl-PL" sz="1200" b="1" kern="1200" smtClean="0">
                <a:solidFill>
                  <a:schemeClr val="tx1"/>
                </a:solidFill>
                <a:latin typeface="+mn-lt"/>
                <a:ea typeface="+mn-ea"/>
                <a:cs typeface="+mn-cs"/>
              </a:defRPr>
            </a:lvl1pPr>
            <a:lvl2pPr marL="0" algn="l" defTabSz="457200" rtl="0" eaLnBrk="1" latinLnBrk="0" hangingPunct="1">
              <a:lnSpc>
                <a:spcPct val="110000"/>
              </a:lnSpc>
              <a:buNone/>
              <a:defRPr lang="pl-PL" sz="900" b="0" kern="1200" smtClean="0">
                <a:solidFill>
                  <a:srgbClr val="FFFFFF"/>
                </a:solidFill>
                <a:latin typeface="+mn-lt"/>
                <a:ea typeface="+mn-ea"/>
                <a:cs typeface="+mn-cs"/>
              </a:defRPr>
            </a:lvl2pPr>
            <a:lvl3pPr marL="0" algn="l" defTabSz="457200" rtl="0" eaLnBrk="1" latinLnBrk="0" hangingPunct="1">
              <a:lnSpc>
                <a:spcPct val="110000"/>
              </a:lnSpc>
              <a:buNone/>
              <a:defRPr lang="pl-PL" sz="900" b="0" kern="1200" smtClean="0">
                <a:solidFill>
                  <a:srgbClr val="FFFFFF"/>
                </a:solidFill>
                <a:latin typeface="+mn-lt"/>
                <a:ea typeface="+mn-ea"/>
                <a:cs typeface="+mn-cs"/>
              </a:defRPr>
            </a:lvl3pPr>
            <a:lvl4pPr marL="0" algn="l" defTabSz="457200" rtl="0" eaLnBrk="1" latinLnBrk="0" hangingPunct="1">
              <a:lnSpc>
                <a:spcPct val="110000"/>
              </a:lnSpc>
              <a:buNone/>
              <a:defRPr lang="pl-PL" sz="900" b="0" kern="1200" smtClean="0">
                <a:solidFill>
                  <a:srgbClr val="FFFFFF"/>
                </a:solidFill>
                <a:latin typeface="+mn-lt"/>
                <a:ea typeface="+mn-ea"/>
                <a:cs typeface="+mn-cs"/>
              </a:defRPr>
            </a:lvl4pPr>
            <a:lvl5pPr marL="0" algn="l" defTabSz="457200" rtl="0" eaLnBrk="1" latinLnBrk="0" hangingPunct="1">
              <a:lnSpc>
                <a:spcPct val="110000"/>
              </a:lnSpc>
              <a:buNone/>
              <a:defRPr lang="pl-PL" sz="900" b="0" kern="1200" dirty="0" err="1" smtClean="0">
                <a:solidFill>
                  <a:srgbClr val="FFFFFF"/>
                </a:solidFill>
                <a:latin typeface="+mn-lt"/>
                <a:ea typeface="+mn-ea"/>
                <a:cs typeface="+mn-cs"/>
              </a:defRPr>
            </a:lvl5pPr>
          </a:lstStyle>
          <a:p>
            <a:pPr lvl="0"/>
            <a:r>
              <a:rPr lang="pl-PL"/>
              <a:t>Kliknij, aby edytować style wzorca tekstu</a:t>
            </a:r>
          </a:p>
        </p:txBody>
      </p:sp>
      <p:sp>
        <p:nvSpPr>
          <p:cNvPr id="45" name="Symbol zastępczy tekstu 38"/>
          <p:cNvSpPr>
            <a:spLocks noGrp="1"/>
          </p:cNvSpPr>
          <p:nvPr>
            <p:ph type="body" sz="quarter" idx="14"/>
          </p:nvPr>
        </p:nvSpPr>
        <p:spPr>
          <a:xfrm>
            <a:off x="726605" y="1515161"/>
            <a:ext cx="7965038" cy="295466"/>
          </a:xfrm>
          <a:noFill/>
        </p:spPr>
        <p:txBody>
          <a:bodyPr rtlCol="0" anchor="b">
            <a:spAutoFit/>
          </a:bodyPr>
          <a:lstStyle>
            <a:lvl1pPr marL="0" algn="l" defTabSz="457200" rtl="0" eaLnBrk="1" latinLnBrk="0" hangingPunct="1">
              <a:lnSpc>
                <a:spcPct val="110000"/>
              </a:lnSpc>
              <a:buNone/>
              <a:defRPr lang="pl-PL" sz="1200" b="1" kern="1200" smtClean="0">
                <a:solidFill>
                  <a:srgbClr val="26437E"/>
                </a:solidFill>
                <a:latin typeface="+mn-lt"/>
                <a:ea typeface="+mn-ea"/>
                <a:cs typeface="+mn-cs"/>
              </a:defRPr>
            </a:lvl1pPr>
            <a:lvl2pPr marL="0" algn="l" defTabSz="457200" rtl="0" eaLnBrk="1" latinLnBrk="0" hangingPunct="1">
              <a:lnSpc>
                <a:spcPct val="110000"/>
              </a:lnSpc>
              <a:buNone/>
              <a:defRPr lang="pl-PL" sz="900" b="0" kern="1200" smtClean="0">
                <a:solidFill>
                  <a:srgbClr val="FFFFFF"/>
                </a:solidFill>
                <a:latin typeface="+mn-lt"/>
                <a:ea typeface="+mn-ea"/>
                <a:cs typeface="+mn-cs"/>
              </a:defRPr>
            </a:lvl2pPr>
            <a:lvl3pPr marL="0" algn="l" defTabSz="457200" rtl="0" eaLnBrk="1" latinLnBrk="0" hangingPunct="1">
              <a:lnSpc>
                <a:spcPct val="110000"/>
              </a:lnSpc>
              <a:buNone/>
              <a:defRPr lang="pl-PL" sz="900" b="0" kern="1200" smtClean="0">
                <a:solidFill>
                  <a:srgbClr val="FFFFFF"/>
                </a:solidFill>
                <a:latin typeface="+mn-lt"/>
                <a:ea typeface="+mn-ea"/>
                <a:cs typeface="+mn-cs"/>
              </a:defRPr>
            </a:lvl3pPr>
            <a:lvl4pPr marL="0" algn="l" defTabSz="457200" rtl="0" eaLnBrk="1" latinLnBrk="0" hangingPunct="1">
              <a:lnSpc>
                <a:spcPct val="110000"/>
              </a:lnSpc>
              <a:buNone/>
              <a:defRPr lang="pl-PL" sz="900" b="0" kern="1200" smtClean="0">
                <a:solidFill>
                  <a:srgbClr val="FFFFFF"/>
                </a:solidFill>
                <a:latin typeface="+mn-lt"/>
                <a:ea typeface="+mn-ea"/>
                <a:cs typeface="+mn-cs"/>
              </a:defRPr>
            </a:lvl4pPr>
            <a:lvl5pPr marL="0" algn="l" defTabSz="457200" rtl="0" eaLnBrk="1" latinLnBrk="0" hangingPunct="1">
              <a:lnSpc>
                <a:spcPct val="110000"/>
              </a:lnSpc>
              <a:buNone/>
              <a:defRPr lang="pl-PL" sz="900" b="0" kern="1200" dirty="0" err="1" smtClean="0">
                <a:solidFill>
                  <a:srgbClr val="FFFFFF"/>
                </a:solidFill>
                <a:latin typeface="+mn-lt"/>
                <a:ea typeface="+mn-ea"/>
                <a:cs typeface="+mn-cs"/>
              </a:defRPr>
            </a:lvl5pPr>
          </a:lstStyle>
          <a:p>
            <a:pPr lvl="0"/>
            <a:r>
              <a:rPr lang="pl-PL"/>
              <a:t>Kliknij, aby edytować style wzorca tekstu</a:t>
            </a:r>
          </a:p>
        </p:txBody>
      </p:sp>
      <p:sp>
        <p:nvSpPr>
          <p:cNvPr id="9" name="Symbol zastępczy tekstu 38"/>
          <p:cNvSpPr>
            <a:spLocks noGrp="1"/>
          </p:cNvSpPr>
          <p:nvPr>
            <p:ph type="body" sz="quarter" idx="26"/>
          </p:nvPr>
        </p:nvSpPr>
        <p:spPr>
          <a:xfrm>
            <a:off x="726605" y="1868561"/>
            <a:ext cx="7965038" cy="295466"/>
          </a:xfrm>
          <a:noFill/>
        </p:spPr>
        <p:txBody>
          <a:bodyPr rtlCol="0" anchor="b">
            <a:spAutoFit/>
          </a:bodyPr>
          <a:lstStyle>
            <a:lvl1pPr marL="0" algn="l" defTabSz="457200" rtl="0" eaLnBrk="1" latinLnBrk="0" hangingPunct="1">
              <a:lnSpc>
                <a:spcPct val="110000"/>
              </a:lnSpc>
              <a:buNone/>
              <a:defRPr lang="pl-PL" sz="1200" b="1" kern="1200" smtClean="0">
                <a:solidFill>
                  <a:schemeClr val="tx1"/>
                </a:solidFill>
                <a:latin typeface="+mn-lt"/>
                <a:ea typeface="+mn-ea"/>
                <a:cs typeface="+mn-cs"/>
              </a:defRPr>
            </a:lvl1pPr>
            <a:lvl2pPr marL="0" algn="l" defTabSz="457200" rtl="0" eaLnBrk="1" latinLnBrk="0" hangingPunct="1">
              <a:lnSpc>
                <a:spcPct val="110000"/>
              </a:lnSpc>
              <a:buNone/>
              <a:defRPr lang="pl-PL" sz="900" b="0" kern="1200" smtClean="0">
                <a:solidFill>
                  <a:srgbClr val="FFFFFF"/>
                </a:solidFill>
                <a:latin typeface="+mn-lt"/>
                <a:ea typeface="+mn-ea"/>
                <a:cs typeface="+mn-cs"/>
              </a:defRPr>
            </a:lvl2pPr>
            <a:lvl3pPr marL="0" algn="l" defTabSz="457200" rtl="0" eaLnBrk="1" latinLnBrk="0" hangingPunct="1">
              <a:lnSpc>
                <a:spcPct val="110000"/>
              </a:lnSpc>
              <a:buNone/>
              <a:defRPr lang="pl-PL" sz="900" b="0" kern="1200" smtClean="0">
                <a:solidFill>
                  <a:srgbClr val="FFFFFF"/>
                </a:solidFill>
                <a:latin typeface="+mn-lt"/>
                <a:ea typeface="+mn-ea"/>
                <a:cs typeface="+mn-cs"/>
              </a:defRPr>
            </a:lvl3pPr>
            <a:lvl4pPr marL="0" algn="l" defTabSz="457200" rtl="0" eaLnBrk="1" latinLnBrk="0" hangingPunct="1">
              <a:lnSpc>
                <a:spcPct val="110000"/>
              </a:lnSpc>
              <a:buNone/>
              <a:defRPr lang="pl-PL" sz="900" b="0" kern="1200" smtClean="0">
                <a:solidFill>
                  <a:srgbClr val="FFFFFF"/>
                </a:solidFill>
                <a:latin typeface="+mn-lt"/>
                <a:ea typeface="+mn-ea"/>
                <a:cs typeface="+mn-cs"/>
              </a:defRPr>
            </a:lvl4pPr>
            <a:lvl5pPr marL="0" algn="l" defTabSz="457200" rtl="0" eaLnBrk="1" latinLnBrk="0" hangingPunct="1">
              <a:lnSpc>
                <a:spcPct val="110000"/>
              </a:lnSpc>
              <a:buNone/>
              <a:defRPr lang="pl-PL" sz="900" b="0" kern="1200" dirty="0" err="1" smtClean="0">
                <a:solidFill>
                  <a:srgbClr val="FFFFFF"/>
                </a:solidFill>
                <a:latin typeface="+mn-lt"/>
                <a:ea typeface="+mn-ea"/>
                <a:cs typeface="+mn-cs"/>
              </a:defRPr>
            </a:lvl5pPr>
          </a:lstStyle>
          <a:p>
            <a:pPr lvl="0"/>
            <a:r>
              <a:rPr lang="pl-PL"/>
              <a:t>Kliknij, aby edytować style wzorca tekstu</a:t>
            </a:r>
          </a:p>
        </p:txBody>
      </p:sp>
      <p:sp>
        <p:nvSpPr>
          <p:cNvPr id="10" name="Symbol zastępczy tekstu 38"/>
          <p:cNvSpPr>
            <a:spLocks noGrp="1"/>
          </p:cNvSpPr>
          <p:nvPr>
            <p:ph type="body" sz="quarter" idx="27"/>
          </p:nvPr>
        </p:nvSpPr>
        <p:spPr>
          <a:xfrm>
            <a:off x="724685" y="2226079"/>
            <a:ext cx="7965038" cy="295466"/>
          </a:xfrm>
          <a:noFill/>
        </p:spPr>
        <p:txBody>
          <a:bodyPr rtlCol="0" anchor="b">
            <a:spAutoFit/>
          </a:bodyPr>
          <a:lstStyle>
            <a:lvl1pPr marL="0" algn="l" defTabSz="457200" rtl="0" eaLnBrk="1" latinLnBrk="0" hangingPunct="1">
              <a:lnSpc>
                <a:spcPct val="110000"/>
              </a:lnSpc>
              <a:buNone/>
              <a:defRPr lang="pl-PL" sz="1200" b="1" kern="1200" smtClean="0">
                <a:solidFill>
                  <a:srgbClr val="26437E"/>
                </a:solidFill>
                <a:latin typeface="+mn-lt"/>
                <a:ea typeface="+mn-ea"/>
                <a:cs typeface="+mn-cs"/>
              </a:defRPr>
            </a:lvl1pPr>
            <a:lvl2pPr marL="0" algn="l" defTabSz="457200" rtl="0" eaLnBrk="1" latinLnBrk="0" hangingPunct="1">
              <a:lnSpc>
                <a:spcPct val="110000"/>
              </a:lnSpc>
              <a:buNone/>
              <a:defRPr lang="pl-PL" sz="900" b="0" kern="1200" smtClean="0">
                <a:solidFill>
                  <a:srgbClr val="FFFFFF"/>
                </a:solidFill>
                <a:latin typeface="+mn-lt"/>
                <a:ea typeface="+mn-ea"/>
                <a:cs typeface="+mn-cs"/>
              </a:defRPr>
            </a:lvl2pPr>
            <a:lvl3pPr marL="0" algn="l" defTabSz="457200" rtl="0" eaLnBrk="1" latinLnBrk="0" hangingPunct="1">
              <a:lnSpc>
                <a:spcPct val="110000"/>
              </a:lnSpc>
              <a:buNone/>
              <a:defRPr lang="pl-PL" sz="900" b="0" kern="1200" smtClean="0">
                <a:solidFill>
                  <a:srgbClr val="FFFFFF"/>
                </a:solidFill>
                <a:latin typeface="+mn-lt"/>
                <a:ea typeface="+mn-ea"/>
                <a:cs typeface="+mn-cs"/>
              </a:defRPr>
            </a:lvl3pPr>
            <a:lvl4pPr marL="0" algn="l" defTabSz="457200" rtl="0" eaLnBrk="1" latinLnBrk="0" hangingPunct="1">
              <a:lnSpc>
                <a:spcPct val="110000"/>
              </a:lnSpc>
              <a:buNone/>
              <a:defRPr lang="pl-PL" sz="900" b="0" kern="1200" smtClean="0">
                <a:solidFill>
                  <a:srgbClr val="FFFFFF"/>
                </a:solidFill>
                <a:latin typeface="+mn-lt"/>
                <a:ea typeface="+mn-ea"/>
                <a:cs typeface="+mn-cs"/>
              </a:defRPr>
            </a:lvl4pPr>
            <a:lvl5pPr marL="0" algn="l" defTabSz="457200" rtl="0" eaLnBrk="1" latinLnBrk="0" hangingPunct="1">
              <a:lnSpc>
                <a:spcPct val="110000"/>
              </a:lnSpc>
              <a:buNone/>
              <a:defRPr lang="pl-PL" sz="900" b="0" kern="1200" dirty="0" err="1" smtClean="0">
                <a:solidFill>
                  <a:srgbClr val="FFFFFF"/>
                </a:solidFill>
                <a:latin typeface="+mn-lt"/>
                <a:ea typeface="+mn-ea"/>
                <a:cs typeface="+mn-cs"/>
              </a:defRPr>
            </a:lvl5pPr>
          </a:lstStyle>
          <a:p>
            <a:pPr lvl="0"/>
            <a:r>
              <a:rPr lang="pl-PL"/>
              <a:t>Kliknij, aby edytować style wzorca tekstu</a:t>
            </a:r>
          </a:p>
        </p:txBody>
      </p:sp>
      <p:sp>
        <p:nvSpPr>
          <p:cNvPr id="13" name="Symbol zastępczy tekstu 38"/>
          <p:cNvSpPr>
            <a:spLocks noGrp="1"/>
          </p:cNvSpPr>
          <p:nvPr>
            <p:ph type="body" sz="quarter" idx="28"/>
          </p:nvPr>
        </p:nvSpPr>
        <p:spPr>
          <a:xfrm>
            <a:off x="730429" y="2580947"/>
            <a:ext cx="7965038" cy="295466"/>
          </a:xfrm>
          <a:noFill/>
        </p:spPr>
        <p:txBody>
          <a:bodyPr rtlCol="0" anchor="b">
            <a:spAutoFit/>
          </a:bodyPr>
          <a:lstStyle>
            <a:lvl1pPr marL="0" algn="l" defTabSz="457200" rtl="0" eaLnBrk="1" latinLnBrk="0" hangingPunct="1">
              <a:lnSpc>
                <a:spcPct val="110000"/>
              </a:lnSpc>
              <a:buNone/>
              <a:defRPr lang="pl-PL" sz="1200" b="1" kern="1200" smtClean="0">
                <a:solidFill>
                  <a:schemeClr val="tx1"/>
                </a:solidFill>
                <a:latin typeface="+mn-lt"/>
                <a:ea typeface="+mn-ea"/>
                <a:cs typeface="+mn-cs"/>
              </a:defRPr>
            </a:lvl1pPr>
            <a:lvl2pPr marL="0" algn="l" defTabSz="457200" rtl="0" eaLnBrk="1" latinLnBrk="0" hangingPunct="1">
              <a:lnSpc>
                <a:spcPct val="110000"/>
              </a:lnSpc>
              <a:buNone/>
              <a:defRPr lang="pl-PL" sz="900" b="0" kern="1200" smtClean="0">
                <a:solidFill>
                  <a:srgbClr val="FFFFFF"/>
                </a:solidFill>
                <a:latin typeface="+mn-lt"/>
                <a:ea typeface="+mn-ea"/>
                <a:cs typeface="+mn-cs"/>
              </a:defRPr>
            </a:lvl2pPr>
            <a:lvl3pPr marL="0" algn="l" defTabSz="457200" rtl="0" eaLnBrk="1" latinLnBrk="0" hangingPunct="1">
              <a:lnSpc>
                <a:spcPct val="110000"/>
              </a:lnSpc>
              <a:buNone/>
              <a:defRPr lang="pl-PL" sz="900" b="0" kern="1200" smtClean="0">
                <a:solidFill>
                  <a:srgbClr val="FFFFFF"/>
                </a:solidFill>
                <a:latin typeface="+mn-lt"/>
                <a:ea typeface="+mn-ea"/>
                <a:cs typeface="+mn-cs"/>
              </a:defRPr>
            </a:lvl3pPr>
            <a:lvl4pPr marL="0" algn="l" defTabSz="457200" rtl="0" eaLnBrk="1" latinLnBrk="0" hangingPunct="1">
              <a:lnSpc>
                <a:spcPct val="110000"/>
              </a:lnSpc>
              <a:buNone/>
              <a:defRPr lang="pl-PL" sz="900" b="0" kern="1200" smtClean="0">
                <a:solidFill>
                  <a:srgbClr val="FFFFFF"/>
                </a:solidFill>
                <a:latin typeface="+mn-lt"/>
                <a:ea typeface="+mn-ea"/>
                <a:cs typeface="+mn-cs"/>
              </a:defRPr>
            </a:lvl4pPr>
            <a:lvl5pPr marL="0" algn="l" defTabSz="457200" rtl="0" eaLnBrk="1" latinLnBrk="0" hangingPunct="1">
              <a:lnSpc>
                <a:spcPct val="110000"/>
              </a:lnSpc>
              <a:buNone/>
              <a:defRPr lang="pl-PL" sz="900" b="0" kern="1200" dirty="0" err="1" smtClean="0">
                <a:solidFill>
                  <a:srgbClr val="FFFFFF"/>
                </a:solidFill>
                <a:latin typeface="+mn-lt"/>
                <a:ea typeface="+mn-ea"/>
                <a:cs typeface="+mn-cs"/>
              </a:defRPr>
            </a:lvl5pPr>
          </a:lstStyle>
          <a:p>
            <a:pPr lvl="0"/>
            <a:r>
              <a:rPr lang="pl-PL"/>
              <a:t>Kliknij, aby edytować style wzorca tekstu</a:t>
            </a:r>
          </a:p>
        </p:txBody>
      </p:sp>
      <p:sp>
        <p:nvSpPr>
          <p:cNvPr id="14" name="Symbol zastępczy tekstu 38"/>
          <p:cNvSpPr>
            <a:spLocks noGrp="1"/>
          </p:cNvSpPr>
          <p:nvPr>
            <p:ph type="body" sz="quarter" idx="29"/>
          </p:nvPr>
        </p:nvSpPr>
        <p:spPr>
          <a:xfrm>
            <a:off x="728509" y="2938465"/>
            <a:ext cx="7965038" cy="295466"/>
          </a:xfrm>
          <a:noFill/>
        </p:spPr>
        <p:txBody>
          <a:bodyPr rtlCol="0" anchor="b">
            <a:spAutoFit/>
          </a:bodyPr>
          <a:lstStyle>
            <a:lvl1pPr marL="0" algn="l" defTabSz="457200" rtl="0" eaLnBrk="1" latinLnBrk="0" hangingPunct="1">
              <a:lnSpc>
                <a:spcPct val="110000"/>
              </a:lnSpc>
              <a:buNone/>
              <a:defRPr lang="pl-PL" sz="1200" b="1" kern="1200" smtClean="0">
                <a:solidFill>
                  <a:srgbClr val="26437E"/>
                </a:solidFill>
                <a:latin typeface="+mn-lt"/>
                <a:ea typeface="+mn-ea"/>
                <a:cs typeface="+mn-cs"/>
              </a:defRPr>
            </a:lvl1pPr>
            <a:lvl2pPr marL="0" algn="l" defTabSz="457200" rtl="0" eaLnBrk="1" latinLnBrk="0" hangingPunct="1">
              <a:lnSpc>
                <a:spcPct val="110000"/>
              </a:lnSpc>
              <a:buNone/>
              <a:defRPr lang="pl-PL" sz="900" b="0" kern="1200" smtClean="0">
                <a:solidFill>
                  <a:srgbClr val="FFFFFF"/>
                </a:solidFill>
                <a:latin typeface="+mn-lt"/>
                <a:ea typeface="+mn-ea"/>
                <a:cs typeface="+mn-cs"/>
              </a:defRPr>
            </a:lvl2pPr>
            <a:lvl3pPr marL="0" algn="l" defTabSz="457200" rtl="0" eaLnBrk="1" latinLnBrk="0" hangingPunct="1">
              <a:lnSpc>
                <a:spcPct val="110000"/>
              </a:lnSpc>
              <a:buNone/>
              <a:defRPr lang="pl-PL" sz="900" b="0" kern="1200" smtClean="0">
                <a:solidFill>
                  <a:srgbClr val="FFFFFF"/>
                </a:solidFill>
                <a:latin typeface="+mn-lt"/>
                <a:ea typeface="+mn-ea"/>
                <a:cs typeface="+mn-cs"/>
              </a:defRPr>
            </a:lvl3pPr>
            <a:lvl4pPr marL="0" algn="l" defTabSz="457200" rtl="0" eaLnBrk="1" latinLnBrk="0" hangingPunct="1">
              <a:lnSpc>
                <a:spcPct val="110000"/>
              </a:lnSpc>
              <a:buNone/>
              <a:defRPr lang="pl-PL" sz="900" b="0" kern="1200" smtClean="0">
                <a:solidFill>
                  <a:srgbClr val="FFFFFF"/>
                </a:solidFill>
                <a:latin typeface="+mn-lt"/>
                <a:ea typeface="+mn-ea"/>
                <a:cs typeface="+mn-cs"/>
              </a:defRPr>
            </a:lvl4pPr>
            <a:lvl5pPr marL="0" algn="l" defTabSz="457200" rtl="0" eaLnBrk="1" latinLnBrk="0" hangingPunct="1">
              <a:lnSpc>
                <a:spcPct val="110000"/>
              </a:lnSpc>
              <a:buNone/>
              <a:defRPr lang="pl-PL" sz="900" b="0" kern="1200" dirty="0" err="1" smtClean="0">
                <a:solidFill>
                  <a:srgbClr val="FFFFFF"/>
                </a:solidFill>
                <a:latin typeface="+mn-lt"/>
                <a:ea typeface="+mn-ea"/>
                <a:cs typeface="+mn-cs"/>
              </a:defRPr>
            </a:lvl5pPr>
          </a:lstStyle>
          <a:p>
            <a:pPr lvl="0"/>
            <a:r>
              <a:rPr lang="pl-PL"/>
              <a:t>Kliknij, aby edytować style wzorca tekstu</a:t>
            </a:r>
          </a:p>
        </p:txBody>
      </p:sp>
      <p:sp>
        <p:nvSpPr>
          <p:cNvPr id="15" name="Symbol zastępczy tekstu 38"/>
          <p:cNvSpPr>
            <a:spLocks noGrp="1"/>
          </p:cNvSpPr>
          <p:nvPr>
            <p:ph type="body" sz="quarter" idx="30"/>
          </p:nvPr>
        </p:nvSpPr>
        <p:spPr>
          <a:xfrm>
            <a:off x="732349" y="3291310"/>
            <a:ext cx="7965038" cy="295466"/>
          </a:xfrm>
          <a:noFill/>
        </p:spPr>
        <p:txBody>
          <a:bodyPr rtlCol="0" anchor="b">
            <a:spAutoFit/>
          </a:bodyPr>
          <a:lstStyle>
            <a:lvl1pPr marL="0" algn="l" defTabSz="457200" rtl="0" eaLnBrk="1" latinLnBrk="0" hangingPunct="1">
              <a:lnSpc>
                <a:spcPct val="110000"/>
              </a:lnSpc>
              <a:buNone/>
              <a:defRPr lang="pl-PL" sz="1200" b="1" kern="1200" smtClean="0">
                <a:solidFill>
                  <a:schemeClr val="tx1"/>
                </a:solidFill>
                <a:latin typeface="+mn-lt"/>
                <a:ea typeface="+mn-ea"/>
                <a:cs typeface="+mn-cs"/>
              </a:defRPr>
            </a:lvl1pPr>
            <a:lvl2pPr marL="0" algn="l" defTabSz="457200" rtl="0" eaLnBrk="1" latinLnBrk="0" hangingPunct="1">
              <a:lnSpc>
                <a:spcPct val="110000"/>
              </a:lnSpc>
              <a:buNone/>
              <a:defRPr lang="pl-PL" sz="900" b="0" kern="1200" smtClean="0">
                <a:solidFill>
                  <a:srgbClr val="FFFFFF"/>
                </a:solidFill>
                <a:latin typeface="+mn-lt"/>
                <a:ea typeface="+mn-ea"/>
                <a:cs typeface="+mn-cs"/>
              </a:defRPr>
            </a:lvl2pPr>
            <a:lvl3pPr marL="0" algn="l" defTabSz="457200" rtl="0" eaLnBrk="1" latinLnBrk="0" hangingPunct="1">
              <a:lnSpc>
                <a:spcPct val="110000"/>
              </a:lnSpc>
              <a:buNone/>
              <a:defRPr lang="pl-PL" sz="900" b="0" kern="1200" smtClean="0">
                <a:solidFill>
                  <a:srgbClr val="FFFFFF"/>
                </a:solidFill>
                <a:latin typeface="+mn-lt"/>
                <a:ea typeface="+mn-ea"/>
                <a:cs typeface="+mn-cs"/>
              </a:defRPr>
            </a:lvl3pPr>
            <a:lvl4pPr marL="0" algn="l" defTabSz="457200" rtl="0" eaLnBrk="1" latinLnBrk="0" hangingPunct="1">
              <a:lnSpc>
                <a:spcPct val="110000"/>
              </a:lnSpc>
              <a:buNone/>
              <a:defRPr lang="pl-PL" sz="900" b="0" kern="1200" smtClean="0">
                <a:solidFill>
                  <a:srgbClr val="FFFFFF"/>
                </a:solidFill>
                <a:latin typeface="+mn-lt"/>
                <a:ea typeface="+mn-ea"/>
                <a:cs typeface="+mn-cs"/>
              </a:defRPr>
            </a:lvl4pPr>
            <a:lvl5pPr marL="0" algn="l" defTabSz="457200" rtl="0" eaLnBrk="1" latinLnBrk="0" hangingPunct="1">
              <a:lnSpc>
                <a:spcPct val="110000"/>
              </a:lnSpc>
              <a:buNone/>
              <a:defRPr lang="pl-PL" sz="900" b="0" kern="1200" dirty="0" err="1" smtClean="0">
                <a:solidFill>
                  <a:srgbClr val="FFFFFF"/>
                </a:solidFill>
                <a:latin typeface="+mn-lt"/>
                <a:ea typeface="+mn-ea"/>
                <a:cs typeface="+mn-cs"/>
              </a:defRPr>
            </a:lvl5pPr>
          </a:lstStyle>
          <a:p>
            <a:pPr lvl="0"/>
            <a:r>
              <a:rPr lang="pl-PL"/>
              <a:t>Kliknij, aby edytować style wzorca tekstu</a:t>
            </a:r>
          </a:p>
        </p:txBody>
      </p:sp>
      <p:sp>
        <p:nvSpPr>
          <p:cNvPr id="16" name="Symbol zastępczy tekstu 38"/>
          <p:cNvSpPr>
            <a:spLocks noGrp="1"/>
          </p:cNvSpPr>
          <p:nvPr>
            <p:ph type="body" sz="quarter" idx="31"/>
          </p:nvPr>
        </p:nvSpPr>
        <p:spPr>
          <a:xfrm>
            <a:off x="730429" y="3648828"/>
            <a:ext cx="7965038" cy="295466"/>
          </a:xfrm>
          <a:noFill/>
        </p:spPr>
        <p:txBody>
          <a:bodyPr rtlCol="0" anchor="b">
            <a:spAutoFit/>
          </a:bodyPr>
          <a:lstStyle>
            <a:lvl1pPr marL="0" algn="l" defTabSz="457200" rtl="0" eaLnBrk="1" latinLnBrk="0" hangingPunct="1">
              <a:lnSpc>
                <a:spcPct val="110000"/>
              </a:lnSpc>
              <a:buNone/>
              <a:defRPr lang="pl-PL" sz="1200" b="1" kern="1200" smtClean="0">
                <a:solidFill>
                  <a:srgbClr val="26437E"/>
                </a:solidFill>
                <a:latin typeface="+mn-lt"/>
                <a:ea typeface="+mn-ea"/>
                <a:cs typeface="+mn-cs"/>
              </a:defRPr>
            </a:lvl1pPr>
            <a:lvl2pPr marL="0" algn="l" defTabSz="457200" rtl="0" eaLnBrk="1" latinLnBrk="0" hangingPunct="1">
              <a:lnSpc>
                <a:spcPct val="110000"/>
              </a:lnSpc>
              <a:buNone/>
              <a:defRPr lang="pl-PL" sz="900" b="0" kern="1200" smtClean="0">
                <a:solidFill>
                  <a:srgbClr val="FFFFFF"/>
                </a:solidFill>
                <a:latin typeface="+mn-lt"/>
                <a:ea typeface="+mn-ea"/>
                <a:cs typeface="+mn-cs"/>
              </a:defRPr>
            </a:lvl2pPr>
            <a:lvl3pPr marL="0" algn="l" defTabSz="457200" rtl="0" eaLnBrk="1" latinLnBrk="0" hangingPunct="1">
              <a:lnSpc>
                <a:spcPct val="110000"/>
              </a:lnSpc>
              <a:buNone/>
              <a:defRPr lang="pl-PL" sz="900" b="0" kern="1200" smtClean="0">
                <a:solidFill>
                  <a:srgbClr val="FFFFFF"/>
                </a:solidFill>
                <a:latin typeface="+mn-lt"/>
                <a:ea typeface="+mn-ea"/>
                <a:cs typeface="+mn-cs"/>
              </a:defRPr>
            </a:lvl3pPr>
            <a:lvl4pPr marL="0" algn="l" defTabSz="457200" rtl="0" eaLnBrk="1" latinLnBrk="0" hangingPunct="1">
              <a:lnSpc>
                <a:spcPct val="110000"/>
              </a:lnSpc>
              <a:buNone/>
              <a:defRPr lang="pl-PL" sz="900" b="0" kern="1200" smtClean="0">
                <a:solidFill>
                  <a:srgbClr val="FFFFFF"/>
                </a:solidFill>
                <a:latin typeface="+mn-lt"/>
                <a:ea typeface="+mn-ea"/>
                <a:cs typeface="+mn-cs"/>
              </a:defRPr>
            </a:lvl4pPr>
            <a:lvl5pPr marL="0" algn="l" defTabSz="457200" rtl="0" eaLnBrk="1" latinLnBrk="0" hangingPunct="1">
              <a:lnSpc>
                <a:spcPct val="110000"/>
              </a:lnSpc>
              <a:buNone/>
              <a:defRPr lang="pl-PL" sz="900" b="0" kern="1200" dirty="0" err="1" smtClean="0">
                <a:solidFill>
                  <a:srgbClr val="FFFFFF"/>
                </a:solidFill>
                <a:latin typeface="+mn-lt"/>
                <a:ea typeface="+mn-ea"/>
                <a:cs typeface="+mn-cs"/>
              </a:defRPr>
            </a:lvl5pPr>
          </a:lstStyle>
          <a:p>
            <a:pPr lvl="0"/>
            <a:r>
              <a:rPr lang="pl-PL"/>
              <a:t>Kliknij, aby edytować style wzorca tekstu</a:t>
            </a:r>
          </a:p>
        </p:txBody>
      </p:sp>
      <p:sp>
        <p:nvSpPr>
          <p:cNvPr id="17" name="Symbol zastępczy tekstu 38"/>
          <p:cNvSpPr>
            <a:spLocks noGrp="1"/>
          </p:cNvSpPr>
          <p:nvPr>
            <p:ph type="body" sz="quarter" idx="32"/>
          </p:nvPr>
        </p:nvSpPr>
        <p:spPr>
          <a:xfrm>
            <a:off x="734269" y="3997627"/>
            <a:ext cx="7965038" cy="295466"/>
          </a:xfrm>
          <a:noFill/>
        </p:spPr>
        <p:txBody>
          <a:bodyPr rtlCol="0" anchor="b">
            <a:spAutoFit/>
          </a:bodyPr>
          <a:lstStyle>
            <a:lvl1pPr marL="0" algn="l" defTabSz="457200" rtl="0" eaLnBrk="1" latinLnBrk="0" hangingPunct="1">
              <a:lnSpc>
                <a:spcPct val="110000"/>
              </a:lnSpc>
              <a:buNone/>
              <a:defRPr lang="pl-PL" sz="1200" b="1" kern="1200" smtClean="0">
                <a:solidFill>
                  <a:schemeClr val="tx1"/>
                </a:solidFill>
                <a:latin typeface="+mn-lt"/>
                <a:ea typeface="+mn-ea"/>
                <a:cs typeface="+mn-cs"/>
              </a:defRPr>
            </a:lvl1pPr>
            <a:lvl2pPr marL="0" algn="l" defTabSz="457200" rtl="0" eaLnBrk="1" latinLnBrk="0" hangingPunct="1">
              <a:lnSpc>
                <a:spcPct val="110000"/>
              </a:lnSpc>
              <a:buNone/>
              <a:defRPr lang="pl-PL" sz="900" b="0" kern="1200" smtClean="0">
                <a:solidFill>
                  <a:srgbClr val="FFFFFF"/>
                </a:solidFill>
                <a:latin typeface="+mn-lt"/>
                <a:ea typeface="+mn-ea"/>
                <a:cs typeface="+mn-cs"/>
              </a:defRPr>
            </a:lvl2pPr>
            <a:lvl3pPr marL="0" algn="l" defTabSz="457200" rtl="0" eaLnBrk="1" latinLnBrk="0" hangingPunct="1">
              <a:lnSpc>
                <a:spcPct val="110000"/>
              </a:lnSpc>
              <a:buNone/>
              <a:defRPr lang="pl-PL" sz="900" b="0" kern="1200" smtClean="0">
                <a:solidFill>
                  <a:srgbClr val="FFFFFF"/>
                </a:solidFill>
                <a:latin typeface="+mn-lt"/>
                <a:ea typeface="+mn-ea"/>
                <a:cs typeface="+mn-cs"/>
              </a:defRPr>
            </a:lvl3pPr>
            <a:lvl4pPr marL="0" algn="l" defTabSz="457200" rtl="0" eaLnBrk="1" latinLnBrk="0" hangingPunct="1">
              <a:lnSpc>
                <a:spcPct val="110000"/>
              </a:lnSpc>
              <a:buNone/>
              <a:defRPr lang="pl-PL" sz="900" b="0" kern="1200" smtClean="0">
                <a:solidFill>
                  <a:srgbClr val="FFFFFF"/>
                </a:solidFill>
                <a:latin typeface="+mn-lt"/>
                <a:ea typeface="+mn-ea"/>
                <a:cs typeface="+mn-cs"/>
              </a:defRPr>
            </a:lvl4pPr>
            <a:lvl5pPr marL="0" algn="l" defTabSz="457200" rtl="0" eaLnBrk="1" latinLnBrk="0" hangingPunct="1">
              <a:lnSpc>
                <a:spcPct val="110000"/>
              </a:lnSpc>
              <a:buNone/>
              <a:defRPr lang="pl-PL" sz="900" b="0" kern="1200" dirty="0" err="1" smtClean="0">
                <a:solidFill>
                  <a:srgbClr val="FFFFFF"/>
                </a:solidFill>
                <a:latin typeface="+mn-lt"/>
                <a:ea typeface="+mn-ea"/>
                <a:cs typeface="+mn-cs"/>
              </a:defRPr>
            </a:lvl5pPr>
          </a:lstStyle>
          <a:p>
            <a:pPr lvl="0"/>
            <a:r>
              <a:rPr lang="pl-PL"/>
              <a:t>Kliknij, aby edytować style wzorca tekstu</a:t>
            </a:r>
          </a:p>
        </p:txBody>
      </p:sp>
      <p:sp>
        <p:nvSpPr>
          <p:cNvPr id="18" name="Symbol zastępczy tekstu 38"/>
          <p:cNvSpPr>
            <a:spLocks noGrp="1"/>
          </p:cNvSpPr>
          <p:nvPr>
            <p:ph type="body" sz="quarter" idx="33"/>
          </p:nvPr>
        </p:nvSpPr>
        <p:spPr>
          <a:xfrm>
            <a:off x="732349" y="4355145"/>
            <a:ext cx="7965038" cy="295466"/>
          </a:xfrm>
          <a:noFill/>
        </p:spPr>
        <p:txBody>
          <a:bodyPr rtlCol="0" anchor="b">
            <a:spAutoFit/>
          </a:bodyPr>
          <a:lstStyle>
            <a:lvl1pPr marL="0" algn="l" defTabSz="457200" rtl="0" eaLnBrk="1" latinLnBrk="0" hangingPunct="1">
              <a:lnSpc>
                <a:spcPct val="110000"/>
              </a:lnSpc>
              <a:buNone/>
              <a:defRPr lang="pl-PL" sz="1200" b="1" kern="1200" smtClean="0">
                <a:solidFill>
                  <a:srgbClr val="26437E"/>
                </a:solidFill>
                <a:latin typeface="+mn-lt"/>
                <a:ea typeface="+mn-ea"/>
                <a:cs typeface="+mn-cs"/>
              </a:defRPr>
            </a:lvl1pPr>
            <a:lvl2pPr marL="0" algn="l" defTabSz="457200" rtl="0" eaLnBrk="1" latinLnBrk="0" hangingPunct="1">
              <a:lnSpc>
                <a:spcPct val="110000"/>
              </a:lnSpc>
              <a:buNone/>
              <a:defRPr lang="pl-PL" sz="900" b="0" kern="1200" smtClean="0">
                <a:solidFill>
                  <a:srgbClr val="FFFFFF"/>
                </a:solidFill>
                <a:latin typeface="+mn-lt"/>
                <a:ea typeface="+mn-ea"/>
                <a:cs typeface="+mn-cs"/>
              </a:defRPr>
            </a:lvl2pPr>
            <a:lvl3pPr marL="0" algn="l" defTabSz="457200" rtl="0" eaLnBrk="1" latinLnBrk="0" hangingPunct="1">
              <a:lnSpc>
                <a:spcPct val="110000"/>
              </a:lnSpc>
              <a:buNone/>
              <a:defRPr lang="pl-PL" sz="900" b="0" kern="1200" smtClean="0">
                <a:solidFill>
                  <a:srgbClr val="FFFFFF"/>
                </a:solidFill>
                <a:latin typeface="+mn-lt"/>
                <a:ea typeface="+mn-ea"/>
                <a:cs typeface="+mn-cs"/>
              </a:defRPr>
            </a:lvl3pPr>
            <a:lvl4pPr marL="0" algn="l" defTabSz="457200" rtl="0" eaLnBrk="1" latinLnBrk="0" hangingPunct="1">
              <a:lnSpc>
                <a:spcPct val="110000"/>
              </a:lnSpc>
              <a:buNone/>
              <a:defRPr lang="pl-PL" sz="900" b="0" kern="1200" smtClean="0">
                <a:solidFill>
                  <a:srgbClr val="FFFFFF"/>
                </a:solidFill>
                <a:latin typeface="+mn-lt"/>
                <a:ea typeface="+mn-ea"/>
                <a:cs typeface="+mn-cs"/>
              </a:defRPr>
            </a:lvl4pPr>
            <a:lvl5pPr marL="0" algn="l" defTabSz="457200" rtl="0" eaLnBrk="1" latinLnBrk="0" hangingPunct="1">
              <a:lnSpc>
                <a:spcPct val="110000"/>
              </a:lnSpc>
              <a:buNone/>
              <a:defRPr lang="pl-PL" sz="900" b="0" kern="1200" dirty="0" err="1" smtClean="0">
                <a:solidFill>
                  <a:srgbClr val="FFFFFF"/>
                </a:solidFill>
                <a:latin typeface="+mn-lt"/>
                <a:ea typeface="+mn-ea"/>
                <a:cs typeface="+mn-cs"/>
              </a:defRPr>
            </a:lvl5pPr>
          </a:lstStyle>
          <a:p>
            <a:pPr lvl="0"/>
            <a:r>
              <a:rPr lang="pl-PL"/>
              <a:t>Kliknij, aby edytować style wzorca tekstu</a:t>
            </a:r>
          </a:p>
        </p:txBody>
      </p:sp>
      <p:sp>
        <p:nvSpPr>
          <p:cNvPr id="19" name="Symbol zastępczy tekstu 17"/>
          <p:cNvSpPr>
            <a:spLocks noGrp="1"/>
          </p:cNvSpPr>
          <p:nvPr>
            <p:ph type="body" sz="quarter" idx="25"/>
          </p:nvPr>
        </p:nvSpPr>
        <p:spPr>
          <a:xfrm>
            <a:off x="457200" y="109001"/>
            <a:ext cx="8235950" cy="692865"/>
          </a:xfrm>
        </p:spPr>
        <p:txBody>
          <a:bodyPr lIns="0" rIns="0" anchor="b">
            <a:normAutofit/>
          </a:bodyPr>
          <a:lstStyle>
            <a:lvl1pPr marL="0" indent="0">
              <a:buNone/>
              <a:defRPr lang="pl-PL" sz="2000" b="1" kern="1200" baseline="0" dirty="0">
                <a:solidFill>
                  <a:schemeClr val="tx1"/>
                </a:solidFill>
                <a:latin typeface="+mj-lt"/>
                <a:ea typeface="+mj-ea"/>
                <a:cs typeface="+mj-cs"/>
              </a:defRPr>
            </a:lvl1pPr>
          </a:lstStyle>
          <a:p>
            <a:pPr lvl="0"/>
            <a:r>
              <a:rPr lang="pl-PL"/>
              <a:t>Kliknij, aby edytować style wzorca tekstu</a:t>
            </a:r>
          </a:p>
        </p:txBody>
      </p:sp>
    </p:spTree>
    <p:extLst>
      <p:ext uri="{BB962C8B-B14F-4D97-AF65-F5344CB8AC3E}">
        <p14:creationId xmlns:p14="http://schemas.microsoft.com/office/powerpoint/2010/main" val="29615876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dna Step 4">
    <p:bg>
      <p:bgPr>
        <a:blipFill dpi="0" rotWithShape="0">
          <a:blip r:embed="rId2"/>
          <a:srcRect/>
          <a:stretch>
            <a:fillRect/>
          </a:stretch>
        </a:blipFill>
        <a:effectLst/>
      </p:bgPr>
    </p:bg>
    <p:spTree>
      <p:nvGrpSpPr>
        <p:cNvPr id="1" name=""/>
        <p:cNvGrpSpPr/>
        <p:nvPr/>
      </p:nvGrpSpPr>
      <p:grpSpPr>
        <a:xfrm>
          <a:off x="0" y="0"/>
          <a:ext cx="0" cy="0"/>
          <a:chOff x="0" y="0"/>
          <a:chExt cx="0" cy="0"/>
        </a:xfrm>
      </p:grpSpPr>
      <p:pic>
        <p:nvPicPr>
          <p:cNvPr id="26" name="Obraz 5"/>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893050" y="4838700"/>
            <a:ext cx="800100" cy="12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 name="Prostokąt 26"/>
          <p:cNvSpPr/>
          <p:nvPr userDrawn="1"/>
        </p:nvSpPr>
        <p:spPr>
          <a:xfrm flipV="1">
            <a:off x="0" y="808038"/>
            <a:ext cx="9144000" cy="46037"/>
          </a:xfrm>
          <a:prstGeom prst="rect">
            <a:avLst/>
          </a:prstGeom>
          <a:gradFill>
            <a:gsLst>
              <a:gs pos="0">
                <a:schemeClr val="tx2"/>
              </a:gs>
              <a:gs pos="100000">
                <a:schemeClr val="accent3"/>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pl-PL">
              <a:solidFill>
                <a:prstClr val="white"/>
              </a:solidFill>
            </a:endParaRPr>
          </a:p>
        </p:txBody>
      </p:sp>
      <p:sp>
        <p:nvSpPr>
          <p:cNvPr id="41" name="Symbol zastępczy tekstu 38"/>
          <p:cNvSpPr>
            <a:spLocks noGrp="1"/>
          </p:cNvSpPr>
          <p:nvPr>
            <p:ph type="body" sz="quarter" idx="12"/>
          </p:nvPr>
        </p:nvSpPr>
        <p:spPr>
          <a:xfrm>
            <a:off x="457200" y="1321283"/>
            <a:ext cx="851879" cy="227755"/>
          </a:xfrm>
          <a:noFill/>
        </p:spPr>
        <p:txBody>
          <a:bodyPr rtlCol="0" anchor="ctr">
            <a:spAutoFit/>
          </a:bodyPr>
          <a:lstStyle>
            <a:lvl1pPr marL="0" algn="r" defTabSz="457200" rtl="0" eaLnBrk="1" latinLnBrk="0" hangingPunct="1">
              <a:lnSpc>
                <a:spcPct val="110000"/>
              </a:lnSpc>
              <a:buNone/>
              <a:defRPr lang="pl-PL" sz="800" b="0" kern="1200" baseline="0" dirty="0" smtClean="0">
                <a:solidFill>
                  <a:srgbClr val="26437E"/>
                </a:solidFill>
                <a:latin typeface="+mn-lt"/>
                <a:ea typeface="+mn-ea"/>
                <a:cs typeface="+mn-cs"/>
              </a:defRPr>
            </a:lvl1pPr>
            <a:lvl2pPr marL="0" algn="l" defTabSz="457200" rtl="0" eaLnBrk="1" latinLnBrk="0" hangingPunct="1">
              <a:lnSpc>
                <a:spcPct val="110000"/>
              </a:lnSpc>
              <a:buNone/>
              <a:defRPr lang="pl-PL" sz="900" b="0" kern="1200" smtClean="0">
                <a:solidFill>
                  <a:srgbClr val="FFFFFF"/>
                </a:solidFill>
                <a:latin typeface="+mn-lt"/>
                <a:ea typeface="+mn-ea"/>
                <a:cs typeface="+mn-cs"/>
              </a:defRPr>
            </a:lvl2pPr>
            <a:lvl3pPr marL="0" algn="l" defTabSz="457200" rtl="0" eaLnBrk="1" latinLnBrk="0" hangingPunct="1">
              <a:lnSpc>
                <a:spcPct val="110000"/>
              </a:lnSpc>
              <a:buNone/>
              <a:defRPr lang="pl-PL" sz="900" b="0" kern="1200" smtClean="0">
                <a:solidFill>
                  <a:srgbClr val="FFFFFF"/>
                </a:solidFill>
                <a:latin typeface="+mn-lt"/>
                <a:ea typeface="+mn-ea"/>
                <a:cs typeface="+mn-cs"/>
              </a:defRPr>
            </a:lvl3pPr>
            <a:lvl4pPr marL="0" algn="l" defTabSz="457200" rtl="0" eaLnBrk="1" latinLnBrk="0" hangingPunct="1">
              <a:lnSpc>
                <a:spcPct val="110000"/>
              </a:lnSpc>
              <a:buNone/>
              <a:defRPr lang="pl-PL" sz="900" b="0" kern="1200" smtClean="0">
                <a:solidFill>
                  <a:srgbClr val="FFFFFF"/>
                </a:solidFill>
                <a:latin typeface="+mn-lt"/>
                <a:ea typeface="+mn-ea"/>
                <a:cs typeface="+mn-cs"/>
              </a:defRPr>
            </a:lvl4pPr>
            <a:lvl5pPr marL="0" algn="l" defTabSz="457200" rtl="0" eaLnBrk="1" latinLnBrk="0" hangingPunct="1">
              <a:lnSpc>
                <a:spcPct val="110000"/>
              </a:lnSpc>
              <a:buNone/>
              <a:defRPr lang="pl-PL" sz="900" b="0" kern="1200" dirty="0" err="1" smtClean="0">
                <a:solidFill>
                  <a:srgbClr val="FFFFFF"/>
                </a:solidFill>
                <a:latin typeface="+mn-lt"/>
                <a:ea typeface="+mn-ea"/>
                <a:cs typeface="+mn-cs"/>
              </a:defRPr>
            </a:lvl5pPr>
          </a:lstStyle>
          <a:p>
            <a:pPr lvl="0"/>
            <a:r>
              <a:rPr lang="pl-PL"/>
              <a:t>Kliknij, aby edytować style wzorca tekstu</a:t>
            </a:r>
          </a:p>
        </p:txBody>
      </p:sp>
      <p:sp>
        <p:nvSpPr>
          <p:cNvPr id="42" name="Symbol zastępczy tekstu 38"/>
          <p:cNvSpPr>
            <a:spLocks noGrp="1"/>
          </p:cNvSpPr>
          <p:nvPr>
            <p:ph type="body" sz="quarter" idx="10"/>
          </p:nvPr>
        </p:nvSpPr>
        <p:spPr>
          <a:xfrm>
            <a:off x="1581529" y="1196181"/>
            <a:ext cx="7112017" cy="295466"/>
          </a:xfrm>
          <a:noFill/>
        </p:spPr>
        <p:txBody>
          <a:bodyPr rtlCol="0" anchor="b">
            <a:spAutoFit/>
          </a:bodyPr>
          <a:lstStyle>
            <a:lvl1pPr marL="0" algn="l" defTabSz="457200" rtl="0" eaLnBrk="1" latinLnBrk="0" hangingPunct="1">
              <a:lnSpc>
                <a:spcPct val="110000"/>
              </a:lnSpc>
              <a:buNone/>
              <a:defRPr lang="pl-PL" sz="1200" b="1" kern="1200" smtClean="0">
                <a:solidFill>
                  <a:schemeClr val="tx1"/>
                </a:solidFill>
                <a:latin typeface="+mn-lt"/>
                <a:ea typeface="+mn-ea"/>
                <a:cs typeface="+mn-cs"/>
              </a:defRPr>
            </a:lvl1pPr>
            <a:lvl2pPr marL="0" algn="l" defTabSz="457200" rtl="0" eaLnBrk="1" latinLnBrk="0" hangingPunct="1">
              <a:lnSpc>
                <a:spcPct val="110000"/>
              </a:lnSpc>
              <a:buNone/>
              <a:defRPr lang="pl-PL" sz="900" b="0" kern="1200" smtClean="0">
                <a:solidFill>
                  <a:srgbClr val="FFFFFF"/>
                </a:solidFill>
                <a:latin typeface="+mn-lt"/>
                <a:ea typeface="+mn-ea"/>
                <a:cs typeface="+mn-cs"/>
              </a:defRPr>
            </a:lvl2pPr>
            <a:lvl3pPr marL="0" algn="l" defTabSz="457200" rtl="0" eaLnBrk="1" latinLnBrk="0" hangingPunct="1">
              <a:lnSpc>
                <a:spcPct val="110000"/>
              </a:lnSpc>
              <a:buNone/>
              <a:defRPr lang="pl-PL" sz="900" b="0" kern="1200" smtClean="0">
                <a:solidFill>
                  <a:srgbClr val="FFFFFF"/>
                </a:solidFill>
                <a:latin typeface="+mn-lt"/>
                <a:ea typeface="+mn-ea"/>
                <a:cs typeface="+mn-cs"/>
              </a:defRPr>
            </a:lvl3pPr>
            <a:lvl4pPr marL="0" algn="l" defTabSz="457200" rtl="0" eaLnBrk="1" latinLnBrk="0" hangingPunct="1">
              <a:lnSpc>
                <a:spcPct val="110000"/>
              </a:lnSpc>
              <a:buNone/>
              <a:defRPr lang="pl-PL" sz="900" b="0" kern="1200" smtClean="0">
                <a:solidFill>
                  <a:srgbClr val="FFFFFF"/>
                </a:solidFill>
                <a:latin typeface="+mn-lt"/>
                <a:ea typeface="+mn-ea"/>
                <a:cs typeface="+mn-cs"/>
              </a:defRPr>
            </a:lvl4pPr>
            <a:lvl5pPr marL="0" algn="l" defTabSz="457200" rtl="0" eaLnBrk="1" latinLnBrk="0" hangingPunct="1">
              <a:lnSpc>
                <a:spcPct val="110000"/>
              </a:lnSpc>
              <a:buNone/>
              <a:defRPr lang="pl-PL" sz="900" b="0" kern="1200" dirty="0" err="1" smtClean="0">
                <a:solidFill>
                  <a:srgbClr val="FFFFFF"/>
                </a:solidFill>
                <a:latin typeface="+mn-lt"/>
                <a:ea typeface="+mn-ea"/>
                <a:cs typeface="+mn-cs"/>
              </a:defRPr>
            </a:lvl5pPr>
          </a:lstStyle>
          <a:p>
            <a:pPr lvl="0"/>
            <a:r>
              <a:rPr lang="pl-PL"/>
              <a:t>Kliknij, aby edytować style wzorca tekstu</a:t>
            </a:r>
          </a:p>
        </p:txBody>
      </p:sp>
      <p:sp>
        <p:nvSpPr>
          <p:cNvPr id="43" name="Symbol zastępczy tekstu 38"/>
          <p:cNvSpPr>
            <a:spLocks noGrp="1"/>
          </p:cNvSpPr>
          <p:nvPr>
            <p:ph type="body" sz="quarter" idx="11"/>
          </p:nvPr>
        </p:nvSpPr>
        <p:spPr>
          <a:xfrm>
            <a:off x="1579609" y="1403930"/>
            <a:ext cx="7113937" cy="278538"/>
          </a:xfrm>
          <a:noFill/>
        </p:spPr>
        <p:txBody>
          <a:bodyPr rtlCol="0" anchor="b">
            <a:spAutoFit/>
          </a:bodyPr>
          <a:lstStyle>
            <a:lvl1pPr marL="0" algn="l" defTabSz="457200" rtl="0" eaLnBrk="1" latinLnBrk="0" hangingPunct="1">
              <a:lnSpc>
                <a:spcPct val="110000"/>
              </a:lnSpc>
              <a:buNone/>
              <a:defRPr lang="pl-PL" sz="1100" b="0" kern="1200" dirty="0" smtClean="0">
                <a:solidFill>
                  <a:srgbClr val="242424"/>
                </a:solidFill>
                <a:latin typeface="+mn-lt"/>
                <a:ea typeface="+mn-ea"/>
                <a:cs typeface="+mn-cs"/>
              </a:defRPr>
            </a:lvl1pPr>
            <a:lvl2pPr marL="0" algn="l" defTabSz="457200" rtl="0" eaLnBrk="1" latinLnBrk="0" hangingPunct="1">
              <a:lnSpc>
                <a:spcPct val="110000"/>
              </a:lnSpc>
              <a:buNone/>
              <a:defRPr lang="pl-PL" sz="900" b="0" kern="1200" smtClean="0">
                <a:solidFill>
                  <a:srgbClr val="FFFFFF"/>
                </a:solidFill>
                <a:latin typeface="+mn-lt"/>
                <a:ea typeface="+mn-ea"/>
                <a:cs typeface="+mn-cs"/>
              </a:defRPr>
            </a:lvl2pPr>
            <a:lvl3pPr marL="0" algn="l" defTabSz="457200" rtl="0" eaLnBrk="1" latinLnBrk="0" hangingPunct="1">
              <a:lnSpc>
                <a:spcPct val="110000"/>
              </a:lnSpc>
              <a:buNone/>
              <a:defRPr lang="pl-PL" sz="900" b="0" kern="1200" smtClean="0">
                <a:solidFill>
                  <a:srgbClr val="FFFFFF"/>
                </a:solidFill>
                <a:latin typeface="+mn-lt"/>
                <a:ea typeface="+mn-ea"/>
                <a:cs typeface="+mn-cs"/>
              </a:defRPr>
            </a:lvl3pPr>
            <a:lvl4pPr marL="0" algn="l" defTabSz="457200" rtl="0" eaLnBrk="1" latinLnBrk="0" hangingPunct="1">
              <a:lnSpc>
                <a:spcPct val="110000"/>
              </a:lnSpc>
              <a:buNone/>
              <a:defRPr lang="pl-PL" sz="900" b="0" kern="1200" smtClean="0">
                <a:solidFill>
                  <a:srgbClr val="FFFFFF"/>
                </a:solidFill>
                <a:latin typeface="+mn-lt"/>
                <a:ea typeface="+mn-ea"/>
                <a:cs typeface="+mn-cs"/>
              </a:defRPr>
            </a:lvl4pPr>
            <a:lvl5pPr marL="0" algn="l" defTabSz="457200" rtl="0" eaLnBrk="1" latinLnBrk="0" hangingPunct="1">
              <a:lnSpc>
                <a:spcPct val="110000"/>
              </a:lnSpc>
              <a:buNone/>
              <a:defRPr lang="pl-PL" sz="900" b="0" kern="1200" dirty="0" err="1" smtClean="0">
                <a:solidFill>
                  <a:srgbClr val="FFFFFF"/>
                </a:solidFill>
                <a:latin typeface="+mn-lt"/>
                <a:ea typeface="+mn-ea"/>
                <a:cs typeface="+mn-cs"/>
              </a:defRPr>
            </a:lvl5pPr>
          </a:lstStyle>
          <a:p>
            <a:pPr lvl="0"/>
            <a:r>
              <a:rPr lang="pl-PL"/>
              <a:t>Kliknij, aby edytować style wzorca tekstu</a:t>
            </a:r>
          </a:p>
        </p:txBody>
      </p:sp>
      <p:sp>
        <p:nvSpPr>
          <p:cNvPr id="44" name="Symbol zastępczy tekstu 38"/>
          <p:cNvSpPr>
            <a:spLocks noGrp="1"/>
          </p:cNvSpPr>
          <p:nvPr>
            <p:ph type="body" sz="quarter" idx="13"/>
          </p:nvPr>
        </p:nvSpPr>
        <p:spPr>
          <a:xfrm>
            <a:off x="457200" y="1850224"/>
            <a:ext cx="851879" cy="248273"/>
          </a:xfrm>
          <a:noFill/>
        </p:spPr>
        <p:txBody>
          <a:bodyPr rtlCol="0" anchor="ctr">
            <a:spAutoFit/>
          </a:bodyPr>
          <a:lstStyle>
            <a:lvl1pPr marL="0" algn="r" defTabSz="457200" rtl="0" eaLnBrk="1" latinLnBrk="0" hangingPunct="1">
              <a:lnSpc>
                <a:spcPct val="110000"/>
              </a:lnSpc>
              <a:buNone/>
              <a:defRPr lang="pl-PL" sz="800" b="0" kern="1200" dirty="0" smtClean="0">
                <a:solidFill>
                  <a:srgbClr val="26437E"/>
                </a:solidFill>
                <a:latin typeface="+mn-lt"/>
                <a:ea typeface="+mn-ea"/>
                <a:cs typeface="+mn-cs"/>
              </a:defRPr>
            </a:lvl1pPr>
            <a:lvl2pPr marL="0" algn="l" defTabSz="457200" rtl="0" eaLnBrk="1" latinLnBrk="0" hangingPunct="1">
              <a:lnSpc>
                <a:spcPct val="110000"/>
              </a:lnSpc>
              <a:buNone/>
              <a:defRPr lang="pl-PL" sz="900" b="0" kern="1200" smtClean="0">
                <a:solidFill>
                  <a:srgbClr val="FFFFFF"/>
                </a:solidFill>
                <a:latin typeface="+mn-lt"/>
                <a:ea typeface="+mn-ea"/>
                <a:cs typeface="+mn-cs"/>
              </a:defRPr>
            </a:lvl2pPr>
            <a:lvl3pPr marL="0" algn="l" defTabSz="457200" rtl="0" eaLnBrk="1" latinLnBrk="0" hangingPunct="1">
              <a:lnSpc>
                <a:spcPct val="110000"/>
              </a:lnSpc>
              <a:buNone/>
              <a:defRPr lang="pl-PL" sz="900" b="0" kern="1200" smtClean="0">
                <a:solidFill>
                  <a:srgbClr val="FFFFFF"/>
                </a:solidFill>
                <a:latin typeface="+mn-lt"/>
                <a:ea typeface="+mn-ea"/>
                <a:cs typeface="+mn-cs"/>
              </a:defRPr>
            </a:lvl3pPr>
            <a:lvl4pPr marL="0" algn="l" defTabSz="457200" rtl="0" eaLnBrk="1" latinLnBrk="0" hangingPunct="1">
              <a:lnSpc>
                <a:spcPct val="110000"/>
              </a:lnSpc>
              <a:buNone/>
              <a:defRPr lang="pl-PL" sz="900" b="0" kern="1200" smtClean="0">
                <a:solidFill>
                  <a:srgbClr val="FFFFFF"/>
                </a:solidFill>
                <a:latin typeface="+mn-lt"/>
                <a:ea typeface="+mn-ea"/>
                <a:cs typeface="+mn-cs"/>
              </a:defRPr>
            </a:lvl4pPr>
            <a:lvl5pPr marL="0" algn="l" defTabSz="457200" rtl="0" eaLnBrk="1" latinLnBrk="0" hangingPunct="1">
              <a:lnSpc>
                <a:spcPct val="110000"/>
              </a:lnSpc>
              <a:buNone/>
              <a:defRPr lang="pl-PL" sz="900" b="0" kern="1200" dirty="0" err="1" smtClean="0">
                <a:solidFill>
                  <a:srgbClr val="FFFFFF"/>
                </a:solidFill>
                <a:latin typeface="+mn-lt"/>
                <a:ea typeface="+mn-ea"/>
                <a:cs typeface="+mn-cs"/>
              </a:defRPr>
            </a:lvl5pPr>
          </a:lstStyle>
          <a:p>
            <a:pPr lvl="0"/>
            <a:r>
              <a:rPr lang="pl-PL"/>
              <a:t>Kliknij, aby edytować style wzorca tekstu</a:t>
            </a:r>
          </a:p>
        </p:txBody>
      </p:sp>
      <p:sp>
        <p:nvSpPr>
          <p:cNvPr id="45" name="Symbol zastępczy tekstu 38"/>
          <p:cNvSpPr>
            <a:spLocks noGrp="1"/>
          </p:cNvSpPr>
          <p:nvPr>
            <p:ph type="body" sz="quarter" idx="14"/>
          </p:nvPr>
        </p:nvSpPr>
        <p:spPr>
          <a:xfrm>
            <a:off x="1579609" y="1688806"/>
            <a:ext cx="7113937" cy="325013"/>
          </a:xfrm>
          <a:noFill/>
        </p:spPr>
        <p:txBody>
          <a:bodyPr rtlCol="0" anchor="b">
            <a:spAutoFit/>
          </a:bodyPr>
          <a:lstStyle>
            <a:lvl1pPr marL="0" algn="l" defTabSz="457200" rtl="0" eaLnBrk="1" latinLnBrk="0" hangingPunct="1">
              <a:lnSpc>
                <a:spcPct val="110000"/>
              </a:lnSpc>
              <a:buNone/>
              <a:defRPr lang="pl-PL" sz="1200" b="1" kern="1200" smtClean="0">
                <a:solidFill>
                  <a:srgbClr val="26437E"/>
                </a:solidFill>
                <a:latin typeface="+mn-lt"/>
                <a:ea typeface="+mn-ea"/>
                <a:cs typeface="+mn-cs"/>
              </a:defRPr>
            </a:lvl1pPr>
            <a:lvl2pPr marL="0" algn="l" defTabSz="457200" rtl="0" eaLnBrk="1" latinLnBrk="0" hangingPunct="1">
              <a:lnSpc>
                <a:spcPct val="110000"/>
              </a:lnSpc>
              <a:buNone/>
              <a:defRPr lang="pl-PL" sz="900" b="0" kern="1200" smtClean="0">
                <a:solidFill>
                  <a:srgbClr val="FFFFFF"/>
                </a:solidFill>
                <a:latin typeface="+mn-lt"/>
                <a:ea typeface="+mn-ea"/>
                <a:cs typeface="+mn-cs"/>
              </a:defRPr>
            </a:lvl2pPr>
            <a:lvl3pPr marL="0" algn="l" defTabSz="457200" rtl="0" eaLnBrk="1" latinLnBrk="0" hangingPunct="1">
              <a:lnSpc>
                <a:spcPct val="110000"/>
              </a:lnSpc>
              <a:buNone/>
              <a:defRPr lang="pl-PL" sz="900" b="0" kern="1200" smtClean="0">
                <a:solidFill>
                  <a:srgbClr val="FFFFFF"/>
                </a:solidFill>
                <a:latin typeface="+mn-lt"/>
                <a:ea typeface="+mn-ea"/>
                <a:cs typeface="+mn-cs"/>
              </a:defRPr>
            </a:lvl3pPr>
            <a:lvl4pPr marL="0" algn="l" defTabSz="457200" rtl="0" eaLnBrk="1" latinLnBrk="0" hangingPunct="1">
              <a:lnSpc>
                <a:spcPct val="110000"/>
              </a:lnSpc>
              <a:buNone/>
              <a:defRPr lang="pl-PL" sz="900" b="0" kern="1200" smtClean="0">
                <a:solidFill>
                  <a:srgbClr val="FFFFFF"/>
                </a:solidFill>
                <a:latin typeface="+mn-lt"/>
                <a:ea typeface="+mn-ea"/>
                <a:cs typeface="+mn-cs"/>
              </a:defRPr>
            </a:lvl4pPr>
            <a:lvl5pPr marL="0" algn="l" defTabSz="457200" rtl="0" eaLnBrk="1" latinLnBrk="0" hangingPunct="1">
              <a:lnSpc>
                <a:spcPct val="110000"/>
              </a:lnSpc>
              <a:buNone/>
              <a:defRPr lang="pl-PL" sz="900" b="0" kern="1200" dirty="0" err="1" smtClean="0">
                <a:solidFill>
                  <a:srgbClr val="FFFFFF"/>
                </a:solidFill>
                <a:latin typeface="+mn-lt"/>
                <a:ea typeface="+mn-ea"/>
                <a:cs typeface="+mn-cs"/>
              </a:defRPr>
            </a:lvl5pPr>
          </a:lstStyle>
          <a:p>
            <a:pPr lvl="0"/>
            <a:r>
              <a:rPr lang="pl-PL"/>
              <a:t>Kliknij, aby edytować style wzorca tekstu</a:t>
            </a:r>
          </a:p>
        </p:txBody>
      </p:sp>
      <p:sp>
        <p:nvSpPr>
          <p:cNvPr id="46" name="Symbol zastępczy tekstu 38"/>
          <p:cNvSpPr>
            <a:spLocks noGrp="1"/>
          </p:cNvSpPr>
          <p:nvPr>
            <p:ph type="body" sz="quarter" idx="15"/>
          </p:nvPr>
        </p:nvSpPr>
        <p:spPr>
          <a:xfrm>
            <a:off x="1579610" y="1907532"/>
            <a:ext cx="7113936" cy="306392"/>
          </a:xfrm>
          <a:noFill/>
        </p:spPr>
        <p:txBody>
          <a:bodyPr rtlCol="0" anchor="b">
            <a:spAutoFit/>
          </a:bodyPr>
          <a:lstStyle>
            <a:lvl1pPr marL="0" algn="l" defTabSz="457200" rtl="0" eaLnBrk="1" latinLnBrk="0" hangingPunct="1">
              <a:lnSpc>
                <a:spcPct val="110000"/>
              </a:lnSpc>
              <a:buNone/>
              <a:defRPr lang="pl-PL" sz="1100" b="0" kern="1200" dirty="0" smtClean="0">
                <a:solidFill>
                  <a:srgbClr val="242424"/>
                </a:solidFill>
                <a:latin typeface="+mn-lt"/>
                <a:ea typeface="+mn-ea"/>
                <a:cs typeface="+mn-cs"/>
              </a:defRPr>
            </a:lvl1pPr>
            <a:lvl2pPr marL="0" algn="l" defTabSz="457200" rtl="0" eaLnBrk="1" latinLnBrk="0" hangingPunct="1">
              <a:lnSpc>
                <a:spcPct val="110000"/>
              </a:lnSpc>
              <a:buNone/>
              <a:defRPr lang="pl-PL" sz="900" b="0" kern="1200" smtClean="0">
                <a:solidFill>
                  <a:srgbClr val="FFFFFF"/>
                </a:solidFill>
                <a:latin typeface="+mn-lt"/>
                <a:ea typeface="+mn-ea"/>
                <a:cs typeface="+mn-cs"/>
              </a:defRPr>
            </a:lvl2pPr>
            <a:lvl3pPr marL="0" algn="l" defTabSz="457200" rtl="0" eaLnBrk="1" latinLnBrk="0" hangingPunct="1">
              <a:lnSpc>
                <a:spcPct val="110000"/>
              </a:lnSpc>
              <a:buNone/>
              <a:defRPr lang="pl-PL" sz="900" b="0" kern="1200" smtClean="0">
                <a:solidFill>
                  <a:srgbClr val="FFFFFF"/>
                </a:solidFill>
                <a:latin typeface="+mn-lt"/>
                <a:ea typeface="+mn-ea"/>
                <a:cs typeface="+mn-cs"/>
              </a:defRPr>
            </a:lvl3pPr>
            <a:lvl4pPr marL="0" algn="l" defTabSz="457200" rtl="0" eaLnBrk="1" latinLnBrk="0" hangingPunct="1">
              <a:lnSpc>
                <a:spcPct val="110000"/>
              </a:lnSpc>
              <a:buNone/>
              <a:defRPr lang="pl-PL" sz="900" b="0" kern="1200" smtClean="0">
                <a:solidFill>
                  <a:srgbClr val="FFFFFF"/>
                </a:solidFill>
                <a:latin typeface="+mn-lt"/>
                <a:ea typeface="+mn-ea"/>
                <a:cs typeface="+mn-cs"/>
              </a:defRPr>
            </a:lvl4pPr>
            <a:lvl5pPr marL="0" algn="l" defTabSz="457200" rtl="0" eaLnBrk="1" latinLnBrk="0" hangingPunct="1">
              <a:lnSpc>
                <a:spcPct val="110000"/>
              </a:lnSpc>
              <a:buNone/>
              <a:defRPr lang="pl-PL" sz="900" b="0" kern="1200" dirty="0" err="1" smtClean="0">
                <a:solidFill>
                  <a:srgbClr val="FFFFFF"/>
                </a:solidFill>
                <a:latin typeface="+mn-lt"/>
                <a:ea typeface="+mn-ea"/>
                <a:cs typeface="+mn-cs"/>
              </a:defRPr>
            </a:lvl5pPr>
          </a:lstStyle>
          <a:p>
            <a:pPr lvl="0"/>
            <a:r>
              <a:rPr lang="pl-PL"/>
              <a:t>Kliknij, aby edytować style wzorca tekstu</a:t>
            </a:r>
          </a:p>
        </p:txBody>
      </p:sp>
      <p:sp>
        <p:nvSpPr>
          <p:cNvPr id="50" name="Symbol zastępczy tekstu 38"/>
          <p:cNvSpPr>
            <a:spLocks noGrp="1"/>
          </p:cNvSpPr>
          <p:nvPr>
            <p:ph type="body" sz="quarter" idx="16"/>
          </p:nvPr>
        </p:nvSpPr>
        <p:spPr>
          <a:xfrm>
            <a:off x="459120" y="2377861"/>
            <a:ext cx="851879" cy="225703"/>
          </a:xfrm>
          <a:noFill/>
        </p:spPr>
        <p:txBody>
          <a:bodyPr rtlCol="0" anchor="ctr">
            <a:spAutoFit/>
          </a:bodyPr>
          <a:lstStyle>
            <a:lvl1pPr marL="0" algn="r" defTabSz="457200" rtl="0" eaLnBrk="1" latinLnBrk="0" hangingPunct="1">
              <a:lnSpc>
                <a:spcPct val="110000"/>
              </a:lnSpc>
              <a:buNone/>
              <a:defRPr lang="pl-PL" sz="800" b="0" kern="1200" dirty="0" smtClean="0">
                <a:solidFill>
                  <a:srgbClr val="26437E"/>
                </a:solidFill>
                <a:latin typeface="+mn-lt"/>
                <a:ea typeface="+mn-ea"/>
                <a:cs typeface="+mn-cs"/>
              </a:defRPr>
            </a:lvl1pPr>
            <a:lvl2pPr marL="0" algn="l" defTabSz="457200" rtl="0" eaLnBrk="1" latinLnBrk="0" hangingPunct="1">
              <a:lnSpc>
                <a:spcPct val="110000"/>
              </a:lnSpc>
              <a:buNone/>
              <a:defRPr lang="pl-PL" sz="900" b="0" kern="1200" smtClean="0">
                <a:solidFill>
                  <a:srgbClr val="FFFFFF"/>
                </a:solidFill>
                <a:latin typeface="+mn-lt"/>
                <a:ea typeface="+mn-ea"/>
                <a:cs typeface="+mn-cs"/>
              </a:defRPr>
            </a:lvl2pPr>
            <a:lvl3pPr marL="0" algn="l" defTabSz="457200" rtl="0" eaLnBrk="1" latinLnBrk="0" hangingPunct="1">
              <a:lnSpc>
                <a:spcPct val="110000"/>
              </a:lnSpc>
              <a:buNone/>
              <a:defRPr lang="pl-PL" sz="900" b="0" kern="1200" smtClean="0">
                <a:solidFill>
                  <a:srgbClr val="FFFFFF"/>
                </a:solidFill>
                <a:latin typeface="+mn-lt"/>
                <a:ea typeface="+mn-ea"/>
                <a:cs typeface="+mn-cs"/>
              </a:defRPr>
            </a:lvl3pPr>
            <a:lvl4pPr marL="0" algn="l" defTabSz="457200" rtl="0" eaLnBrk="1" latinLnBrk="0" hangingPunct="1">
              <a:lnSpc>
                <a:spcPct val="110000"/>
              </a:lnSpc>
              <a:buNone/>
              <a:defRPr lang="pl-PL" sz="900" b="0" kern="1200" smtClean="0">
                <a:solidFill>
                  <a:srgbClr val="FFFFFF"/>
                </a:solidFill>
                <a:latin typeface="+mn-lt"/>
                <a:ea typeface="+mn-ea"/>
                <a:cs typeface="+mn-cs"/>
              </a:defRPr>
            </a:lvl4pPr>
            <a:lvl5pPr marL="0" algn="l" defTabSz="457200" rtl="0" eaLnBrk="1" latinLnBrk="0" hangingPunct="1">
              <a:lnSpc>
                <a:spcPct val="110000"/>
              </a:lnSpc>
              <a:buNone/>
              <a:defRPr lang="pl-PL" sz="900" b="0" kern="1200" dirty="0" err="1" smtClean="0">
                <a:solidFill>
                  <a:srgbClr val="FFFFFF"/>
                </a:solidFill>
                <a:latin typeface="+mn-lt"/>
                <a:ea typeface="+mn-ea"/>
                <a:cs typeface="+mn-cs"/>
              </a:defRPr>
            </a:lvl5pPr>
          </a:lstStyle>
          <a:p>
            <a:pPr lvl="0"/>
            <a:r>
              <a:rPr lang="pl-PL"/>
              <a:t>Kliknij, aby edytować style wzorca tekstu</a:t>
            </a:r>
          </a:p>
        </p:txBody>
      </p:sp>
      <p:sp>
        <p:nvSpPr>
          <p:cNvPr id="51" name="Symbol zastępczy tekstu 38"/>
          <p:cNvSpPr>
            <a:spLocks noGrp="1"/>
          </p:cNvSpPr>
          <p:nvPr>
            <p:ph type="body" sz="quarter" idx="17"/>
          </p:nvPr>
        </p:nvSpPr>
        <p:spPr>
          <a:xfrm>
            <a:off x="1581530" y="2219931"/>
            <a:ext cx="7112016" cy="295466"/>
          </a:xfrm>
          <a:noFill/>
        </p:spPr>
        <p:txBody>
          <a:bodyPr rtlCol="0" anchor="b">
            <a:spAutoFit/>
          </a:bodyPr>
          <a:lstStyle>
            <a:lvl1pPr marL="0" algn="l" defTabSz="457200" rtl="0" eaLnBrk="1" latinLnBrk="0" hangingPunct="1">
              <a:lnSpc>
                <a:spcPct val="110000"/>
              </a:lnSpc>
              <a:buNone/>
              <a:defRPr lang="pl-PL" sz="1200" b="1" kern="1200" smtClean="0">
                <a:solidFill>
                  <a:srgbClr val="26437E"/>
                </a:solidFill>
                <a:latin typeface="+mn-lt"/>
                <a:ea typeface="+mn-ea"/>
                <a:cs typeface="+mn-cs"/>
              </a:defRPr>
            </a:lvl1pPr>
            <a:lvl2pPr marL="0" algn="l" defTabSz="457200" rtl="0" eaLnBrk="1" latinLnBrk="0" hangingPunct="1">
              <a:lnSpc>
                <a:spcPct val="110000"/>
              </a:lnSpc>
              <a:buNone/>
              <a:defRPr lang="pl-PL" sz="900" b="0" kern="1200" smtClean="0">
                <a:solidFill>
                  <a:srgbClr val="FFFFFF"/>
                </a:solidFill>
                <a:latin typeface="+mn-lt"/>
                <a:ea typeface="+mn-ea"/>
                <a:cs typeface="+mn-cs"/>
              </a:defRPr>
            </a:lvl2pPr>
            <a:lvl3pPr marL="0" algn="l" defTabSz="457200" rtl="0" eaLnBrk="1" latinLnBrk="0" hangingPunct="1">
              <a:lnSpc>
                <a:spcPct val="110000"/>
              </a:lnSpc>
              <a:buNone/>
              <a:defRPr lang="pl-PL" sz="900" b="0" kern="1200" smtClean="0">
                <a:solidFill>
                  <a:srgbClr val="FFFFFF"/>
                </a:solidFill>
                <a:latin typeface="+mn-lt"/>
                <a:ea typeface="+mn-ea"/>
                <a:cs typeface="+mn-cs"/>
              </a:defRPr>
            </a:lvl3pPr>
            <a:lvl4pPr marL="0" algn="l" defTabSz="457200" rtl="0" eaLnBrk="1" latinLnBrk="0" hangingPunct="1">
              <a:lnSpc>
                <a:spcPct val="110000"/>
              </a:lnSpc>
              <a:buNone/>
              <a:defRPr lang="pl-PL" sz="900" b="0" kern="1200" smtClean="0">
                <a:solidFill>
                  <a:srgbClr val="FFFFFF"/>
                </a:solidFill>
                <a:latin typeface="+mn-lt"/>
                <a:ea typeface="+mn-ea"/>
                <a:cs typeface="+mn-cs"/>
              </a:defRPr>
            </a:lvl4pPr>
            <a:lvl5pPr marL="0" algn="l" defTabSz="457200" rtl="0" eaLnBrk="1" latinLnBrk="0" hangingPunct="1">
              <a:lnSpc>
                <a:spcPct val="110000"/>
              </a:lnSpc>
              <a:buNone/>
              <a:defRPr lang="pl-PL" sz="900" b="0" kern="1200" dirty="0" err="1" smtClean="0">
                <a:solidFill>
                  <a:srgbClr val="FFFFFF"/>
                </a:solidFill>
                <a:latin typeface="+mn-lt"/>
                <a:ea typeface="+mn-ea"/>
                <a:cs typeface="+mn-cs"/>
              </a:defRPr>
            </a:lvl5pPr>
          </a:lstStyle>
          <a:p>
            <a:pPr lvl="0"/>
            <a:r>
              <a:rPr lang="pl-PL"/>
              <a:t>Kliknij, aby edytować style wzorca tekstu</a:t>
            </a:r>
          </a:p>
        </p:txBody>
      </p:sp>
      <p:sp>
        <p:nvSpPr>
          <p:cNvPr id="52" name="Symbol zastępczy tekstu 38"/>
          <p:cNvSpPr>
            <a:spLocks noGrp="1"/>
          </p:cNvSpPr>
          <p:nvPr>
            <p:ph type="body" sz="quarter" idx="18"/>
          </p:nvPr>
        </p:nvSpPr>
        <p:spPr>
          <a:xfrm>
            <a:off x="1581529" y="2437811"/>
            <a:ext cx="7112017" cy="278538"/>
          </a:xfrm>
          <a:noFill/>
        </p:spPr>
        <p:txBody>
          <a:bodyPr rtlCol="0" anchor="b">
            <a:spAutoFit/>
          </a:bodyPr>
          <a:lstStyle>
            <a:lvl1pPr marL="0" algn="l" defTabSz="457200" rtl="0" eaLnBrk="1" latinLnBrk="0" hangingPunct="1">
              <a:lnSpc>
                <a:spcPct val="110000"/>
              </a:lnSpc>
              <a:buNone/>
              <a:defRPr lang="pl-PL" sz="1100" b="0" kern="1200" dirty="0" smtClean="0">
                <a:solidFill>
                  <a:srgbClr val="242424"/>
                </a:solidFill>
                <a:latin typeface="+mn-lt"/>
                <a:ea typeface="+mn-ea"/>
                <a:cs typeface="+mn-cs"/>
              </a:defRPr>
            </a:lvl1pPr>
            <a:lvl2pPr marL="0" algn="l" defTabSz="457200" rtl="0" eaLnBrk="1" latinLnBrk="0" hangingPunct="1">
              <a:lnSpc>
                <a:spcPct val="110000"/>
              </a:lnSpc>
              <a:buNone/>
              <a:defRPr lang="pl-PL" sz="900" b="0" kern="1200" smtClean="0">
                <a:solidFill>
                  <a:srgbClr val="FFFFFF"/>
                </a:solidFill>
                <a:latin typeface="+mn-lt"/>
                <a:ea typeface="+mn-ea"/>
                <a:cs typeface="+mn-cs"/>
              </a:defRPr>
            </a:lvl2pPr>
            <a:lvl3pPr marL="0" algn="l" defTabSz="457200" rtl="0" eaLnBrk="1" latinLnBrk="0" hangingPunct="1">
              <a:lnSpc>
                <a:spcPct val="110000"/>
              </a:lnSpc>
              <a:buNone/>
              <a:defRPr lang="pl-PL" sz="900" b="0" kern="1200" smtClean="0">
                <a:solidFill>
                  <a:srgbClr val="FFFFFF"/>
                </a:solidFill>
                <a:latin typeface="+mn-lt"/>
                <a:ea typeface="+mn-ea"/>
                <a:cs typeface="+mn-cs"/>
              </a:defRPr>
            </a:lvl3pPr>
            <a:lvl4pPr marL="0" algn="l" defTabSz="457200" rtl="0" eaLnBrk="1" latinLnBrk="0" hangingPunct="1">
              <a:lnSpc>
                <a:spcPct val="110000"/>
              </a:lnSpc>
              <a:buNone/>
              <a:defRPr lang="pl-PL" sz="900" b="0" kern="1200" smtClean="0">
                <a:solidFill>
                  <a:srgbClr val="FFFFFF"/>
                </a:solidFill>
                <a:latin typeface="+mn-lt"/>
                <a:ea typeface="+mn-ea"/>
                <a:cs typeface="+mn-cs"/>
              </a:defRPr>
            </a:lvl4pPr>
            <a:lvl5pPr marL="0" algn="l" defTabSz="457200" rtl="0" eaLnBrk="1" latinLnBrk="0" hangingPunct="1">
              <a:lnSpc>
                <a:spcPct val="110000"/>
              </a:lnSpc>
              <a:buNone/>
              <a:defRPr lang="pl-PL" sz="900" b="0" kern="1200" dirty="0" err="1" smtClean="0">
                <a:solidFill>
                  <a:srgbClr val="FFFFFF"/>
                </a:solidFill>
                <a:latin typeface="+mn-lt"/>
                <a:ea typeface="+mn-ea"/>
                <a:cs typeface="+mn-cs"/>
              </a:defRPr>
            </a:lvl5pPr>
          </a:lstStyle>
          <a:p>
            <a:pPr lvl="0"/>
            <a:r>
              <a:rPr lang="pl-PL"/>
              <a:t>Kliknij, aby edytować style wzorca tekstu</a:t>
            </a:r>
          </a:p>
        </p:txBody>
      </p:sp>
      <p:sp>
        <p:nvSpPr>
          <p:cNvPr id="53" name="Symbol zastępczy tekstu 38"/>
          <p:cNvSpPr>
            <a:spLocks noGrp="1"/>
          </p:cNvSpPr>
          <p:nvPr>
            <p:ph type="body" sz="quarter" idx="19"/>
          </p:nvPr>
        </p:nvSpPr>
        <p:spPr>
          <a:xfrm>
            <a:off x="459104" y="2882547"/>
            <a:ext cx="851879" cy="225703"/>
          </a:xfrm>
          <a:noFill/>
        </p:spPr>
        <p:txBody>
          <a:bodyPr rtlCol="0" anchor="ctr">
            <a:spAutoFit/>
          </a:bodyPr>
          <a:lstStyle>
            <a:lvl1pPr marL="0" algn="r" defTabSz="457200" rtl="0" eaLnBrk="1" latinLnBrk="0" hangingPunct="1">
              <a:lnSpc>
                <a:spcPct val="110000"/>
              </a:lnSpc>
              <a:buNone/>
              <a:defRPr lang="pl-PL" sz="800" b="0" kern="1200" dirty="0" smtClean="0">
                <a:solidFill>
                  <a:srgbClr val="26437E"/>
                </a:solidFill>
                <a:latin typeface="+mn-lt"/>
                <a:ea typeface="+mn-ea"/>
                <a:cs typeface="+mn-cs"/>
              </a:defRPr>
            </a:lvl1pPr>
            <a:lvl2pPr marL="0" algn="l" defTabSz="457200" rtl="0" eaLnBrk="1" latinLnBrk="0" hangingPunct="1">
              <a:lnSpc>
                <a:spcPct val="110000"/>
              </a:lnSpc>
              <a:buNone/>
              <a:defRPr lang="pl-PL" sz="900" b="0" kern="1200" smtClean="0">
                <a:solidFill>
                  <a:srgbClr val="FFFFFF"/>
                </a:solidFill>
                <a:latin typeface="+mn-lt"/>
                <a:ea typeface="+mn-ea"/>
                <a:cs typeface="+mn-cs"/>
              </a:defRPr>
            </a:lvl2pPr>
            <a:lvl3pPr marL="0" algn="l" defTabSz="457200" rtl="0" eaLnBrk="1" latinLnBrk="0" hangingPunct="1">
              <a:lnSpc>
                <a:spcPct val="110000"/>
              </a:lnSpc>
              <a:buNone/>
              <a:defRPr lang="pl-PL" sz="900" b="0" kern="1200" smtClean="0">
                <a:solidFill>
                  <a:srgbClr val="FFFFFF"/>
                </a:solidFill>
                <a:latin typeface="+mn-lt"/>
                <a:ea typeface="+mn-ea"/>
                <a:cs typeface="+mn-cs"/>
              </a:defRPr>
            </a:lvl3pPr>
            <a:lvl4pPr marL="0" algn="l" defTabSz="457200" rtl="0" eaLnBrk="1" latinLnBrk="0" hangingPunct="1">
              <a:lnSpc>
                <a:spcPct val="110000"/>
              </a:lnSpc>
              <a:buNone/>
              <a:defRPr lang="pl-PL" sz="900" b="0" kern="1200" smtClean="0">
                <a:solidFill>
                  <a:srgbClr val="FFFFFF"/>
                </a:solidFill>
                <a:latin typeface="+mn-lt"/>
                <a:ea typeface="+mn-ea"/>
                <a:cs typeface="+mn-cs"/>
              </a:defRPr>
            </a:lvl4pPr>
            <a:lvl5pPr marL="0" algn="l" defTabSz="457200" rtl="0" eaLnBrk="1" latinLnBrk="0" hangingPunct="1">
              <a:lnSpc>
                <a:spcPct val="110000"/>
              </a:lnSpc>
              <a:buNone/>
              <a:defRPr lang="pl-PL" sz="900" b="0" kern="1200" dirty="0" err="1" smtClean="0">
                <a:solidFill>
                  <a:srgbClr val="FFFFFF"/>
                </a:solidFill>
                <a:latin typeface="+mn-lt"/>
                <a:ea typeface="+mn-ea"/>
                <a:cs typeface="+mn-cs"/>
              </a:defRPr>
            </a:lvl5pPr>
          </a:lstStyle>
          <a:p>
            <a:pPr lvl="0"/>
            <a:r>
              <a:rPr lang="pl-PL"/>
              <a:t>Kliknij, aby edytować style wzorca tekstu</a:t>
            </a:r>
          </a:p>
        </p:txBody>
      </p:sp>
      <p:sp>
        <p:nvSpPr>
          <p:cNvPr id="54" name="Symbol zastępczy tekstu 38"/>
          <p:cNvSpPr>
            <a:spLocks noGrp="1"/>
          </p:cNvSpPr>
          <p:nvPr>
            <p:ph type="body" sz="quarter" idx="20"/>
          </p:nvPr>
        </p:nvSpPr>
        <p:spPr>
          <a:xfrm>
            <a:off x="1581513" y="2724617"/>
            <a:ext cx="7112033" cy="295466"/>
          </a:xfrm>
          <a:noFill/>
        </p:spPr>
        <p:txBody>
          <a:bodyPr rtlCol="0" anchor="b">
            <a:spAutoFit/>
          </a:bodyPr>
          <a:lstStyle>
            <a:lvl1pPr marL="0" algn="l" defTabSz="457200" rtl="0" eaLnBrk="1" latinLnBrk="0" hangingPunct="1">
              <a:lnSpc>
                <a:spcPct val="110000"/>
              </a:lnSpc>
              <a:buNone/>
              <a:defRPr lang="pl-PL" sz="1200" b="1" kern="1200" smtClean="0">
                <a:solidFill>
                  <a:srgbClr val="26437E"/>
                </a:solidFill>
                <a:latin typeface="+mn-lt"/>
                <a:ea typeface="+mn-ea"/>
                <a:cs typeface="+mn-cs"/>
              </a:defRPr>
            </a:lvl1pPr>
            <a:lvl2pPr marL="0" algn="l" defTabSz="457200" rtl="0" eaLnBrk="1" latinLnBrk="0" hangingPunct="1">
              <a:lnSpc>
                <a:spcPct val="110000"/>
              </a:lnSpc>
              <a:buNone/>
              <a:defRPr lang="pl-PL" sz="900" b="0" kern="1200" smtClean="0">
                <a:solidFill>
                  <a:srgbClr val="FFFFFF"/>
                </a:solidFill>
                <a:latin typeface="+mn-lt"/>
                <a:ea typeface="+mn-ea"/>
                <a:cs typeface="+mn-cs"/>
              </a:defRPr>
            </a:lvl2pPr>
            <a:lvl3pPr marL="0" algn="l" defTabSz="457200" rtl="0" eaLnBrk="1" latinLnBrk="0" hangingPunct="1">
              <a:lnSpc>
                <a:spcPct val="110000"/>
              </a:lnSpc>
              <a:buNone/>
              <a:defRPr lang="pl-PL" sz="900" b="0" kern="1200" smtClean="0">
                <a:solidFill>
                  <a:srgbClr val="FFFFFF"/>
                </a:solidFill>
                <a:latin typeface="+mn-lt"/>
                <a:ea typeface="+mn-ea"/>
                <a:cs typeface="+mn-cs"/>
              </a:defRPr>
            </a:lvl3pPr>
            <a:lvl4pPr marL="0" algn="l" defTabSz="457200" rtl="0" eaLnBrk="1" latinLnBrk="0" hangingPunct="1">
              <a:lnSpc>
                <a:spcPct val="110000"/>
              </a:lnSpc>
              <a:buNone/>
              <a:defRPr lang="pl-PL" sz="900" b="0" kern="1200" smtClean="0">
                <a:solidFill>
                  <a:srgbClr val="FFFFFF"/>
                </a:solidFill>
                <a:latin typeface="+mn-lt"/>
                <a:ea typeface="+mn-ea"/>
                <a:cs typeface="+mn-cs"/>
              </a:defRPr>
            </a:lvl4pPr>
            <a:lvl5pPr marL="0" algn="l" defTabSz="457200" rtl="0" eaLnBrk="1" latinLnBrk="0" hangingPunct="1">
              <a:lnSpc>
                <a:spcPct val="110000"/>
              </a:lnSpc>
              <a:buNone/>
              <a:defRPr lang="pl-PL" sz="900" b="0" kern="1200" dirty="0" err="1" smtClean="0">
                <a:solidFill>
                  <a:srgbClr val="FFFFFF"/>
                </a:solidFill>
                <a:latin typeface="+mn-lt"/>
                <a:ea typeface="+mn-ea"/>
                <a:cs typeface="+mn-cs"/>
              </a:defRPr>
            </a:lvl5pPr>
          </a:lstStyle>
          <a:p>
            <a:pPr lvl="0"/>
            <a:r>
              <a:rPr lang="pl-PL"/>
              <a:t>Kliknij, aby edytować style wzorca tekstu</a:t>
            </a:r>
          </a:p>
        </p:txBody>
      </p:sp>
      <p:sp>
        <p:nvSpPr>
          <p:cNvPr id="55" name="Symbol zastępczy tekstu 38"/>
          <p:cNvSpPr>
            <a:spLocks noGrp="1"/>
          </p:cNvSpPr>
          <p:nvPr>
            <p:ph type="body" sz="quarter" idx="21"/>
          </p:nvPr>
        </p:nvSpPr>
        <p:spPr>
          <a:xfrm>
            <a:off x="1581513" y="2942497"/>
            <a:ext cx="7112033" cy="278538"/>
          </a:xfrm>
          <a:noFill/>
        </p:spPr>
        <p:txBody>
          <a:bodyPr rtlCol="0" anchor="b">
            <a:spAutoFit/>
          </a:bodyPr>
          <a:lstStyle>
            <a:lvl1pPr marL="0" algn="l" defTabSz="457200" rtl="0" eaLnBrk="1" latinLnBrk="0" hangingPunct="1">
              <a:lnSpc>
                <a:spcPct val="110000"/>
              </a:lnSpc>
              <a:buNone/>
              <a:defRPr lang="pl-PL" sz="1100" b="0" kern="1200" dirty="0" smtClean="0">
                <a:solidFill>
                  <a:srgbClr val="242424"/>
                </a:solidFill>
                <a:latin typeface="+mn-lt"/>
                <a:ea typeface="+mn-ea"/>
                <a:cs typeface="+mn-cs"/>
              </a:defRPr>
            </a:lvl1pPr>
            <a:lvl2pPr marL="0" algn="l" defTabSz="457200" rtl="0" eaLnBrk="1" latinLnBrk="0" hangingPunct="1">
              <a:lnSpc>
                <a:spcPct val="110000"/>
              </a:lnSpc>
              <a:buNone/>
              <a:defRPr lang="pl-PL" sz="900" b="0" kern="1200" smtClean="0">
                <a:solidFill>
                  <a:srgbClr val="FFFFFF"/>
                </a:solidFill>
                <a:latin typeface="+mn-lt"/>
                <a:ea typeface="+mn-ea"/>
                <a:cs typeface="+mn-cs"/>
              </a:defRPr>
            </a:lvl2pPr>
            <a:lvl3pPr marL="0" algn="l" defTabSz="457200" rtl="0" eaLnBrk="1" latinLnBrk="0" hangingPunct="1">
              <a:lnSpc>
                <a:spcPct val="110000"/>
              </a:lnSpc>
              <a:buNone/>
              <a:defRPr lang="pl-PL" sz="900" b="0" kern="1200" smtClean="0">
                <a:solidFill>
                  <a:srgbClr val="FFFFFF"/>
                </a:solidFill>
                <a:latin typeface="+mn-lt"/>
                <a:ea typeface="+mn-ea"/>
                <a:cs typeface="+mn-cs"/>
              </a:defRPr>
            </a:lvl3pPr>
            <a:lvl4pPr marL="0" algn="l" defTabSz="457200" rtl="0" eaLnBrk="1" latinLnBrk="0" hangingPunct="1">
              <a:lnSpc>
                <a:spcPct val="110000"/>
              </a:lnSpc>
              <a:buNone/>
              <a:defRPr lang="pl-PL" sz="900" b="0" kern="1200" smtClean="0">
                <a:solidFill>
                  <a:srgbClr val="FFFFFF"/>
                </a:solidFill>
                <a:latin typeface="+mn-lt"/>
                <a:ea typeface="+mn-ea"/>
                <a:cs typeface="+mn-cs"/>
              </a:defRPr>
            </a:lvl4pPr>
            <a:lvl5pPr marL="0" algn="l" defTabSz="457200" rtl="0" eaLnBrk="1" latinLnBrk="0" hangingPunct="1">
              <a:lnSpc>
                <a:spcPct val="110000"/>
              </a:lnSpc>
              <a:buNone/>
              <a:defRPr lang="pl-PL" sz="900" b="0" kern="1200" dirty="0" err="1" smtClean="0">
                <a:solidFill>
                  <a:srgbClr val="FFFFFF"/>
                </a:solidFill>
                <a:latin typeface="+mn-lt"/>
                <a:ea typeface="+mn-ea"/>
                <a:cs typeface="+mn-cs"/>
              </a:defRPr>
            </a:lvl5pPr>
          </a:lstStyle>
          <a:p>
            <a:pPr lvl="0"/>
            <a:r>
              <a:rPr lang="pl-PL"/>
              <a:t>Kliknij, aby edytować style wzorca tekstu</a:t>
            </a:r>
          </a:p>
        </p:txBody>
      </p:sp>
      <p:sp>
        <p:nvSpPr>
          <p:cNvPr id="56" name="Symbol zastępczy tekstu 38"/>
          <p:cNvSpPr>
            <a:spLocks noGrp="1"/>
          </p:cNvSpPr>
          <p:nvPr>
            <p:ph type="body" sz="quarter" idx="22"/>
          </p:nvPr>
        </p:nvSpPr>
        <p:spPr>
          <a:xfrm>
            <a:off x="459104" y="4391607"/>
            <a:ext cx="851879" cy="225704"/>
          </a:xfrm>
          <a:noFill/>
        </p:spPr>
        <p:txBody>
          <a:bodyPr rtlCol="0" anchor="ctr">
            <a:spAutoFit/>
          </a:bodyPr>
          <a:lstStyle>
            <a:lvl1pPr marL="0" algn="r" defTabSz="457200" rtl="0" eaLnBrk="1" latinLnBrk="0" hangingPunct="1">
              <a:lnSpc>
                <a:spcPct val="110000"/>
              </a:lnSpc>
              <a:buNone/>
              <a:defRPr lang="pl-PL" sz="800" b="0" kern="1200" dirty="0" smtClean="0">
                <a:solidFill>
                  <a:srgbClr val="26437E"/>
                </a:solidFill>
                <a:latin typeface="+mn-lt"/>
                <a:ea typeface="+mn-ea"/>
                <a:cs typeface="+mn-cs"/>
              </a:defRPr>
            </a:lvl1pPr>
            <a:lvl2pPr marL="0" algn="l" defTabSz="457200" rtl="0" eaLnBrk="1" latinLnBrk="0" hangingPunct="1">
              <a:lnSpc>
                <a:spcPct val="110000"/>
              </a:lnSpc>
              <a:buNone/>
              <a:defRPr lang="pl-PL" sz="900" b="0" kern="1200" smtClean="0">
                <a:solidFill>
                  <a:srgbClr val="FFFFFF"/>
                </a:solidFill>
                <a:latin typeface="+mn-lt"/>
                <a:ea typeface="+mn-ea"/>
                <a:cs typeface="+mn-cs"/>
              </a:defRPr>
            </a:lvl2pPr>
            <a:lvl3pPr marL="0" algn="l" defTabSz="457200" rtl="0" eaLnBrk="1" latinLnBrk="0" hangingPunct="1">
              <a:lnSpc>
                <a:spcPct val="110000"/>
              </a:lnSpc>
              <a:buNone/>
              <a:defRPr lang="pl-PL" sz="900" b="0" kern="1200" smtClean="0">
                <a:solidFill>
                  <a:srgbClr val="FFFFFF"/>
                </a:solidFill>
                <a:latin typeface="+mn-lt"/>
                <a:ea typeface="+mn-ea"/>
                <a:cs typeface="+mn-cs"/>
              </a:defRPr>
            </a:lvl3pPr>
            <a:lvl4pPr marL="0" algn="l" defTabSz="457200" rtl="0" eaLnBrk="1" latinLnBrk="0" hangingPunct="1">
              <a:lnSpc>
                <a:spcPct val="110000"/>
              </a:lnSpc>
              <a:buNone/>
              <a:defRPr lang="pl-PL" sz="900" b="0" kern="1200" smtClean="0">
                <a:solidFill>
                  <a:srgbClr val="FFFFFF"/>
                </a:solidFill>
                <a:latin typeface="+mn-lt"/>
                <a:ea typeface="+mn-ea"/>
                <a:cs typeface="+mn-cs"/>
              </a:defRPr>
            </a:lvl4pPr>
            <a:lvl5pPr marL="0" algn="l" defTabSz="457200" rtl="0" eaLnBrk="1" latinLnBrk="0" hangingPunct="1">
              <a:lnSpc>
                <a:spcPct val="110000"/>
              </a:lnSpc>
              <a:buNone/>
              <a:defRPr lang="pl-PL" sz="900" b="0" kern="1200" dirty="0" err="1" smtClean="0">
                <a:solidFill>
                  <a:srgbClr val="FFFFFF"/>
                </a:solidFill>
                <a:latin typeface="+mn-lt"/>
                <a:ea typeface="+mn-ea"/>
                <a:cs typeface="+mn-cs"/>
              </a:defRPr>
            </a:lvl5pPr>
          </a:lstStyle>
          <a:p>
            <a:pPr lvl="0"/>
            <a:r>
              <a:rPr lang="pl-PL"/>
              <a:t>Kliknij, aby edytować style wzorca tekstu</a:t>
            </a:r>
          </a:p>
        </p:txBody>
      </p:sp>
      <p:sp>
        <p:nvSpPr>
          <p:cNvPr id="57" name="Symbol zastępczy tekstu 38"/>
          <p:cNvSpPr>
            <a:spLocks noGrp="1"/>
          </p:cNvSpPr>
          <p:nvPr>
            <p:ph type="body" sz="quarter" idx="23"/>
          </p:nvPr>
        </p:nvSpPr>
        <p:spPr>
          <a:xfrm>
            <a:off x="1581514" y="4233678"/>
            <a:ext cx="7112032" cy="295466"/>
          </a:xfrm>
          <a:noFill/>
        </p:spPr>
        <p:txBody>
          <a:bodyPr rtlCol="0" anchor="b">
            <a:spAutoFit/>
          </a:bodyPr>
          <a:lstStyle>
            <a:lvl1pPr marL="0" algn="l" defTabSz="457200" rtl="0" eaLnBrk="1" latinLnBrk="0" hangingPunct="1">
              <a:lnSpc>
                <a:spcPct val="110000"/>
              </a:lnSpc>
              <a:buNone/>
              <a:defRPr lang="pl-PL" sz="1200" b="1" kern="1200" smtClean="0">
                <a:solidFill>
                  <a:srgbClr val="26437E"/>
                </a:solidFill>
                <a:latin typeface="+mn-lt"/>
                <a:ea typeface="+mn-ea"/>
                <a:cs typeface="+mn-cs"/>
              </a:defRPr>
            </a:lvl1pPr>
            <a:lvl2pPr marL="0" algn="l" defTabSz="457200" rtl="0" eaLnBrk="1" latinLnBrk="0" hangingPunct="1">
              <a:lnSpc>
                <a:spcPct val="110000"/>
              </a:lnSpc>
              <a:buNone/>
              <a:defRPr lang="pl-PL" sz="900" b="0" kern="1200" smtClean="0">
                <a:solidFill>
                  <a:srgbClr val="FFFFFF"/>
                </a:solidFill>
                <a:latin typeface="+mn-lt"/>
                <a:ea typeface="+mn-ea"/>
                <a:cs typeface="+mn-cs"/>
              </a:defRPr>
            </a:lvl2pPr>
            <a:lvl3pPr marL="0" algn="l" defTabSz="457200" rtl="0" eaLnBrk="1" latinLnBrk="0" hangingPunct="1">
              <a:lnSpc>
                <a:spcPct val="110000"/>
              </a:lnSpc>
              <a:buNone/>
              <a:defRPr lang="pl-PL" sz="900" b="0" kern="1200" smtClean="0">
                <a:solidFill>
                  <a:srgbClr val="FFFFFF"/>
                </a:solidFill>
                <a:latin typeface="+mn-lt"/>
                <a:ea typeface="+mn-ea"/>
                <a:cs typeface="+mn-cs"/>
              </a:defRPr>
            </a:lvl3pPr>
            <a:lvl4pPr marL="0" algn="l" defTabSz="457200" rtl="0" eaLnBrk="1" latinLnBrk="0" hangingPunct="1">
              <a:lnSpc>
                <a:spcPct val="110000"/>
              </a:lnSpc>
              <a:buNone/>
              <a:defRPr lang="pl-PL" sz="900" b="0" kern="1200" smtClean="0">
                <a:solidFill>
                  <a:srgbClr val="FFFFFF"/>
                </a:solidFill>
                <a:latin typeface="+mn-lt"/>
                <a:ea typeface="+mn-ea"/>
                <a:cs typeface="+mn-cs"/>
              </a:defRPr>
            </a:lvl4pPr>
            <a:lvl5pPr marL="0" algn="l" defTabSz="457200" rtl="0" eaLnBrk="1" latinLnBrk="0" hangingPunct="1">
              <a:lnSpc>
                <a:spcPct val="110000"/>
              </a:lnSpc>
              <a:buNone/>
              <a:defRPr lang="pl-PL" sz="900" b="0" kern="1200" dirty="0" err="1" smtClean="0">
                <a:solidFill>
                  <a:srgbClr val="FFFFFF"/>
                </a:solidFill>
                <a:latin typeface="+mn-lt"/>
                <a:ea typeface="+mn-ea"/>
                <a:cs typeface="+mn-cs"/>
              </a:defRPr>
            </a:lvl5pPr>
          </a:lstStyle>
          <a:p>
            <a:pPr lvl="0"/>
            <a:r>
              <a:rPr lang="pl-PL"/>
              <a:t>Kliknij, aby edytować style wzorca tekstu</a:t>
            </a:r>
          </a:p>
        </p:txBody>
      </p:sp>
      <p:sp>
        <p:nvSpPr>
          <p:cNvPr id="58" name="Symbol zastępczy tekstu 38"/>
          <p:cNvSpPr>
            <a:spLocks noGrp="1"/>
          </p:cNvSpPr>
          <p:nvPr>
            <p:ph type="body" sz="quarter" idx="24"/>
          </p:nvPr>
        </p:nvSpPr>
        <p:spPr>
          <a:xfrm>
            <a:off x="1581513" y="4451558"/>
            <a:ext cx="7112033" cy="278538"/>
          </a:xfrm>
          <a:noFill/>
        </p:spPr>
        <p:txBody>
          <a:bodyPr rtlCol="0" anchor="b">
            <a:spAutoFit/>
          </a:bodyPr>
          <a:lstStyle>
            <a:lvl1pPr marL="0" algn="l" defTabSz="457200" rtl="0" eaLnBrk="1" latinLnBrk="0" hangingPunct="1">
              <a:lnSpc>
                <a:spcPct val="110000"/>
              </a:lnSpc>
              <a:buNone/>
              <a:defRPr lang="pl-PL" sz="1100" b="0" kern="1200" dirty="0" smtClean="0">
                <a:solidFill>
                  <a:srgbClr val="242424"/>
                </a:solidFill>
                <a:latin typeface="+mn-lt"/>
                <a:ea typeface="+mn-ea"/>
                <a:cs typeface="+mn-cs"/>
              </a:defRPr>
            </a:lvl1pPr>
            <a:lvl2pPr marL="0" algn="l" defTabSz="457200" rtl="0" eaLnBrk="1" latinLnBrk="0" hangingPunct="1">
              <a:lnSpc>
                <a:spcPct val="110000"/>
              </a:lnSpc>
              <a:buNone/>
              <a:defRPr lang="pl-PL" sz="900" b="0" kern="1200" smtClean="0">
                <a:solidFill>
                  <a:srgbClr val="FFFFFF"/>
                </a:solidFill>
                <a:latin typeface="+mn-lt"/>
                <a:ea typeface="+mn-ea"/>
                <a:cs typeface="+mn-cs"/>
              </a:defRPr>
            </a:lvl2pPr>
            <a:lvl3pPr marL="0" algn="l" defTabSz="457200" rtl="0" eaLnBrk="1" latinLnBrk="0" hangingPunct="1">
              <a:lnSpc>
                <a:spcPct val="110000"/>
              </a:lnSpc>
              <a:buNone/>
              <a:defRPr lang="pl-PL" sz="900" b="0" kern="1200" smtClean="0">
                <a:solidFill>
                  <a:srgbClr val="FFFFFF"/>
                </a:solidFill>
                <a:latin typeface="+mn-lt"/>
                <a:ea typeface="+mn-ea"/>
                <a:cs typeface="+mn-cs"/>
              </a:defRPr>
            </a:lvl3pPr>
            <a:lvl4pPr marL="0" algn="l" defTabSz="457200" rtl="0" eaLnBrk="1" latinLnBrk="0" hangingPunct="1">
              <a:lnSpc>
                <a:spcPct val="110000"/>
              </a:lnSpc>
              <a:buNone/>
              <a:defRPr lang="pl-PL" sz="900" b="0" kern="1200" smtClean="0">
                <a:solidFill>
                  <a:srgbClr val="FFFFFF"/>
                </a:solidFill>
                <a:latin typeface="+mn-lt"/>
                <a:ea typeface="+mn-ea"/>
                <a:cs typeface="+mn-cs"/>
              </a:defRPr>
            </a:lvl4pPr>
            <a:lvl5pPr marL="0" algn="l" defTabSz="457200" rtl="0" eaLnBrk="1" latinLnBrk="0" hangingPunct="1">
              <a:lnSpc>
                <a:spcPct val="110000"/>
              </a:lnSpc>
              <a:buNone/>
              <a:defRPr lang="pl-PL" sz="900" b="0" kern="1200" dirty="0" err="1" smtClean="0">
                <a:solidFill>
                  <a:srgbClr val="FFFFFF"/>
                </a:solidFill>
                <a:latin typeface="+mn-lt"/>
                <a:ea typeface="+mn-ea"/>
                <a:cs typeface="+mn-cs"/>
              </a:defRPr>
            </a:lvl5pPr>
          </a:lstStyle>
          <a:p>
            <a:pPr lvl="0"/>
            <a:r>
              <a:rPr lang="pl-PL"/>
              <a:t>Kliknij, aby edytować style wzorca tekstu</a:t>
            </a:r>
          </a:p>
        </p:txBody>
      </p:sp>
      <p:sp>
        <p:nvSpPr>
          <p:cNvPr id="19" name="Symbol zastępczy tekstu 38"/>
          <p:cNvSpPr>
            <a:spLocks noGrp="1"/>
          </p:cNvSpPr>
          <p:nvPr>
            <p:ph type="body" sz="quarter" idx="26"/>
          </p:nvPr>
        </p:nvSpPr>
        <p:spPr>
          <a:xfrm>
            <a:off x="459137" y="3383761"/>
            <a:ext cx="851879" cy="225703"/>
          </a:xfrm>
          <a:noFill/>
        </p:spPr>
        <p:txBody>
          <a:bodyPr rtlCol="0" anchor="ctr">
            <a:spAutoFit/>
          </a:bodyPr>
          <a:lstStyle>
            <a:lvl1pPr marL="0" algn="r" defTabSz="457200" rtl="0" eaLnBrk="1" latinLnBrk="0" hangingPunct="1">
              <a:lnSpc>
                <a:spcPct val="110000"/>
              </a:lnSpc>
              <a:buNone/>
              <a:defRPr lang="pl-PL" sz="800" b="0" kern="1200" dirty="0" smtClean="0">
                <a:solidFill>
                  <a:srgbClr val="26437E"/>
                </a:solidFill>
                <a:latin typeface="+mn-lt"/>
                <a:ea typeface="+mn-ea"/>
                <a:cs typeface="+mn-cs"/>
              </a:defRPr>
            </a:lvl1pPr>
            <a:lvl2pPr marL="0" algn="l" defTabSz="457200" rtl="0" eaLnBrk="1" latinLnBrk="0" hangingPunct="1">
              <a:lnSpc>
                <a:spcPct val="110000"/>
              </a:lnSpc>
              <a:buNone/>
              <a:defRPr lang="pl-PL" sz="900" b="0" kern="1200" smtClean="0">
                <a:solidFill>
                  <a:srgbClr val="FFFFFF"/>
                </a:solidFill>
                <a:latin typeface="+mn-lt"/>
                <a:ea typeface="+mn-ea"/>
                <a:cs typeface="+mn-cs"/>
              </a:defRPr>
            </a:lvl2pPr>
            <a:lvl3pPr marL="0" algn="l" defTabSz="457200" rtl="0" eaLnBrk="1" latinLnBrk="0" hangingPunct="1">
              <a:lnSpc>
                <a:spcPct val="110000"/>
              </a:lnSpc>
              <a:buNone/>
              <a:defRPr lang="pl-PL" sz="900" b="0" kern="1200" smtClean="0">
                <a:solidFill>
                  <a:srgbClr val="FFFFFF"/>
                </a:solidFill>
                <a:latin typeface="+mn-lt"/>
                <a:ea typeface="+mn-ea"/>
                <a:cs typeface="+mn-cs"/>
              </a:defRPr>
            </a:lvl3pPr>
            <a:lvl4pPr marL="0" algn="l" defTabSz="457200" rtl="0" eaLnBrk="1" latinLnBrk="0" hangingPunct="1">
              <a:lnSpc>
                <a:spcPct val="110000"/>
              </a:lnSpc>
              <a:buNone/>
              <a:defRPr lang="pl-PL" sz="900" b="0" kern="1200" smtClean="0">
                <a:solidFill>
                  <a:srgbClr val="FFFFFF"/>
                </a:solidFill>
                <a:latin typeface="+mn-lt"/>
                <a:ea typeface="+mn-ea"/>
                <a:cs typeface="+mn-cs"/>
              </a:defRPr>
            </a:lvl4pPr>
            <a:lvl5pPr marL="0" algn="l" defTabSz="457200" rtl="0" eaLnBrk="1" latinLnBrk="0" hangingPunct="1">
              <a:lnSpc>
                <a:spcPct val="110000"/>
              </a:lnSpc>
              <a:buNone/>
              <a:defRPr lang="pl-PL" sz="900" b="0" kern="1200" dirty="0" err="1" smtClean="0">
                <a:solidFill>
                  <a:srgbClr val="FFFFFF"/>
                </a:solidFill>
                <a:latin typeface="+mn-lt"/>
                <a:ea typeface="+mn-ea"/>
                <a:cs typeface="+mn-cs"/>
              </a:defRPr>
            </a:lvl5pPr>
          </a:lstStyle>
          <a:p>
            <a:pPr lvl="0"/>
            <a:r>
              <a:rPr lang="pl-PL"/>
              <a:t>Kliknij, aby edytować style wzorca tekstu</a:t>
            </a:r>
          </a:p>
        </p:txBody>
      </p:sp>
      <p:sp>
        <p:nvSpPr>
          <p:cNvPr id="20" name="Symbol zastępczy tekstu 38"/>
          <p:cNvSpPr>
            <a:spLocks noGrp="1"/>
          </p:cNvSpPr>
          <p:nvPr>
            <p:ph type="body" sz="quarter" idx="27"/>
          </p:nvPr>
        </p:nvSpPr>
        <p:spPr>
          <a:xfrm>
            <a:off x="1581547" y="3225831"/>
            <a:ext cx="7112016" cy="295466"/>
          </a:xfrm>
          <a:noFill/>
        </p:spPr>
        <p:txBody>
          <a:bodyPr rtlCol="0" anchor="b">
            <a:spAutoFit/>
          </a:bodyPr>
          <a:lstStyle>
            <a:lvl1pPr marL="0" algn="l" defTabSz="457200" rtl="0" eaLnBrk="1" latinLnBrk="0" hangingPunct="1">
              <a:lnSpc>
                <a:spcPct val="110000"/>
              </a:lnSpc>
              <a:buNone/>
              <a:defRPr lang="pl-PL" sz="1200" b="1" kern="1200" smtClean="0">
                <a:solidFill>
                  <a:srgbClr val="26437E"/>
                </a:solidFill>
                <a:latin typeface="+mn-lt"/>
                <a:ea typeface="+mn-ea"/>
                <a:cs typeface="+mn-cs"/>
              </a:defRPr>
            </a:lvl1pPr>
            <a:lvl2pPr marL="0" algn="l" defTabSz="457200" rtl="0" eaLnBrk="1" latinLnBrk="0" hangingPunct="1">
              <a:lnSpc>
                <a:spcPct val="110000"/>
              </a:lnSpc>
              <a:buNone/>
              <a:defRPr lang="pl-PL" sz="900" b="0" kern="1200" smtClean="0">
                <a:solidFill>
                  <a:srgbClr val="FFFFFF"/>
                </a:solidFill>
                <a:latin typeface="+mn-lt"/>
                <a:ea typeface="+mn-ea"/>
                <a:cs typeface="+mn-cs"/>
              </a:defRPr>
            </a:lvl2pPr>
            <a:lvl3pPr marL="0" algn="l" defTabSz="457200" rtl="0" eaLnBrk="1" latinLnBrk="0" hangingPunct="1">
              <a:lnSpc>
                <a:spcPct val="110000"/>
              </a:lnSpc>
              <a:buNone/>
              <a:defRPr lang="pl-PL" sz="900" b="0" kern="1200" smtClean="0">
                <a:solidFill>
                  <a:srgbClr val="FFFFFF"/>
                </a:solidFill>
                <a:latin typeface="+mn-lt"/>
                <a:ea typeface="+mn-ea"/>
                <a:cs typeface="+mn-cs"/>
              </a:defRPr>
            </a:lvl3pPr>
            <a:lvl4pPr marL="0" algn="l" defTabSz="457200" rtl="0" eaLnBrk="1" latinLnBrk="0" hangingPunct="1">
              <a:lnSpc>
                <a:spcPct val="110000"/>
              </a:lnSpc>
              <a:buNone/>
              <a:defRPr lang="pl-PL" sz="900" b="0" kern="1200" smtClean="0">
                <a:solidFill>
                  <a:srgbClr val="FFFFFF"/>
                </a:solidFill>
                <a:latin typeface="+mn-lt"/>
                <a:ea typeface="+mn-ea"/>
                <a:cs typeface="+mn-cs"/>
              </a:defRPr>
            </a:lvl4pPr>
            <a:lvl5pPr marL="0" algn="l" defTabSz="457200" rtl="0" eaLnBrk="1" latinLnBrk="0" hangingPunct="1">
              <a:lnSpc>
                <a:spcPct val="110000"/>
              </a:lnSpc>
              <a:buNone/>
              <a:defRPr lang="pl-PL" sz="900" b="0" kern="1200" dirty="0" err="1" smtClean="0">
                <a:solidFill>
                  <a:srgbClr val="FFFFFF"/>
                </a:solidFill>
                <a:latin typeface="+mn-lt"/>
                <a:ea typeface="+mn-ea"/>
                <a:cs typeface="+mn-cs"/>
              </a:defRPr>
            </a:lvl5pPr>
          </a:lstStyle>
          <a:p>
            <a:pPr lvl="0"/>
            <a:r>
              <a:rPr lang="pl-PL"/>
              <a:t>Kliknij, aby edytować style wzorca tekstu</a:t>
            </a:r>
          </a:p>
        </p:txBody>
      </p:sp>
      <p:sp>
        <p:nvSpPr>
          <p:cNvPr id="21" name="Symbol zastępczy tekstu 38"/>
          <p:cNvSpPr>
            <a:spLocks noGrp="1"/>
          </p:cNvSpPr>
          <p:nvPr>
            <p:ph type="body" sz="quarter" idx="28"/>
          </p:nvPr>
        </p:nvSpPr>
        <p:spPr>
          <a:xfrm>
            <a:off x="1581546" y="3443711"/>
            <a:ext cx="7112017" cy="278538"/>
          </a:xfrm>
          <a:noFill/>
        </p:spPr>
        <p:txBody>
          <a:bodyPr rtlCol="0" anchor="b">
            <a:spAutoFit/>
          </a:bodyPr>
          <a:lstStyle>
            <a:lvl1pPr marL="0" algn="l" defTabSz="457200" rtl="0" eaLnBrk="1" latinLnBrk="0" hangingPunct="1">
              <a:lnSpc>
                <a:spcPct val="110000"/>
              </a:lnSpc>
              <a:buNone/>
              <a:defRPr lang="pl-PL" sz="1100" b="0" kern="1200" dirty="0" smtClean="0">
                <a:solidFill>
                  <a:srgbClr val="242424"/>
                </a:solidFill>
                <a:latin typeface="+mn-lt"/>
                <a:ea typeface="+mn-ea"/>
                <a:cs typeface="+mn-cs"/>
              </a:defRPr>
            </a:lvl1pPr>
            <a:lvl2pPr marL="0" algn="l" defTabSz="457200" rtl="0" eaLnBrk="1" latinLnBrk="0" hangingPunct="1">
              <a:lnSpc>
                <a:spcPct val="110000"/>
              </a:lnSpc>
              <a:buNone/>
              <a:defRPr lang="pl-PL" sz="900" b="0" kern="1200" smtClean="0">
                <a:solidFill>
                  <a:srgbClr val="FFFFFF"/>
                </a:solidFill>
                <a:latin typeface="+mn-lt"/>
                <a:ea typeface="+mn-ea"/>
                <a:cs typeface="+mn-cs"/>
              </a:defRPr>
            </a:lvl2pPr>
            <a:lvl3pPr marL="0" algn="l" defTabSz="457200" rtl="0" eaLnBrk="1" latinLnBrk="0" hangingPunct="1">
              <a:lnSpc>
                <a:spcPct val="110000"/>
              </a:lnSpc>
              <a:buNone/>
              <a:defRPr lang="pl-PL" sz="900" b="0" kern="1200" smtClean="0">
                <a:solidFill>
                  <a:srgbClr val="FFFFFF"/>
                </a:solidFill>
                <a:latin typeface="+mn-lt"/>
                <a:ea typeface="+mn-ea"/>
                <a:cs typeface="+mn-cs"/>
              </a:defRPr>
            </a:lvl3pPr>
            <a:lvl4pPr marL="0" algn="l" defTabSz="457200" rtl="0" eaLnBrk="1" latinLnBrk="0" hangingPunct="1">
              <a:lnSpc>
                <a:spcPct val="110000"/>
              </a:lnSpc>
              <a:buNone/>
              <a:defRPr lang="pl-PL" sz="900" b="0" kern="1200" smtClean="0">
                <a:solidFill>
                  <a:srgbClr val="FFFFFF"/>
                </a:solidFill>
                <a:latin typeface="+mn-lt"/>
                <a:ea typeface="+mn-ea"/>
                <a:cs typeface="+mn-cs"/>
              </a:defRPr>
            </a:lvl4pPr>
            <a:lvl5pPr marL="0" algn="l" defTabSz="457200" rtl="0" eaLnBrk="1" latinLnBrk="0" hangingPunct="1">
              <a:lnSpc>
                <a:spcPct val="110000"/>
              </a:lnSpc>
              <a:buNone/>
              <a:defRPr lang="pl-PL" sz="900" b="0" kern="1200" dirty="0" err="1" smtClean="0">
                <a:solidFill>
                  <a:srgbClr val="FFFFFF"/>
                </a:solidFill>
                <a:latin typeface="+mn-lt"/>
                <a:ea typeface="+mn-ea"/>
                <a:cs typeface="+mn-cs"/>
              </a:defRPr>
            </a:lvl5pPr>
          </a:lstStyle>
          <a:p>
            <a:pPr lvl="0"/>
            <a:r>
              <a:rPr lang="pl-PL"/>
              <a:t>Kliknij, aby edytować style wzorca tekstu</a:t>
            </a:r>
          </a:p>
        </p:txBody>
      </p:sp>
      <p:sp>
        <p:nvSpPr>
          <p:cNvPr id="22" name="Symbol zastępczy tekstu 38"/>
          <p:cNvSpPr>
            <a:spLocks noGrp="1"/>
          </p:cNvSpPr>
          <p:nvPr>
            <p:ph type="body" sz="quarter" idx="29"/>
          </p:nvPr>
        </p:nvSpPr>
        <p:spPr>
          <a:xfrm>
            <a:off x="459121" y="3888447"/>
            <a:ext cx="851879" cy="225703"/>
          </a:xfrm>
          <a:noFill/>
        </p:spPr>
        <p:txBody>
          <a:bodyPr rtlCol="0" anchor="ctr">
            <a:spAutoFit/>
          </a:bodyPr>
          <a:lstStyle>
            <a:lvl1pPr marL="0" algn="r" defTabSz="457200" rtl="0" eaLnBrk="1" latinLnBrk="0" hangingPunct="1">
              <a:lnSpc>
                <a:spcPct val="110000"/>
              </a:lnSpc>
              <a:buNone/>
              <a:defRPr lang="pl-PL" sz="800" b="0" kern="1200" dirty="0" smtClean="0">
                <a:solidFill>
                  <a:srgbClr val="26437E"/>
                </a:solidFill>
                <a:latin typeface="+mn-lt"/>
                <a:ea typeface="+mn-ea"/>
                <a:cs typeface="+mn-cs"/>
              </a:defRPr>
            </a:lvl1pPr>
            <a:lvl2pPr marL="0" algn="l" defTabSz="457200" rtl="0" eaLnBrk="1" latinLnBrk="0" hangingPunct="1">
              <a:lnSpc>
                <a:spcPct val="110000"/>
              </a:lnSpc>
              <a:buNone/>
              <a:defRPr lang="pl-PL" sz="900" b="0" kern="1200" smtClean="0">
                <a:solidFill>
                  <a:srgbClr val="FFFFFF"/>
                </a:solidFill>
                <a:latin typeface="+mn-lt"/>
                <a:ea typeface="+mn-ea"/>
                <a:cs typeface="+mn-cs"/>
              </a:defRPr>
            </a:lvl2pPr>
            <a:lvl3pPr marL="0" algn="l" defTabSz="457200" rtl="0" eaLnBrk="1" latinLnBrk="0" hangingPunct="1">
              <a:lnSpc>
                <a:spcPct val="110000"/>
              </a:lnSpc>
              <a:buNone/>
              <a:defRPr lang="pl-PL" sz="900" b="0" kern="1200" smtClean="0">
                <a:solidFill>
                  <a:srgbClr val="FFFFFF"/>
                </a:solidFill>
                <a:latin typeface="+mn-lt"/>
                <a:ea typeface="+mn-ea"/>
                <a:cs typeface="+mn-cs"/>
              </a:defRPr>
            </a:lvl3pPr>
            <a:lvl4pPr marL="0" algn="l" defTabSz="457200" rtl="0" eaLnBrk="1" latinLnBrk="0" hangingPunct="1">
              <a:lnSpc>
                <a:spcPct val="110000"/>
              </a:lnSpc>
              <a:buNone/>
              <a:defRPr lang="pl-PL" sz="900" b="0" kern="1200" smtClean="0">
                <a:solidFill>
                  <a:srgbClr val="FFFFFF"/>
                </a:solidFill>
                <a:latin typeface="+mn-lt"/>
                <a:ea typeface="+mn-ea"/>
                <a:cs typeface="+mn-cs"/>
              </a:defRPr>
            </a:lvl4pPr>
            <a:lvl5pPr marL="0" algn="l" defTabSz="457200" rtl="0" eaLnBrk="1" latinLnBrk="0" hangingPunct="1">
              <a:lnSpc>
                <a:spcPct val="110000"/>
              </a:lnSpc>
              <a:buNone/>
              <a:defRPr lang="pl-PL" sz="900" b="0" kern="1200" dirty="0" err="1" smtClean="0">
                <a:solidFill>
                  <a:srgbClr val="FFFFFF"/>
                </a:solidFill>
                <a:latin typeface="+mn-lt"/>
                <a:ea typeface="+mn-ea"/>
                <a:cs typeface="+mn-cs"/>
              </a:defRPr>
            </a:lvl5pPr>
          </a:lstStyle>
          <a:p>
            <a:pPr lvl="0"/>
            <a:r>
              <a:rPr lang="pl-PL"/>
              <a:t>Kliknij, aby edytować style wzorca tekstu</a:t>
            </a:r>
          </a:p>
        </p:txBody>
      </p:sp>
      <p:sp>
        <p:nvSpPr>
          <p:cNvPr id="23" name="Symbol zastępczy tekstu 38"/>
          <p:cNvSpPr>
            <a:spLocks noGrp="1"/>
          </p:cNvSpPr>
          <p:nvPr>
            <p:ph type="body" sz="quarter" idx="30"/>
          </p:nvPr>
        </p:nvSpPr>
        <p:spPr>
          <a:xfrm>
            <a:off x="1581530" y="3730517"/>
            <a:ext cx="7112033" cy="295466"/>
          </a:xfrm>
          <a:noFill/>
        </p:spPr>
        <p:txBody>
          <a:bodyPr rtlCol="0" anchor="b">
            <a:spAutoFit/>
          </a:bodyPr>
          <a:lstStyle>
            <a:lvl1pPr marL="0" algn="l" defTabSz="457200" rtl="0" eaLnBrk="1" latinLnBrk="0" hangingPunct="1">
              <a:lnSpc>
                <a:spcPct val="110000"/>
              </a:lnSpc>
              <a:buNone/>
              <a:defRPr lang="pl-PL" sz="1200" b="1" kern="1200" smtClean="0">
                <a:solidFill>
                  <a:srgbClr val="26437E"/>
                </a:solidFill>
                <a:latin typeface="+mn-lt"/>
                <a:ea typeface="+mn-ea"/>
                <a:cs typeface="+mn-cs"/>
              </a:defRPr>
            </a:lvl1pPr>
            <a:lvl2pPr marL="0" algn="l" defTabSz="457200" rtl="0" eaLnBrk="1" latinLnBrk="0" hangingPunct="1">
              <a:lnSpc>
                <a:spcPct val="110000"/>
              </a:lnSpc>
              <a:buNone/>
              <a:defRPr lang="pl-PL" sz="900" b="0" kern="1200" smtClean="0">
                <a:solidFill>
                  <a:srgbClr val="FFFFFF"/>
                </a:solidFill>
                <a:latin typeface="+mn-lt"/>
                <a:ea typeface="+mn-ea"/>
                <a:cs typeface="+mn-cs"/>
              </a:defRPr>
            </a:lvl2pPr>
            <a:lvl3pPr marL="0" algn="l" defTabSz="457200" rtl="0" eaLnBrk="1" latinLnBrk="0" hangingPunct="1">
              <a:lnSpc>
                <a:spcPct val="110000"/>
              </a:lnSpc>
              <a:buNone/>
              <a:defRPr lang="pl-PL" sz="900" b="0" kern="1200" smtClean="0">
                <a:solidFill>
                  <a:srgbClr val="FFFFFF"/>
                </a:solidFill>
                <a:latin typeface="+mn-lt"/>
                <a:ea typeface="+mn-ea"/>
                <a:cs typeface="+mn-cs"/>
              </a:defRPr>
            </a:lvl3pPr>
            <a:lvl4pPr marL="0" algn="l" defTabSz="457200" rtl="0" eaLnBrk="1" latinLnBrk="0" hangingPunct="1">
              <a:lnSpc>
                <a:spcPct val="110000"/>
              </a:lnSpc>
              <a:buNone/>
              <a:defRPr lang="pl-PL" sz="900" b="0" kern="1200" smtClean="0">
                <a:solidFill>
                  <a:srgbClr val="FFFFFF"/>
                </a:solidFill>
                <a:latin typeface="+mn-lt"/>
                <a:ea typeface="+mn-ea"/>
                <a:cs typeface="+mn-cs"/>
              </a:defRPr>
            </a:lvl4pPr>
            <a:lvl5pPr marL="0" algn="l" defTabSz="457200" rtl="0" eaLnBrk="1" latinLnBrk="0" hangingPunct="1">
              <a:lnSpc>
                <a:spcPct val="110000"/>
              </a:lnSpc>
              <a:buNone/>
              <a:defRPr lang="pl-PL" sz="900" b="0" kern="1200" dirty="0" err="1" smtClean="0">
                <a:solidFill>
                  <a:srgbClr val="FFFFFF"/>
                </a:solidFill>
                <a:latin typeface="+mn-lt"/>
                <a:ea typeface="+mn-ea"/>
                <a:cs typeface="+mn-cs"/>
              </a:defRPr>
            </a:lvl5pPr>
          </a:lstStyle>
          <a:p>
            <a:pPr lvl="0"/>
            <a:r>
              <a:rPr lang="pl-PL"/>
              <a:t>Kliknij, aby edytować style wzorca tekstu</a:t>
            </a:r>
          </a:p>
        </p:txBody>
      </p:sp>
      <p:sp>
        <p:nvSpPr>
          <p:cNvPr id="24" name="Symbol zastępczy tekstu 38"/>
          <p:cNvSpPr>
            <a:spLocks noGrp="1"/>
          </p:cNvSpPr>
          <p:nvPr>
            <p:ph type="body" sz="quarter" idx="31"/>
          </p:nvPr>
        </p:nvSpPr>
        <p:spPr>
          <a:xfrm>
            <a:off x="1581530" y="3948397"/>
            <a:ext cx="7112033" cy="278538"/>
          </a:xfrm>
          <a:noFill/>
        </p:spPr>
        <p:txBody>
          <a:bodyPr rtlCol="0" anchor="b">
            <a:spAutoFit/>
          </a:bodyPr>
          <a:lstStyle>
            <a:lvl1pPr marL="0" algn="l" defTabSz="457200" rtl="0" eaLnBrk="1" latinLnBrk="0" hangingPunct="1">
              <a:lnSpc>
                <a:spcPct val="110000"/>
              </a:lnSpc>
              <a:buNone/>
              <a:defRPr lang="pl-PL" sz="1100" b="0" kern="1200" dirty="0" smtClean="0">
                <a:solidFill>
                  <a:srgbClr val="242424"/>
                </a:solidFill>
                <a:latin typeface="+mn-lt"/>
                <a:ea typeface="+mn-ea"/>
                <a:cs typeface="+mn-cs"/>
              </a:defRPr>
            </a:lvl1pPr>
            <a:lvl2pPr marL="0" algn="l" defTabSz="457200" rtl="0" eaLnBrk="1" latinLnBrk="0" hangingPunct="1">
              <a:lnSpc>
                <a:spcPct val="110000"/>
              </a:lnSpc>
              <a:buNone/>
              <a:defRPr lang="pl-PL" sz="900" b="0" kern="1200" smtClean="0">
                <a:solidFill>
                  <a:srgbClr val="FFFFFF"/>
                </a:solidFill>
                <a:latin typeface="+mn-lt"/>
                <a:ea typeface="+mn-ea"/>
                <a:cs typeface="+mn-cs"/>
              </a:defRPr>
            </a:lvl2pPr>
            <a:lvl3pPr marL="0" algn="l" defTabSz="457200" rtl="0" eaLnBrk="1" latinLnBrk="0" hangingPunct="1">
              <a:lnSpc>
                <a:spcPct val="110000"/>
              </a:lnSpc>
              <a:buNone/>
              <a:defRPr lang="pl-PL" sz="900" b="0" kern="1200" smtClean="0">
                <a:solidFill>
                  <a:srgbClr val="FFFFFF"/>
                </a:solidFill>
                <a:latin typeface="+mn-lt"/>
                <a:ea typeface="+mn-ea"/>
                <a:cs typeface="+mn-cs"/>
              </a:defRPr>
            </a:lvl3pPr>
            <a:lvl4pPr marL="0" algn="l" defTabSz="457200" rtl="0" eaLnBrk="1" latinLnBrk="0" hangingPunct="1">
              <a:lnSpc>
                <a:spcPct val="110000"/>
              </a:lnSpc>
              <a:buNone/>
              <a:defRPr lang="pl-PL" sz="900" b="0" kern="1200" smtClean="0">
                <a:solidFill>
                  <a:srgbClr val="FFFFFF"/>
                </a:solidFill>
                <a:latin typeface="+mn-lt"/>
                <a:ea typeface="+mn-ea"/>
                <a:cs typeface="+mn-cs"/>
              </a:defRPr>
            </a:lvl4pPr>
            <a:lvl5pPr marL="0" algn="l" defTabSz="457200" rtl="0" eaLnBrk="1" latinLnBrk="0" hangingPunct="1">
              <a:lnSpc>
                <a:spcPct val="110000"/>
              </a:lnSpc>
              <a:buNone/>
              <a:defRPr lang="pl-PL" sz="900" b="0" kern="1200" dirty="0" err="1" smtClean="0">
                <a:solidFill>
                  <a:srgbClr val="FFFFFF"/>
                </a:solidFill>
                <a:latin typeface="+mn-lt"/>
                <a:ea typeface="+mn-ea"/>
                <a:cs typeface="+mn-cs"/>
              </a:defRPr>
            </a:lvl5pPr>
          </a:lstStyle>
          <a:p>
            <a:pPr lvl="0"/>
            <a:r>
              <a:rPr lang="pl-PL"/>
              <a:t>Kliknij, aby edytować style wzorca tekstu</a:t>
            </a:r>
          </a:p>
        </p:txBody>
      </p:sp>
      <p:sp>
        <p:nvSpPr>
          <p:cNvPr id="25" name="Symbol zastępczy tekstu 17"/>
          <p:cNvSpPr>
            <a:spLocks noGrp="1"/>
          </p:cNvSpPr>
          <p:nvPr>
            <p:ph type="body" sz="quarter" idx="25"/>
          </p:nvPr>
        </p:nvSpPr>
        <p:spPr>
          <a:xfrm>
            <a:off x="457200" y="109001"/>
            <a:ext cx="8235950" cy="692865"/>
          </a:xfrm>
        </p:spPr>
        <p:txBody>
          <a:bodyPr lIns="0" rIns="0" anchor="b">
            <a:normAutofit/>
          </a:bodyPr>
          <a:lstStyle>
            <a:lvl1pPr marL="0" indent="0">
              <a:buNone/>
              <a:defRPr lang="pl-PL" sz="2000" b="1" kern="1200" dirty="0">
                <a:solidFill>
                  <a:schemeClr val="tx1"/>
                </a:solidFill>
                <a:latin typeface="+mj-lt"/>
                <a:ea typeface="+mj-ea"/>
                <a:cs typeface="+mj-cs"/>
              </a:defRPr>
            </a:lvl1pPr>
          </a:lstStyle>
          <a:p>
            <a:pPr lvl="0"/>
            <a:r>
              <a:rPr lang="pl-PL"/>
              <a:t>Kliknij, aby edytować style wzorca tekstu</a:t>
            </a:r>
          </a:p>
        </p:txBody>
      </p:sp>
    </p:spTree>
    <p:extLst>
      <p:ext uri="{BB962C8B-B14F-4D97-AF65-F5344CB8AC3E}">
        <p14:creationId xmlns:p14="http://schemas.microsoft.com/office/powerpoint/2010/main" val="41998533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rofile 1">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7" name="Prostokąt 6"/>
          <p:cNvSpPr/>
          <p:nvPr userDrawn="1"/>
        </p:nvSpPr>
        <p:spPr>
          <a:xfrm>
            <a:off x="0" y="1911350"/>
            <a:ext cx="9144000" cy="323215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pl-PL">
              <a:solidFill>
                <a:prstClr val="white"/>
              </a:solidFill>
            </a:endParaRPr>
          </a:p>
        </p:txBody>
      </p:sp>
      <p:sp>
        <p:nvSpPr>
          <p:cNvPr id="8" name="Prostokąt 7"/>
          <p:cNvSpPr/>
          <p:nvPr userDrawn="1"/>
        </p:nvSpPr>
        <p:spPr>
          <a:xfrm flipV="1">
            <a:off x="0" y="1911350"/>
            <a:ext cx="9144000" cy="46038"/>
          </a:xfrm>
          <a:prstGeom prst="rect">
            <a:avLst/>
          </a:prstGeom>
          <a:gradFill>
            <a:gsLst>
              <a:gs pos="0">
                <a:schemeClr val="tx2"/>
              </a:gs>
              <a:gs pos="100000">
                <a:schemeClr val="accent3"/>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pl-PL">
              <a:solidFill>
                <a:prstClr val="white"/>
              </a:solidFill>
            </a:endParaRPr>
          </a:p>
        </p:txBody>
      </p:sp>
      <p:pic>
        <p:nvPicPr>
          <p:cNvPr id="9" name="Obraz 9"/>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893050" y="4838700"/>
            <a:ext cx="800100" cy="12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Symbol zastępczy obrazu 3"/>
          <p:cNvSpPr>
            <a:spLocks noGrp="1"/>
          </p:cNvSpPr>
          <p:nvPr>
            <p:ph type="pic" sz="quarter" idx="28"/>
          </p:nvPr>
        </p:nvSpPr>
        <p:spPr>
          <a:xfrm>
            <a:off x="3786182" y="857249"/>
            <a:ext cx="1638300" cy="1638301"/>
          </a:xfrm>
          <a:prstGeom prst="ellipse">
            <a:avLst/>
          </a:prstGeom>
          <a:solidFill>
            <a:schemeClr val="bg1"/>
          </a:solidFill>
          <a:ln w="127000">
            <a:solidFill>
              <a:schemeClr val="bg1">
                <a:alpha val="30000"/>
              </a:schemeClr>
            </a:solid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normAutofit/>
          </a:bodyPr>
          <a:lstStyle>
            <a:lvl1pPr marL="0" indent="0" algn="ctr" defTabSz="457200" rtl="0" eaLnBrk="1" latinLnBrk="0" hangingPunct="1">
              <a:buNone/>
              <a:defRPr lang="pl-PL" sz="1600" dirty="0">
                <a:solidFill>
                  <a:srgbClr val="BFBFBF"/>
                </a:solidFill>
              </a:defRPr>
            </a:lvl1pPr>
          </a:lstStyle>
          <a:p>
            <a:pPr lvl="0"/>
            <a:r>
              <a:rPr lang="pl-PL" noProof="0"/>
              <a:t>Kliknij ikonę, aby dodać obraz</a:t>
            </a:r>
            <a:endParaRPr lang="pl-PL" noProof="0" dirty="0"/>
          </a:p>
        </p:txBody>
      </p:sp>
      <p:sp>
        <p:nvSpPr>
          <p:cNvPr id="22" name="Symbol zastępczy tekstu 15"/>
          <p:cNvSpPr>
            <a:spLocks noGrp="1"/>
          </p:cNvSpPr>
          <p:nvPr>
            <p:ph type="body" sz="quarter" idx="12"/>
          </p:nvPr>
        </p:nvSpPr>
        <p:spPr>
          <a:xfrm>
            <a:off x="3084116" y="4513263"/>
            <a:ext cx="2975769" cy="363537"/>
          </a:xfrm>
        </p:spPr>
        <p:txBody>
          <a:bodyPr anchor="ctr">
            <a:noAutofit/>
          </a:bodyPr>
          <a:lstStyle>
            <a:lvl1pPr marL="0" indent="0" algn="ctr">
              <a:buNone/>
              <a:defRPr sz="1000" baseline="0">
                <a:solidFill>
                  <a:schemeClr val="tx2"/>
                </a:solidFill>
              </a:defRPr>
            </a:lvl1pPr>
            <a:lvl2pPr marL="457200" indent="0">
              <a:buNone/>
              <a:defRPr sz="1100">
                <a:solidFill>
                  <a:schemeClr val="tx2"/>
                </a:solidFill>
              </a:defRPr>
            </a:lvl2pPr>
            <a:lvl3pPr marL="914400" indent="0">
              <a:buNone/>
              <a:defRPr sz="1050">
                <a:solidFill>
                  <a:schemeClr val="tx2"/>
                </a:solidFill>
              </a:defRPr>
            </a:lvl3pPr>
            <a:lvl4pPr marL="1371600" indent="0">
              <a:buNone/>
              <a:defRPr sz="1000">
                <a:solidFill>
                  <a:schemeClr val="tx2"/>
                </a:solidFill>
              </a:defRPr>
            </a:lvl4pPr>
            <a:lvl5pPr marL="1828800" indent="0">
              <a:buNone/>
              <a:defRPr sz="1000">
                <a:solidFill>
                  <a:schemeClr val="tx2"/>
                </a:solidFill>
              </a:defRPr>
            </a:lvl5pPr>
          </a:lstStyle>
          <a:p>
            <a:pPr lvl="0"/>
            <a:r>
              <a:rPr lang="pl-PL"/>
              <a:t>Kliknij, aby edytować style wzorca tekstu</a:t>
            </a:r>
          </a:p>
          <a:p>
            <a:pPr lvl="1"/>
            <a:r>
              <a:rPr lang="pl-PL"/>
              <a:t>Drugi poziom</a:t>
            </a:r>
          </a:p>
        </p:txBody>
      </p:sp>
      <p:sp>
        <p:nvSpPr>
          <p:cNvPr id="17" name="Tytuł 1"/>
          <p:cNvSpPr>
            <a:spLocks noGrp="1"/>
          </p:cNvSpPr>
          <p:nvPr>
            <p:ph type="ctrTitle"/>
          </p:nvPr>
        </p:nvSpPr>
        <p:spPr>
          <a:xfrm>
            <a:off x="641350" y="2568574"/>
            <a:ext cx="7861300" cy="386116"/>
          </a:xfrm>
        </p:spPr>
        <p:txBody>
          <a:bodyPr>
            <a:noAutofit/>
          </a:bodyPr>
          <a:lstStyle>
            <a:lvl1pPr algn="ctr">
              <a:lnSpc>
                <a:spcPct val="80000"/>
              </a:lnSpc>
              <a:defRPr sz="1600" b="1" baseline="0">
                <a:solidFill>
                  <a:srgbClr val="009DE0"/>
                </a:solidFill>
              </a:defRPr>
            </a:lvl1pPr>
          </a:lstStyle>
          <a:p>
            <a:r>
              <a:rPr lang="pl-PL"/>
              <a:t>Kliknij, aby edytować styl</a:t>
            </a:r>
            <a:endParaRPr lang="pl-PL" dirty="0"/>
          </a:p>
        </p:txBody>
      </p:sp>
      <p:sp>
        <p:nvSpPr>
          <p:cNvPr id="18" name="Podtytuł 2"/>
          <p:cNvSpPr>
            <a:spLocks noGrp="1"/>
          </p:cNvSpPr>
          <p:nvPr>
            <p:ph type="subTitle" idx="1"/>
          </p:nvPr>
        </p:nvSpPr>
        <p:spPr>
          <a:xfrm>
            <a:off x="641350" y="2971386"/>
            <a:ext cx="7861300" cy="335575"/>
          </a:xfrm>
        </p:spPr>
        <p:txBody>
          <a:bodyPr>
            <a:normAutofit/>
          </a:bodyPr>
          <a:lstStyle>
            <a:lvl1pPr marL="0" indent="0" algn="ctr">
              <a:buNone/>
              <a:defRPr sz="1300" b="0" baseline="0">
                <a:solidFill>
                  <a:schemeClr val="accent3"/>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l-PL"/>
              <a:t>Kliknij, aby edytować styl wzorca podtytułu</a:t>
            </a:r>
            <a:endParaRPr lang="pl-PL" dirty="0"/>
          </a:p>
        </p:txBody>
      </p:sp>
      <p:sp>
        <p:nvSpPr>
          <p:cNvPr id="19" name="Symbol zastępczy tekstu 8"/>
          <p:cNvSpPr>
            <a:spLocks noGrp="1"/>
          </p:cNvSpPr>
          <p:nvPr>
            <p:ph type="body" sz="quarter" idx="11"/>
          </p:nvPr>
        </p:nvSpPr>
        <p:spPr>
          <a:xfrm>
            <a:off x="641350" y="3340100"/>
            <a:ext cx="7861300" cy="1098550"/>
          </a:xfrm>
        </p:spPr>
        <p:txBody>
          <a:bodyPr>
            <a:noAutofit/>
          </a:bodyPr>
          <a:lstStyle>
            <a:lvl1pPr marL="0" indent="0" algn="ctr">
              <a:buNone/>
              <a:defRPr lang="pl-PL" sz="1000" b="0" kern="1200" baseline="0" dirty="0" smtClean="0">
                <a:solidFill>
                  <a:schemeClr val="bg2">
                    <a:lumMod val="10000"/>
                  </a:schemeClr>
                </a:solidFill>
                <a:latin typeface="+mn-lt"/>
                <a:ea typeface="+mn-ea"/>
                <a:cs typeface="+mn-cs"/>
              </a:defRPr>
            </a:lvl1pPr>
            <a:lvl2pPr marL="457200" indent="0">
              <a:buNone/>
              <a:defRPr sz="900">
                <a:solidFill>
                  <a:srgbClr val="FFFFFF"/>
                </a:solidFill>
              </a:defRPr>
            </a:lvl2pPr>
            <a:lvl3pPr marL="914400" indent="0">
              <a:buNone/>
              <a:defRPr sz="900">
                <a:solidFill>
                  <a:srgbClr val="FFFFFF"/>
                </a:solidFill>
              </a:defRPr>
            </a:lvl3pPr>
            <a:lvl4pPr marL="1371600" indent="0">
              <a:buNone/>
              <a:defRPr sz="900">
                <a:solidFill>
                  <a:srgbClr val="FFFFFF"/>
                </a:solidFill>
              </a:defRPr>
            </a:lvl4pPr>
            <a:lvl5pPr marL="1828800" indent="0">
              <a:buNone/>
              <a:defRPr sz="900">
                <a:solidFill>
                  <a:srgbClr val="FFFFFF"/>
                </a:solidFill>
              </a:defRPr>
            </a:lvl5pPr>
          </a:lstStyle>
          <a:p>
            <a:pPr lvl="0"/>
            <a:r>
              <a:rPr lang="pl-PL"/>
              <a:t>Kliknij, aby edytować style wzorca tekstu</a:t>
            </a:r>
          </a:p>
        </p:txBody>
      </p:sp>
      <p:sp>
        <p:nvSpPr>
          <p:cNvPr id="10" name="Symbol zastępczy numeru slajdu 5"/>
          <p:cNvSpPr>
            <a:spLocks noGrp="1"/>
          </p:cNvSpPr>
          <p:nvPr>
            <p:ph type="sldNum" sz="quarter" idx="29"/>
          </p:nvPr>
        </p:nvSpPr>
        <p:spPr>
          <a:xfrm>
            <a:off x="457200" y="4767263"/>
            <a:ext cx="412750" cy="273050"/>
          </a:xfrm>
          <a:noFill/>
        </p:spPr>
        <p:txBody>
          <a:bodyPr/>
          <a:lstStyle>
            <a:lvl1pPr>
              <a:defRPr>
                <a:solidFill>
                  <a:schemeClr val="accent1"/>
                </a:solidFill>
              </a:defRPr>
            </a:lvl1pPr>
          </a:lstStyle>
          <a:p>
            <a:fld id="{93BF76A3-3636-4930-ACE4-1E9201576516}" type="slidenum">
              <a:rPr lang="pl-PL" altLang="pl-PL">
                <a:solidFill>
                  <a:srgbClr val="26437E"/>
                </a:solidFill>
              </a:rPr>
              <a:pPr/>
              <a:t>‹#›</a:t>
            </a:fld>
            <a:endParaRPr lang="pl-PL" altLang="pl-PL">
              <a:solidFill>
                <a:srgbClr val="26437E"/>
              </a:solidFill>
            </a:endParaRPr>
          </a:p>
        </p:txBody>
      </p:sp>
    </p:spTree>
    <p:extLst>
      <p:ext uri="{BB962C8B-B14F-4D97-AF65-F5344CB8AC3E}">
        <p14:creationId xmlns:p14="http://schemas.microsoft.com/office/powerpoint/2010/main" val="16668079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rofile 2">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15" name="Prostokąt 14"/>
          <p:cNvSpPr/>
          <p:nvPr userDrawn="1"/>
        </p:nvSpPr>
        <p:spPr>
          <a:xfrm>
            <a:off x="0" y="1911350"/>
            <a:ext cx="9144000" cy="323215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pl-PL">
              <a:solidFill>
                <a:prstClr val="white"/>
              </a:solidFill>
            </a:endParaRPr>
          </a:p>
        </p:txBody>
      </p:sp>
      <p:sp>
        <p:nvSpPr>
          <p:cNvPr id="16" name="Prostokąt 15"/>
          <p:cNvSpPr/>
          <p:nvPr userDrawn="1"/>
        </p:nvSpPr>
        <p:spPr>
          <a:xfrm flipV="1">
            <a:off x="0" y="1911350"/>
            <a:ext cx="9144000" cy="46038"/>
          </a:xfrm>
          <a:prstGeom prst="rect">
            <a:avLst/>
          </a:prstGeom>
          <a:gradFill>
            <a:gsLst>
              <a:gs pos="0">
                <a:schemeClr val="tx2"/>
              </a:gs>
              <a:gs pos="100000">
                <a:schemeClr val="accent3"/>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pl-PL">
              <a:solidFill>
                <a:prstClr val="white"/>
              </a:solidFill>
            </a:endParaRPr>
          </a:p>
        </p:txBody>
      </p:sp>
      <p:pic>
        <p:nvPicPr>
          <p:cNvPr id="17" name="Obraz 9"/>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893050" y="4838700"/>
            <a:ext cx="800100" cy="12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Symbol zastępczy obrazu 3"/>
          <p:cNvSpPr>
            <a:spLocks noGrp="1"/>
          </p:cNvSpPr>
          <p:nvPr>
            <p:ph type="pic" sz="quarter" idx="28"/>
          </p:nvPr>
        </p:nvSpPr>
        <p:spPr>
          <a:xfrm>
            <a:off x="3786182" y="857249"/>
            <a:ext cx="1638300" cy="1638301"/>
          </a:xfrm>
          <a:prstGeom prst="ellipse">
            <a:avLst/>
          </a:prstGeom>
          <a:solidFill>
            <a:schemeClr val="bg1"/>
          </a:solidFill>
          <a:ln w="127000">
            <a:solidFill>
              <a:schemeClr val="bg1">
                <a:alpha val="30000"/>
              </a:schemeClr>
            </a:solid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normAutofit/>
          </a:bodyPr>
          <a:lstStyle>
            <a:lvl1pPr marL="0" indent="0" algn="ctr" defTabSz="457200" rtl="0" eaLnBrk="1" latinLnBrk="0" hangingPunct="1">
              <a:buNone/>
              <a:defRPr lang="pl-PL" sz="1600" dirty="0">
                <a:solidFill>
                  <a:schemeClr val="bg1">
                    <a:lumMod val="75000"/>
                  </a:schemeClr>
                </a:solidFill>
              </a:defRPr>
            </a:lvl1pPr>
          </a:lstStyle>
          <a:p>
            <a:pPr lvl="0"/>
            <a:r>
              <a:rPr lang="pl-PL" noProof="0"/>
              <a:t>Kliknij ikonę, aby dodać obraz</a:t>
            </a:r>
            <a:endParaRPr lang="pl-PL" noProof="0" dirty="0"/>
          </a:p>
        </p:txBody>
      </p:sp>
      <p:sp>
        <p:nvSpPr>
          <p:cNvPr id="22" name="Symbol zastępczy tekstu 15"/>
          <p:cNvSpPr>
            <a:spLocks noGrp="1"/>
          </p:cNvSpPr>
          <p:nvPr>
            <p:ph type="body" sz="quarter" idx="12"/>
          </p:nvPr>
        </p:nvSpPr>
        <p:spPr>
          <a:xfrm>
            <a:off x="3084116" y="4513263"/>
            <a:ext cx="2975769" cy="363537"/>
          </a:xfrm>
        </p:spPr>
        <p:txBody>
          <a:bodyPr anchor="ctr">
            <a:noAutofit/>
          </a:bodyPr>
          <a:lstStyle>
            <a:lvl1pPr marL="0" indent="0" algn="ctr">
              <a:buNone/>
              <a:defRPr sz="1000" baseline="0">
                <a:solidFill>
                  <a:schemeClr val="tx2"/>
                </a:solidFill>
              </a:defRPr>
            </a:lvl1pPr>
            <a:lvl2pPr marL="457200" indent="0">
              <a:buNone/>
              <a:defRPr sz="1100">
                <a:solidFill>
                  <a:schemeClr val="tx2"/>
                </a:solidFill>
              </a:defRPr>
            </a:lvl2pPr>
            <a:lvl3pPr marL="914400" indent="0">
              <a:buNone/>
              <a:defRPr sz="1050">
                <a:solidFill>
                  <a:schemeClr val="tx2"/>
                </a:solidFill>
              </a:defRPr>
            </a:lvl3pPr>
            <a:lvl4pPr marL="1371600" indent="0">
              <a:buNone/>
              <a:defRPr sz="1000">
                <a:solidFill>
                  <a:schemeClr val="tx2"/>
                </a:solidFill>
              </a:defRPr>
            </a:lvl4pPr>
            <a:lvl5pPr marL="1828800" indent="0">
              <a:buNone/>
              <a:defRPr sz="1000">
                <a:solidFill>
                  <a:schemeClr val="tx2"/>
                </a:solidFill>
              </a:defRPr>
            </a:lvl5pPr>
          </a:lstStyle>
          <a:p>
            <a:pPr lvl="0"/>
            <a:r>
              <a:rPr lang="pl-PL"/>
              <a:t>Kliknij, aby edytować style wzorca tekstu</a:t>
            </a:r>
          </a:p>
          <a:p>
            <a:pPr lvl="1"/>
            <a:r>
              <a:rPr lang="pl-PL"/>
              <a:t>Drugi poziom</a:t>
            </a:r>
          </a:p>
        </p:txBody>
      </p:sp>
      <p:sp>
        <p:nvSpPr>
          <p:cNvPr id="24" name="Symbol zastępczy obrazu 3"/>
          <p:cNvSpPr>
            <a:spLocks noGrp="1"/>
          </p:cNvSpPr>
          <p:nvPr>
            <p:ph type="pic" sz="quarter" idx="32"/>
          </p:nvPr>
        </p:nvSpPr>
        <p:spPr>
          <a:xfrm>
            <a:off x="714348" y="857249"/>
            <a:ext cx="1638300" cy="1638301"/>
          </a:xfrm>
          <a:prstGeom prst="ellipse">
            <a:avLst/>
          </a:prstGeom>
          <a:solidFill>
            <a:schemeClr val="bg1"/>
          </a:solidFill>
          <a:ln w="127000">
            <a:solidFill>
              <a:schemeClr val="bg1">
                <a:alpha val="30000"/>
              </a:schemeClr>
            </a:solid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normAutofit/>
          </a:bodyPr>
          <a:lstStyle>
            <a:lvl1pPr marL="0" indent="0" algn="ctr" defTabSz="457200" rtl="0" eaLnBrk="1" latinLnBrk="0" hangingPunct="1">
              <a:buNone/>
              <a:defRPr lang="pl-PL" sz="1600" dirty="0">
                <a:solidFill>
                  <a:srgbClr val="BFBFBF"/>
                </a:solidFill>
              </a:defRPr>
            </a:lvl1pPr>
          </a:lstStyle>
          <a:p>
            <a:pPr lvl="0"/>
            <a:r>
              <a:rPr lang="pl-PL" noProof="0"/>
              <a:t>Kliknij ikonę, aby dodać obraz</a:t>
            </a:r>
            <a:endParaRPr lang="pl-PL" noProof="0" dirty="0"/>
          </a:p>
        </p:txBody>
      </p:sp>
      <p:sp>
        <p:nvSpPr>
          <p:cNvPr id="25" name="Symbol zastępczy obrazu 3"/>
          <p:cNvSpPr>
            <a:spLocks noGrp="1"/>
          </p:cNvSpPr>
          <p:nvPr>
            <p:ph type="pic" sz="quarter" idx="33"/>
          </p:nvPr>
        </p:nvSpPr>
        <p:spPr>
          <a:xfrm>
            <a:off x="6794500" y="857249"/>
            <a:ext cx="1638300" cy="1638301"/>
          </a:xfrm>
          <a:prstGeom prst="ellipse">
            <a:avLst/>
          </a:prstGeom>
          <a:solidFill>
            <a:schemeClr val="bg1"/>
          </a:solidFill>
          <a:ln w="127000">
            <a:solidFill>
              <a:schemeClr val="bg1">
                <a:alpha val="30000"/>
              </a:schemeClr>
            </a:solid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normAutofit/>
          </a:bodyPr>
          <a:lstStyle>
            <a:lvl1pPr marL="0" marR="0" indent="0" algn="ctr" defTabSz="457200" rtl="0" eaLnBrk="1" fontAlgn="auto" latinLnBrk="0" hangingPunct="1">
              <a:lnSpc>
                <a:spcPct val="100000"/>
              </a:lnSpc>
              <a:spcBef>
                <a:spcPct val="20000"/>
              </a:spcBef>
              <a:spcAft>
                <a:spcPts val="0"/>
              </a:spcAft>
              <a:buClrTx/>
              <a:buSzTx/>
              <a:buFont typeface="Wingdings" charset="2"/>
              <a:buNone/>
              <a:tabLst/>
              <a:defRPr lang="pl-PL" sz="1600" dirty="0">
                <a:solidFill>
                  <a:srgbClr val="BFBFBF"/>
                </a:solidFill>
              </a:defRPr>
            </a:lvl1pPr>
          </a:lstStyle>
          <a:p>
            <a:pPr lvl="0"/>
            <a:r>
              <a:rPr lang="pl-PL" noProof="0"/>
              <a:t>Kliknij ikonę, aby dodać obraz</a:t>
            </a:r>
            <a:endParaRPr lang="pl-PL" noProof="0" dirty="0"/>
          </a:p>
        </p:txBody>
      </p:sp>
      <p:sp>
        <p:nvSpPr>
          <p:cNvPr id="37" name="Symbol zastępczy tekstu 6"/>
          <p:cNvSpPr>
            <a:spLocks noGrp="1"/>
          </p:cNvSpPr>
          <p:nvPr>
            <p:ph type="body" sz="quarter" idx="16"/>
          </p:nvPr>
        </p:nvSpPr>
        <p:spPr>
          <a:xfrm>
            <a:off x="723900" y="2663026"/>
            <a:ext cx="1638300" cy="285750"/>
          </a:xfrm>
        </p:spPr>
        <p:txBody>
          <a:bodyPr>
            <a:noAutofit/>
          </a:bodyPr>
          <a:lstStyle>
            <a:lvl1pPr marL="0" indent="0" algn="ctr" defTabSz="457200" rtl="0" eaLnBrk="1" latinLnBrk="0" hangingPunct="1">
              <a:lnSpc>
                <a:spcPct val="80000"/>
              </a:lnSpc>
              <a:spcBef>
                <a:spcPct val="0"/>
              </a:spcBef>
              <a:buNone/>
              <a:defRPr lang="pl-PL" sz="1600" b="1" kern="1200" baseline="0" dirty="0">
                <a:solidFill>
                  <a:srgbClr val="009DE0"/>
                </a:solidFill>
                <a:latin typeface="+mj-lt"/>
                <a:ea typeface="+mj-ea"/>
                <a:cs typeface="+mj-cs"/>
              </a:defRPr>
            </a:lvl1pPr>
          </a:lstStyle>
          <a:p>
            <a:pPr lvl="0"/>
            <a:r>
              <a:rPr lang="pl-PL"/>
              <a:t>Kliknij, aby edytować style wzorca tekstu</a:t>
            </a:r>
          </a:p>
        </p:txBody>
      </p:sp>
      <p:sp>
        <p:nvSpPr>
          <p:cNvPr id="38" name="Symbol zastępczy tekstu 6"/>
          <p:cNvSpPr>
            <a:spLocks noGrp="1"/>
          </p:cNvSpPr>
          <p:nvPr>
            <p:ph type="body" sz="quarter" idx="17"/>
          </p:nvPr>
        </p:nvSpPr>
        <p:spPr>
          <a:xfrm>
            <a:off x="723900" y="3034066"/>
            <a:ext cx="1638300" cy="161006"/>
          </a:xfrm>
        </p:spPr>
        <p:txBody>
          <a:bodyPr anchor="ctr">
            <a:noAutofit/>
          </a:bodyPr>
          <a:lstStyle>
            <a:lvl1pPr marL="0" indent="0" algn="ctr">
              <a:buNone/>
              <a:defRPr lang="pl-PL" sz="1300" b="0" kern="1200" baseline="0" dirty="0">
                <a:solidFill>
                  <a:schemeClr val="accent3"/>
                </a:solidFill>
                <a:latin typeface="+mn-lt"/>
                <a:ea typeface="+mn-ea"/>
                <a:cs typeface="+mn-cs"/>
              </a:defRPr>
            </a:lvl1pPr>
          </a:lstStyle>
          <a:p>
            <a:pPr lvl="0"/>
            <a:r>
              <a:rPr lang="pl-PL"/>
              <a:t>Kliknij, aby edytować style wzorca tekstu</a:t>
            </a:r>
          </a:p>
        </p:txBody>
      </p:sp>
      <p:sp>
        <p:nvSpPr>
          <p:cNvPr id="39" name="Symbol zastępczy tekstu 6"/>
          <p:cNvSpPr>
            <a:spLocks noGrp="1"/>
          </p:cNvSpPr>
          <p:nvPr>
            <p:ph type="body" sz="quarter" idx="18"/>
          </p:nvPr>
        </p:nvSpPr>
        <p:spPr>
          <a:xfrm>
            <a:off x="723900" y="3340293"/>
            <a:ext cx="1638300" cy="1030504"/>
          </a:xfrm>
        </p:spPr>
        <p:txBody>
          <a:bodyPr>
            <a:noAutofit/>
          </a:bodyPr>
          <a:lstStyle>
            <a:lvl1pPr marL="0" indent="0" algn="ctr">
              <a:buNone/>
              <a:defRPr lang="pl-PL" sz="1000" b="0" kern="1200" baseline="0" dirty="0">
                <a:solidFill>
                  <a:schemeClr val="bg2">
                    <a:lumMod val="10000"/>
                  </a:schemeClr>
                </a:solidFill>
                <a:latin typeface="+mn-lt"/>
                <a:ea typeface="+mn-ea"/>
                <a:cs typeface="+mn-cs"/>
              </a:defRPr>
            </a:lvl1pPr>
          </a:lstStyle>
          <a:p>
            <a:pPr lvl="0"/>
            <a:r>
              <a:rPr lang="pl-PL"/>
              <a:t>Kliknij, aby edytować style wzorca tekstu</a:t>
            </a:r>
          </a:p>
        </p:txBody>
      </p:sp>
      <p:sp>
        <p:nvSpPr>
          <p:cNvPr id="40" name="Symbol zastępczy tekstu 6"/>
          <p:cNvSpPr>
            <a:spLocks noGrp="1"/>
          </p:cNvSpPr>
          <p:nvPr>
            <p:ph type="body" sz="quarter" idx="20"/>
          </p:nvPr>
        </p:nvSpPr>
        <p:spPr>
          <a:xfrm>
            <a:off x="3768438" y="2663026"/>
            <a:ext cx="1638300" cy="285750"/>
          </a:xfrm>
        </p:spPr>
        <p:txBody>
          <a:bodyPr>
            <a:noAutofit/>
          </a:bodyPr>
          <a:lstStyle>
            <a:lvl1pPr marL="0" indent="0" algn="ctr">
              <a:buNone/>
              <a:defRPr lang="pl-PL" sz="1600" b="1" kern="1200" baseline="0" dirty="0">
                <a:solidFill>
                  <a:srgbClr val="009DE0"/>
                </a:solidFill>
                <a:latin typeface="+mj-lt"/>
                <a:ea typeface="+mj-ea"/>
                <a:cs typeface="+mj-cs"/>
              </a:defRPr>
            </a:lvl1pPr>
          </a:lstStyle>
          <a:p>
            <a:pPr lvl="0"/>
            <a:r>
              <a:rPr lang="pl-PL"/>
              <a:t>Kliknij, aby edytować style wzorca tekstu</a:t>
            </a:r>
          </a:p>
        </p:txBody>
      </p:sp>
      <p:sp>
        <p:nvSpPr>
          <p:cNvPr id="41" name="Symbol zastępczy tekstu 6"/>
          <p:cNvSpPr>
            <a:spLocks noGrp="1"/>
          </p:cNvSpPr>
          <p:nvPr>
            <p:ph type="body" sz="quarter" idx="21"/>
          </p:nvPr>
        </p:nvSpPr>
        <p:spPr>
          <a:xfrm>
            <a:off x="3768438" y="3034066"/>
            <a:ext cx="1638300" cy="161006"/>
          </a:xfrm>
        </p:spPr>
        <p:txBody>
          <a:bodyPr anchor="ctr">
            <a:noAutofit/>
          </a:bodyPr>
          <a:lstStyle>
            <a:lvl1pPr marL="0" indent="0" algn="ctr" defTabSz="457200" rtl="0" eaLnBrk="1" latinLnBrk="0" hangingPunct="1">
              <a:spcBef>
                <a:spcPct val="20000"/>
              </a:spcBef>
              <a:buFont typeface="Wingdings" charset="2"/>
              <a:buNone/>
              <a:defRPr lang="pl-PL" sz="1300" b="0" kern="1200" baseline="0" dirty="0">
                <a:solidFill>
                  <a:schemeClr val="accent3"/>
                </a:solidFill>
                <a:latin typeface="+mn-lt"/>
                <a:ea typeface="+mn-ea"/>
                <a:cs typeface="+mn-cs"/>
              </a:defRPr>
            </a:lvl1pPr>
          </a:lstStyle>
          <a:p>
            <a:pPr lvl="0"/>
            <a:r>
              <a:rPr lang="pl-PL"/>
              <a:t>Kliknij, aby edytować style wzorca tekstu</a:t>
            </a:r>
          </a:p>
        </p:txBody>
      </p:sp>
      <p:sp>
        <p:nvSpPr>
          <p:cNvPr id="42" name="Symbol zastępczy tekstu 6"/>
          <p:cNvSpPr>
            <a:spLocks noGrp="1"/>
          </p:cNvSpPr>
          <p:nvPr>
            <p:ph type="body" sz="quarter" idx="22"/>
          </p:nvPr>
        </p:nvSpPr>
        <p:spPr>
          <a:xfrm>
            <a:off x="3768438" y="3340293"/>
            <a:ext cx="1638300" cy="1030504"/>
          </a:xfrm>
        </p:spPr>
        <p:txBody>
          <a:bodyPr>
            <a:noAutofit/>
          </a:bodyPr>
          <a:lstStyle>
            <a:lvl1pPr marL="0" indent="0" algn="ctr">
              <a:buNone/>
              <a:defRPr lang="pl-PL" sz="1000" b="0" kern="1200" baseline="0" dirty="0">
                <a:solidFill>
                  <a:schemeClr val="bg2">
                    <a:lumMod val="10000"/>
                  </a:schemeClr>
                </a:solidFill>
                <a:latin typeface="+mn-lt"/>
                <a:ea typeface="+mn-ea"/>
                <a:cs typeface="+mn-cs"/>
              </a:defRPr>
            </a:lvl1pPr>
          </a:lstStyle>
          <a:p>
            <a:pPr lvl="0"/>
            <a:r>
              <a:rPr lang="pl-PL"/>
              <a:t>Kliknij, aby edytować style wzorca tekstu</a:t>
            </a:r>
          </a:p>
        </p:txBody>
      </p:sp>
      <p:sp>
        <p:nvSpPr>
          <p:cNvPr id="43" name="Symbol zastępczy tekstu 6"/>
          <p:cNvSpPr>
            <a:spLocks noGrp="1"/>
          </p:cNvSpPr>
          <p:nvPr>
            <p:ph type="body" sz="quarter" idx="24"/>
          </p:nvPr>
        </p:nvSpPr>
        <p:spPr>
          <a:xfrm>
            <a:off x="6806823" y="2663026"/>
            <a:ext cx="1638300" cy="285750"/>
          </a:xfrm>
        </p:spPr>
        <p:txBody>
          <a:bodyPr>
            <a:noAutofit/>
          </a:bodyPr>
          <a:lstStyle>
            <a:lvl1pPr marL="0" indent="0" algn="ctr">
              <a:buNone/>
              <a:defRPr lang="pl-PL" sz="1600" b="1" kern="1200" baseline="0" dirty="0">
                <a:solidFill>
                  <a:srgbClr val="009DE0"/>
                </a:solidFill>
                <a:latin typeface="+mj-lt"/>
                <a:ea typeface="+mj-ea"/>
                <a:cs typeface="+mj-cs"/>
              </a:defRPr>
            </a:lvl1pPr>
          </a:lstStyle>
          <a:p>
            <a:pPr lvl="0"/>
            <a:r>
              <a:rPr lang="pl-PL"/>
              <a:t>Kliknij, aby edytować style wzorca tekstu</a:t>
            </a:r>
          </a:p>
        </p:txBody>
      </p:sp>
      <p:sp>
        <p:nvSpPr>
          <p:cNvPr id="44" name="Symbol zastępczy tekstu 6"/>
          <p:cNvSpPr>
            <a:spLocks noGrp="1"/>
          </p:cNvSpPr>
          <p:nvPr>
            <p:ph type="body" sz="quarter" idx="25"/>
          </p:nvPr>
        </p:nvSpPr>
        <p:spPr>
          <a:xfrm>
            <a:off x="6806823" y="3034066"/>
            <a:ext cx="1638300" cy="161006"/>
          </a:xfrm>
        </p:spPr>
        <p:txBody>
          <a:bodyPr anchor="ctr">
            <a:noAutofit/>
          </a:bodyPr>
          <a:lstStyle>
            <a:lvl1pPr marL="0" indent="0" algn="ctr">
              <a:buNone/>
              <a:defRPr lang="pl-PL" sz="1300" b="0" kern="1200" baseline="0" dirty="0">
                <a:solidFill>
                  <a:schemeClr val="accent3"/>
                </a:solidFill>
                <a:latin typeface="+mn-lt"/>
                <a:ea typeface="+mn-ea"/>
                <a:cs typeface="+mn-cs"/>
              </a:defRPr>
            </a:lvl1pPr>
          </a:lstStyle>
          <a:p>
            <a:pPr lvl="0"/>
            <a:r>
              <a:rPr lang="pl-PL"/>
              <a:t>Kliknij, aby edytować style wzorca tekstu</a:t>
            </a:r>
          </a:p>
        </p:txBody>
      </p:sp>
      <p:sp>
        <p:nvSpPr>
          <p:cNvPr id="45" name="Symbol zastępczy tekstu 6"/>
          <p:cNvSpPr>
            <a:spLocks noGrp="1"/>
          </p:cNvSpPr>
          <p:nvPr>
            <p:ph type="body" sz="quarter" idx="26"/>
          </p:nvPr>
        </p:nvSpPr>
        <p:spPr>
          <a:xfrm>
            <a:off x="6806823" y="3340293"/>
            <a:ext cx="1638300" cy="1030504"/>
          </a:xfrm>
        </p:spPr>
        <p:txBody>
          <a:bodyPr>
            <a:noAutofit/>
          </a:bodyPr>
          <a:lstStyle>
            <a:lvl1pPr marL="0" indent="0" algn="ctr">
              <a:buNone/>
              <a:defRPr lang="pl-PL" sz="1000" b="0" kern="1200" baseline="0" dirty="0">
                <a:solidFill>
                  <a:schemeClr val="bg2">
                    <a:lumMod val="10000"/>
                  </a:schemeClr>
                </a:solidFill>
                <a:latin typeface="+mn-lt"/>
                <a:ea typeface="+mn-ea"/>
                <a:cs typeface="+mn-cs"/>
              </a:defRPr>
            </a:lvl1pPr>
          </a:lstStyle>
          <a:p>
            <a:pPr lvl="0"/>
            <a:r>
              <a:rPr lang="pl-PL"/>
              <a:t>Kliknij, aby edytować style wzorca tekstu</a:t>
            </a:r>
          </a:p>
        </p:txBody>
      </p:sp>
      <p:sp>
        <p:nvSpPr>
          <p:cNvPr id="18" name="Symbol zastępczy numeru slajdu 5"/>
          <p:cNvSpPr>
            <a:spLocks noGrp="1"/>
          </p:cNvSpPr>
          <p:nvPr>
            <p:ph type="sldNum" sz="quarter" idx="34"/>
          </p:nvPr>
        </p:nvSpPr>
        <p:spPr>
          <a:xfrm>
            <a:off x="457200" y="4767263"/>
            <a:ext cx="412750" cy="273050"/>
          </a:xfrm>
          <a:noFill/>
        </p:spPr>
        <p:txBody>
          <a:bodyPr/>
          <a:lstStyle>
            <a:lvl1pPr>
              <a:defRPr>
                <a:solidFill>
                  <a:schemeClr val="accent1"/>
                </a:solidFill>
              </a:defRPr>
            </a:lvl1pPr>
          </a:lstStyle>
          <a:p>
            <a:fld id="{14D5081A-5DAB-4797-AC24-7D62B07D0015}" type="slidenum">
              <a:rPr lang="pl-PL" altLang="pl-PL">
                <a:solidFill>
                  <a:srgbClr val="26437E"/>
                </a:solidFill>
              </a:rPr>
              <a:pPr/>
              <a:t>‹#›</a:t>
            </a:fld>
            <a:endParaRPr lang="pl-PL" altLang="pl-PL">
              <a:solidFill>
                <a:srgbClr val="26437E"/>
              </a:solidFill>
            </a:endParaRPr>
          </a:p>
        </p:txBody>
      </p:sp>
    </p:spTree>
    <p:extLst>
      <p:ext uri="{BB962C8B-B14F-4D97-AF65-F5344CB8AC3E}">
        <p14:creationId xmlns:p14="http://schemas.microsoft.com/office/powerpoint/2010/main" val="35771398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pic>
        <p:nvPicPr>
          <p:cNvPr id="4" name="Obraz 5"/>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893050" y="4838700"/>
            <a:ext cx="800100" cy="12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Prostokąt 4"/>
          <p:cNvSpPr/>
          <p:nvPr userDrawn="1"/>
        </p:nvSpPr>
        <p:spPr>
          <a:xfrm flipV="1">
            <a:off x="0" y="808038"/>
            <a:ext cx="9144000" cy="46037"/>
          </a:xfrm>
          <a:prstGeom prst="rect">
            <a:avLst/>
          </a:prstGeom>
          <a:gradFill>
            <a:gsLst>
              <a:gs pos="0">
                <a:schemeClr val="tx2"/>
              </a:gs>
              <a:gs pos="100000">
                <a:schemeClr val="accent3"/>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pl-PL">
              <a:solidFill>
                <a:prstClr val="white"/>
              </a:solidFill>
            </a:endParaRPr>
          </a:p>
        </p:txBody>
      </p:sp>
      <p:sp>
        <p:nvSpPr>
          <p:cNvPr id="9" name="Symbol zastępczy tekstu 17"/>
          <p:cNvSpPr>
            <a:spLocks noGrp="1"/>
          </p:cNvSpPr>
          <p:nvPr>
            <p:ph type="body" sz="quarter" idx="25"/>
          </p:nvPr>
        </p:nvSpPr>
        <p:spPr>
          <a:xfrm>
            <a:off x="457200" y="109001"/>
            <a:ext cx="8235950" cy="692865"/>
          </a:xfrm>
        </p:spPr>
        <p:txBody>
          <a:bodyPr lIns="0" rIns="0" anchor="b">
            <a:normAutofit/>
          </a:bodyPr>
          <a:lstStyle>
            <a:lvl1pPr marL="0" indent="0">
              <a:buNone/>
              <a:defRPr lang="pl-PL" sz="2000" b="1" kern="1200" dirty="0">
                <a:solidFill>
                  <a:schemeClr val="tx1"/>
                </a:solidFill>
                <a:latin typeface="+mj-lt"/>
                <a:ea typeface="+mj-ea"/>
                <a:cs typeface="+mj-cs"/>
              </a:defRPr>
            </a:lvl1pPr>
          </a:lstStyle>
          <a:p>
            <a:pPr lvl="0"/>
            <a:r>
              <a:rPr lang="pl-PL"/>
              <a:t>Kliknij, aby edytować style wzorca tekstu</a:t>
            </a:r>
          </a:p>
        </p:txBody>
      </p:sp>
      <p:sp>
        <p:nvSpPr>
          <p:cNvPr id="13" name="Symbol zastępczy tekstu 3"/>
          <p:cNvSpPr>
            <a:spLocks noGrp="1"/>
          </p:cNvSpPr>
          <p:nvPr>
            <p:ph type="body" sz="quarter" idx="27"/>
          </p:nvPr>
        </p:nvSpPr>
        <p:spPr>
          <a:xfrm>
            <a:off x="457200" y="853640"/>
            <a:ext cx="8235950" cy="3913622"/>
          </a:xfrm>
        </p:spPr>
        <p:txBody>
          <a:bodyPr/>
          <a:lstStyle>
            <a:lvl1pPr>
              <a:defRPr b="0"/>
            </a:lvl1pPr>
            <a:lvl4pPr>
              <a:defRPr/>
            </a:lvl4pPr>
            <a:lvl5pPr>
              <a:defRPr/>
            </a:lvl5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pl-PL" dirty="0"/>
          </a:p>
        </p:txBody>
      </p:sp>
      <p:sp>
        <p:nvSpPr>
          <p:cNvPr id="6" name="Symbol zastępczy numeru slajdu 5"/>
          <p:cNvSpPr>
            <a:spLocks noGrp="1"/>
          </p:cNvSpPr>
          <p:nvPr>
            <p:ph type="sldNum" sz="quarter" idx="28"/>
          </p:nvPr>
        </p:nvSpPr>
        <p:spPr>
          <a:xfrm>
            <a:off x="457200" y="4767263"/>
            <a:ext cx="412750" cy="273050"/>
          </a:xfrm>
          <a:noFill/>
        </p:spPr>
        <p:txBody>
          <a:bodyPr/>
          <a:lstStyle>
            <a:lvl1pPr>
              <a:defRPr>
                <a:solidFill>
                  <a:schemeClr val="accent1"/>
                </a:solidFill>
              </a:defRPr>
            </a:lvl1pPr>
          </a:lstStyle>
          <a:p>
            <a:fld id="{EA0D4AAE-8716-4798-84CC-8B9712ED07C3}" type="slidenum">
              <a:rPr lang="pl-PL" altLang="pl-PL">
                <a:solidFill>
                  <a:srgbClr val="26437E"/>
                </a:solidFill>
              </a:rPr>
              <a:pPr/>
              <a:t>‹#›</a:t>
            </a:fld>
            <a:endParaRPr lang="pl-PL" altLang="pl-PL">
              <a:solidFill>
                <a:srgbClr val="26437E"/>
              </a:solidFill>
            </a:endParaRPr>
          </a:p>
        </p:txBody>
      </p:sp>
    </p:spTree>
    <p:extLst>
      <p:ext uri="{BB962C8B-B14F-4D97-AF65-F5344CB8AC3E}">
        <p14:creationId xmlns:p14="http://schemas.microsoft.com/office/powerpoint/2010/main" val="17851812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ase Study">
    <p:spTree>
      <p:nvGrpSpPr>
        <p:cNvPr id="1" name=""/>
        <p:cNvGrpSpPr/>
        <p:nvPr/>
      </p:nvGrpSpPr>
      <p:grpSpPr>
        <a:xfrm>
          <a:off x="0" y="0"/>
          <a:ext cx="0" cy="0"/>
          <a:chOff x="0" y="0"/>
          <a:chExt cx="0" cy="0"/>
        </a:xfrm>
      </p:grpSpPr>
      <p:pic>
        <p:nvPicPr>
          <p:cNvPr id="4" name="Obraz 5"/>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893050" y="4838700"/>
            <a:ext cx="800100" cy="12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Prostokąt 4"/>
          <p:cNvSpPr/>
          <p:nvPr userDrawn="1"/>
        </p:nvSpPr>
        <p:spPr>
          <a:xfrm flipV="1">
            <a:off x="0" y="808038"/>
            <a:ext cx="9144000" cy="46037"/>
          </a:xfrm>
          <a:prstGeom prst="rect">
            <a:avLst/>
          </a:prstGeom>
          <a:gradFill>
            <a:gsLst>
              <a:gs pos="0">
                <a:schemeClr val="tx2"/>
              </a:gs>
              <a:gs pos="100000">
                <a:schemeClr val="accent3"/>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pl-PL">
              <a:solidFill>
                <a:prstClr val="white"/>
              </a:solidFill>
            </a:endParaRPr>
          </a:p>
        </p:txBody>
      </p:sp>
      <p:pic>
        <p:nvPicPr>
          <p:cNvPr id="6" name="Obraz 9" descr="logo_client.jpg"/>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280275" y="95250"/>
            <a:ext cx="1412875"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Symbol zastępczy tekstu 17"/>
          <p:cNvSpPr>
            <a:spLocks noGrp="1"/>
          </p:cNvSpPr>
          <p:nvPr>
            <p:ph type="body" sz="quarter" idx="25"/>
          </p:nvPr>
        </p:nvSpPr>
        <p:spPr>
          <a:xfrm>
            <a:off x="457200" y="109001"/>
            <a:ext cx="8235950" cy="692865"/>
          </a:xfrm>
        </p:spPr>
        <p:txBody>
          <a:bodyPr lIns="0" rIns="0" anchor="b">
            <a:normAutofit/>
          </a:bodyPr>
          <a:lstStyle>
            <a:lvl1pPr marL="0" indent="0">
              <a:buNone/>
              <a:defRPr lang="pl-PL" sz="2000" b="1" kern="1200" dirty="0">
                <a:solidFill>
                  <a:schemeClr val="tx1"/>
                </a:solidFill>
                <a:latin typeface="+mj-lt"/>
                <a:ea typeface="+mj-ea"/>
                <a:cs typeface="+mj-cs"/>
              </a:defRPr>
            </a:lvl1pPr>
          </a:lstStyle>
          <a:p>
            <a:pPr lvl="0"/>
            <a:r>
              <a:rPr lang="pl-PL"/>
              <a:t>Kliknij, aby edytować style wzorca tekstu</a:t>
            </a:r>
          </a:p>
        </p:txBody>
      </p:sp>
      <p:sp>
        <p:nvSpPr>
          <p:cNvPr id="8" name="Symbol zastępczy tekstu 3"/>
          <p:cNvSpPr>
            <a:spLocks noGrp="1"/>
          </p:cNvSpPr>
          <p:nvPr>
            <p:ph type="body" sz="quarter" idx="27"/>
          </p:nvPr>
        </p:nvSpPr>
        <p:spPr>
          <a:xfrm>
            <a:off x="457200" y="853640"/>
            <a:ext cx="8235950" cy="3913622"/>
          </a:xfrm>
        </p:spPr>
        <p:txBody>
          <a:bodyPr/>
          <a:lstStyle>
            <a:lvl1pPr>
              <a:defRPr b="0"/>
            </a:lvl1pPr>
            <a:lvl4pPr>
              <a:defRPr/>
            </a:lvl4pPr>
            <a:lvl5pPr>
              <a:defRPr/>
            </a:lvl5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pl-PL" dirty="0"/>
          </a:p>
        </p:txBody>
      </p:sp>
      <p:sp>
        <p:nvSpPr>
          <p:cNvPr id="7" name="Symbol zastępczy numeru slajdu 5"/>
          <p:cNvSpPr>
            <a:spLocks noGrp="1"/>
          </p:cNvSpPr>
          <p:nvPr>
            <p:ph type="sldNum" sz="quarter" idx="28"/>
          </p:nvPr>
        </p:nvSpPr>
        <p:spPr>
          <a:xfrm>
            <a:off x="457200" y="4767263"/>
            <a:ext cx="412750" cy="273050"/>
          </a:xfrm>
          <a:noFill/>
        </p:spPr>
        <p:txBody>
          <a:bodyPr/>
          <a:lstStyle>
            <a:lvl1pPr>
              <a:defRPr>
                <a:solidFill>
                  <a:schemeClr val="accent1"/>
                </a:solidFill>
              </a:defRPr>
            </a:lvl1pPr>
          </a:lstStyle>
          <a:p>
            <a:fld id="{327D286E-6420-4188-B835-68E6F333249F}" type="slidenum">
              <a:rPr lang="pl-PL" altLang="pl-PL">
                <a:solidFill>
                  <a:srgbClr val="26437E"/>
                </a:solidFill>
              </a:rPr>
              <a:pPr/>
              <a:t>‹#›</a:t>
            </a:fld>
            <a:endParaRPr lang="pl-PL" altLang="pl-PL">
              <a:solidFill>
                <a:srgbClr val="26437E"/>
              </a:solidFill>
            </a:endParaRPr>
          </a:p>
        </p:txBody>
      </p:sp>
    </p:spTree>
    <p:extLst>
      <p:ext uri="{BB962C8B-B14F-4D97-AF65-F5344CB8AC3E}">
        <p14:creationId xmlns:p14="http://schemas.microsoft.com/office/powerpoint/2010/main" val="15159991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s Clean">
    <p:spTree>
      <p:nvGrpSpPr>
        <p:cNvPr id="1" name=""/>
        <p:cNvGrpSpPr/>
        <p:nvPr/>
      </p:nvGrpSpPr>
      <p:grpSpPr>
        <a:xfrm>
          <a:off x="0" y="0"/>
          <a:ext cx="0" cy="0"/>
          <a:chOff x="0" y="0"/>
          <a:chExt cx="0" cy="0"/>
        </a:xfrm>
      </p:grpSpPr>
      <p:pic>
        <p:nvPicPr>
          <p:cNvPr id="3" name="Obraz 5"/>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893050" y="4838700"/>
            <a:ext cx="800100" cy="12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Prostokąt 3"/>
          <p:cNvSpPr/>
          <p:nvPr userDrawn="1"/>
        </p:nvSpPr>
        <p:spPr>
          <a:xfrm flipV="1">
            <a:off x="0" y="808038"/>
            <a:ext cx="9144000" cy="46037"/>
          </a:xfrm>
          <a:prstGeom prst="rect">
            <a:avLst/>
          </a:prstGeom>
          <a:gradFill>
            <a:gsLst>
              <a:gs pos="0">
                <a:schemeClr val="tx2"/>
              </a:gs>
              <a:gs pos="100000">
                <a:schemeClr val="accent3"/>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pl-PL">
              <a:solidFill>
                <a:prstClr val="white"/>
              </a:solidFill>
            </a:endParaRPr>
          </a:p>
        </p:txBody>
      </p:sp>
      <p:sp>
        <p:nvSpPr>
          <p:cNvPr id="11" name="Symbol zastępczy tekstu 17"/>
          <p:cNvSpPr>
            <a:spLocks noGrp="1"/>
          </p:cNvSpPr>
          <p:nvPr>
            <p:ph type="body" sz="quarter" idx="25"/>
          </p:nvPr>
        </p:nvSpPr>
        <p:spPr>
          <a:xfrm>
            <a:off x="457200" y="109001"/>
            <a:ext cx="8235950" cy="692865"/>
          </a:xfrm>
        </p:spPr>
        <p:txBody>
          <a:bodyPr lIns="0" rIns="0" anchor="b">
            <a:normAutofit/>
          </a:bodyPr>
          <a:lstStyle>
            <a:lvl1pPr marL="0" indent="0">
              <a:buNone/>
              <a:defRPr lang="pl-PL" sz="2000" b="1" kern="1200" dirty="0">
                <a:solidFill>
                  <a:schemeClr val="tx1"/>
                </a:solidFill>
                <a:latin typeface="+mj-lt"/>
                <a:ea typeface="+mj-ea"/>
                <a:cs typeface="+mj-cs"/>
              </a:defRPr>
            </a:lvl1pPr>
          </a:lstStyle>
          <a:p>
            <a:pPr lvl="0"/>
            <a:r>
              <a:rPr lang="pl-PL"/>
              <a:t>Kliknij, aby edytować style wzorca tekstu</a:t>
            </a:r>
          </a:p>
        </p:txBody>
      </p:sp>
      <p:sp>
        <p:nvSpPr>
          <p:cNvPr id="5" name="Symbol zastępczy numeru slajdu 5"/>
          <p:cNvSpPr>
            <a:spLocks noGrp="1"/>
          </p:cNvSpPr>
          <p:nvPr>
            <p:ph type="sldNum" sz="quarter" idx="26"/>
          </p:nvPr>
        </p:nvSpPr>
        <p:spPr>
          <a:xfrm>
            <a:off x="457200" y="4767263"/>
            <a:ext cx="412750" cy="273050"/>
          </a:xfrm>
          <a:noFill/>
        </p:spPr>
        <p:txBody>
          <a:bodyPr/>
          <a:lstStyle>
            <a:lvl1pPr>
              <a:defRPr>
                <a:solidFill>
                  <a:schemeClr val="accent1"/>
                </a:solidFill>
              </a:defRPr>
            </a:lvl1pPr>
          </a:lstStyle>
          <a:p>
            <a:fld id="{B9E79316-5AD4-489D-8F30-A45BAB140627}" type="slidenum">
              <a:rPr lang="pl-PL" altLang="pl-PL">
                <a:solidFill>
                  <a:srgbClr val="26437E"/>
                </a:solidFill>
              </a:rPr>
              <a:pPr/>
              <a:t>‹#›</a:t>
            </a:fld>
            <a:endParaRPr lang="pl-PL" altLang="pl-PL">
              <a:solidFill>
                <a:srgbClr val="26437E"/>
              </a:solidFill>
            </a:endParaRPr>
          </a:p>
        </p:txBody>
      </p:sp>
    </p:spTree>
    <p:extLst>
      <p:ext uri="{BB962C8B-B14F-4D97-AF65-F5344CB8AC3E}">
        <p14:creationId xmlns:p14="http://schemas.microsoft.com/office/powerpoint/2010/main" val="15277734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s Text">
    <p:spTree>
      <p:nvGrpSpPr>
        <p:cNvPr id="1" name=""/>
        <p:cNvGrpSpPr/>
        <p:nvPr/>
      </p:nvGrpSpPr>
      <p:grpSpPr>
        <a:xfrm>
          <a:off x="0" y="0"/>
          <a:ext cx="0" cy="0"/>
          <a:chOff x="0" y="0"/>
          <a:chExt cx="0" cy="0"/>
        </a:xfrm>
      </p:grpSpPr>
      <p:pic>
        <p:nvPicPr>
          <p:cNvPr id="5" name="Obraz 5"/>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893050" y="4838700"/>
            <a:ext cx="800100" cy="12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Prostokąt 5"/>
          <p:cNvSpPr/>
          <p:nvPr userDrawn="1"/>
        </p:nvSpPr>
        <p:spPr>
          <a:xfrm flipV="1">
            <a:off x="0" y="808038"/>
            <a:ext cx="9144000" cy="46037"/>
          </a:xfrm>
          <a:prstGeom prst="rect">
            <a:avLst/>
          </a:prstGeom>
          <a:gradFill>
            <a:gsLst>
              <a:gs pos="0">
                <a:schemeClr val="tx2"/>
              </a:gs>
              <a:gs pos="100000">
                <a:schemeClr val="accent3"/>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pl-PL">
              <a:solidFill>
                <a:prstClr val="white"/>
              </a:solidFill>
            </a:endParaRPr>
          </a:p>
        </p:txBody>
      </p:sp>
      <p:sp>
        <p:nvSpPr>
          <p:cNvPr id="9" name="Symbol zastępczy tekstu 17"/>
          <p:cNvSpPr>
            <a:spLocks noGrp="1"/>
          </p:cNvSpPr>
          <p:nvPr>
            <p:ph type="body" sz="quarter" idx="25"/>
          </p:nvPr>
        </p:nvSpPr>
        <p:spPr>
          <a:xfrm>
            <a:off x="457200" y="109001"/>
            <a:ext cx="8235950" cy="692865"/>
          </a:xfrm>
        </p:spPr>
        <p:txBody>
          <a:bodyPr lIns="0" rIns="0" anchor="b">
            <a:normAutofit/>
          </a:bodyPr>
          <a:lstStyle>
            <a:lvl1pPr marL="0" indent="0">
              <a:buNone/>
              <a:defRPr lang="pl-PL" sz="2000" b="1" kern="1200" dirty="0">
                <a:solidFill>
                  <a:schemeClr val="tx1"/>
                </a:solidFill>
                <a:latin typeface="+mj-lt"/>
                <a:ea typeface="+mj-ea"/>
                <a:cs typeface="+mj-cs"/>
              </a:defRPr>
            </a:lvl1pPr>
          </a:lstStyle>
          <a:p>
            <a:pPr lvl="0"/>
            <a:r>
              <a:rPr lang="pl-PL"/>
              <a:t>Kliknij, aby edytować style wzorca tekstu</a:t>
            </a:r>
          </a:p>
        </p:txBody>
      </p:sp>
      <p:sp>
        <p:nvSpPr>
          <p:cNvPr id="4" name="Symbol zastępczy tekstu 3"/>
          <p:cNvSpPr>
            <a:spLocks noGrp="1"/>
          </p:cNvSpPr>
          <p:nvPr>
            <p:ph type="body" sz="quarter" idx="26"/>
          </p:nvPr>
        </p:nvSpPr>
        <p:spPr>
          <a:xfrm>
            <a:off x="457200" y="853641"/>
            <a:ext cx="8235950" cy="3907565"/>
          </a:xfrm>
        </p:spPr>
        <p:txBody>
          <a:bodyPr>
            <a:noAutofit/>
          </a:bodyPr>
          <a:lstStyle>
            <a:lvl1pPr marL="0" indent="0">
              <a:lnSpc>
                <a:spcPct val="150000"/>
              </a:lnSpc>
              <a:spcBef>
                <a:spcPts val="600"/>
              </a:spcBef>
              <a:buNone/>
              <a:defRPr lang="en-GB" sz="800" b="0" i="0"/>
            </a:lvl1pPr>
            <a:lvl2pPr indent="-457200">
              <a:defRPr/>
            </a:lvl2pPr>
            <a:lvl3pPr indent="-457200">
              <a:defRPr/>
            </a:lvl3pPr>
            <a:lvl4pPr indent="-457200">
              <a:defRPr/>
            </a:lvl4pPr>
            <a:lvl5pPr indent="-457200">
              <a:defRPr/>
            </a:lvl5pPr>
          </a:lstStyle>
          <a:p>
            <a:pPr lvl="0"/>
            <a:r>
              <a:rPr lang="pl-PL"/>
              <a:t>Kliknij, aby edytować style wzorca tekstu</a:t>
            </a:r>
          </a:p>
        </p:txBody>
      </p:sp>
      <p:sp>
        <p:nvSpPr>
          <p:cNvPr id="7" name="Symbol zastępczy numeru slajdu 5"/>
          <p:cNvSpPr>
            <a:spLocks noGrp="1"/>
          </p:cNvSpPr>
          <p:nvPr>
            <p:ph type="sldNum" sz="quarter" idx="27"/>
          </p:nvPr>
        </p:nvSpPr>
        <p:spPr>
          <a:xfrm>
            <a:off x="457200" y="4767263"/>
            <a:ext cx="412750" cy="273050"/>
          </a:xfrm>
          <a:noFill/>
        </p:spPr>
        <p:txBody>
          <a:bodyPr/>
          <a:lstStyle>
            <a:lvl1pPr>
              <a:defRPr>
                <a:solidFill>
                  <a:schemeClr val="accent1"/>
                </a:solidFill>
              </a:defRPr>
            </a:lvl1pPr>
          </a:lstStyle>
          <a:p>
            <a:fld id="{D81B5A7E-600A-4565-AA29-5712B2F9C7B5}" type="slidenum">
              <a:rPr lang="pl-PL" altLang="pl-PL">
                <a:solidFill>
                  <a:srgbClr val="26437E"/>
                </a:solidFill>
              </a:rPr>
              <a:pPr/>
              <a:t>‹#›</a:t>
            </a:fld>
            <a:endParaRPr lang="pl-PL" altLang="pl-PL">
              <a:solidFill>
                <a:srgbClr val="26437E"/>
              </a:solidFill>
            </a:endParaRPr>
          </a:p>
        </p:txBody>
      </p:sp>
    </p:spTree>
    <p:extLst>
      <p:ext uri="{BB962C8B-B14F-4D97-AF65-F5344CB8AC3E}">
        <p14:creationId xmlns:p14="http://schemas.microsoft.com/office/powerpoint/2010/main" val="11997949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 2 columns ">
    <p:spTree>
      <p:nvGrpSpPr>
        <p:cNvPr id="1" name=""/>
        <p:cNvGrpSpPr/>
        <p:nvPr/>
      </p:nvGrpSpPr>
      <p:grpSpPr>
        <a:xfrm>
          <a:off x="0" y="0"/>
          <a:ext cx="0" cy="0"/>
          <a:chOff x="0" y="0"/>
          <a:chExt cx="0" cy="0"/>
        </a:xfrm>
      </p:grpSpPr>
      <p:pic>
        <p:nvPicPr>
          <p:cNvPr id="5" name="Obraz 5"/>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893050" y="4838700"/>
            <a:ext cx="800100" cy="12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Prostokąt 5"/>
          <p:cNvSpPr/>
          <p:nvPr userDrawn="1"/>
        </p:nvSpPr>
        <p:spPr>
          <a:xfrm flipV="1">
            <a:off x="0" y="808038"/>
            <a:ext cx="9144000" cy="46037"/>
          </a:xfrm>
          <a:prstGeom prst="rect">
            <a:avLst/>
          </a:prstGeom>
          <a:gradFill>
            <a:gsLst>
              <a:gs pos="0">
                <a:schemeClr val="tx2"/>
              </a:gs>
              <a:gs pos="100000">
                <a:schemeClr val="accent3"/>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pl-PL">
              <a:solidFill>
                <a:prstClr val="white"/>
              </a:solidFill>
            </a:endParaRPr>
          </a:p>
        </p:txBody>
      </p:sp>
      <p:sp>
        <p:nvSpPr>
          <p:cNvPr id="4" name="Symbol zastępczy tekstu 3"/>
          <p:cNvSpPr>
            <a:spLocks noGrp="1"/>
          </p:cNvSpPr>
          <p:nvPr>
            <p:ph type="body" sz="quarter" idx="26"/>
          </p:nvPr>
        </p:nvSpPr>
        <p:spPr>
          <a:xfrm>
            <a:off x="457200" y="853640"/>
            <a:ext cx="4085063" cy="3913622"/>
          </a:xfrm>
        </p:spPr>
        <p:txBody>
          <a:bodyPr/>
          <a:lstStyle>
            <a:lvl1pPr>
              <a:defRPr b="0"/>
            </a:lvl1pPr>
            <a:lvl4pPr>
              <a:defRPr/>
            </a:lvl4pPr>
            <a:lvl5pPr>
              <a:defRPr/>
            </a:lvl5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pl-PL" dirty="0"/>
          </a:p>
        </p:txBody>
      </p:sp>
      <p:sp>
        <p:nvSpPr>
          <p:cNvPr id="13" name="Symbol zastępczy tekstu 3"/>
          <p:cNvSpPr>
            <a:spLocks noGrp="1"/>
          </p:cNvSpPr>
          <p:nvPr>
            <p:ph type="body" sz="quarter" idx="27"/>
          </p:nvPr>
        </p:nvSpPr>
        <p:spPr>
          <a:xfrm>
            <a:off x="4638908" y="853641"/>
            <a:ext cx="4054640" cy="3913622"/>
          </a:xfrm>
        </p:spPr>
        <p:txBody>
          <a:bodyPr/>
          <a:lstStyle>
            <a:lvl1pPr>
              <a:defRPr b="0"/>
            </a:lvl1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pl-PL" dirty="0"/>
          </a:p>
        </p:txBody>
      </p:sp>
      <p:sp>
        <p:nvSpPr>
          <p:cNvPr id="12" name="Symbol zastępczy tekstu 17"/>
          <p:cNvSpPr>
            <a:spLocks noGrp="1"/>
          </p:cNvSpPr>
          <p:nvPr>
            <p:ph type="body" sz="quarter" idx="25"/>
          </p:nvPr>
        </p:nvSpPr>
        <p:spPr>
          <a:xfrm>
            <a:off x="457200" y="109001"/>
            <a:ext cx="8235950" cy="692865"/>
          </a:xfrm>
        </p:spPr>
        <p:txBody>
          <a:bodyPr lIns="0" rIns="0" anchor="b">
            <a:normAutofit/>
          </a:bodyPr>
          <a:lstStyle>
            <a:lvl1pPr marL="0" indent="0">
              <a:buNone/>
              <a:defRPr lang="pl-PL" sz="2000" b="1" kern="1200" dirty="0">
                <a:solidFill>
                  <a:schemeClr val="tx1"/>
                </a:solidFill>
                <a:latin typeface="+mj-lt"/>
                <a:ea typeface="+mj-ea"/>
                <a:cs typeface="+mj-cs"/>
              </a:defRPr>
            </a:lvl1pPr>
          </a:lstStyle>
          <a:p>
            <a:pPr lvl="0"/>
            <a:r>
              <a:rPr lang="pl-PL"/>
              <a:t>Kliknij, aby edytować style wzorca tekstu</a:t>
            </a:r>
          </a:p>
        </p:txBody>
      </p:sp>
      <p:sp>
        <p:nvSpPr>
          <p:cNvPr id="7" name="Symbol zastępczy stopki 4"/>
          <p:cNvSpPr>
            <a:spLocks noGrp="1"/>
          </p:cNvSpPr>
          <p:nvPr>
            <p:ph type="ftr" sz="quarter" idx="28"/>
          </p:nvPr>
        </p:nvSpPr>
        <p:spPr>
          <a:xfrm>
            <a:off x="1676400" y="4775200"/>
            <a:ext cx="5118100" cy="273050"/>
          </a:xfrm>
        </p:spPr>
        <p:txBody>
          <a:bodyPr/>
          <a:lstStyle>
            <a:lvl1pPr algn="l">
              <a:defRPr sz="1050"/>
            </a:lvl1pPr>
          </a:lstStyle>
          <a:p>
            <a:pPr>
              <a:defRPr/>
            </a:pPr>
            <a:r>
              <a:rPr lang="pl-PL">
                <a:solidFill>
                  <a:srgbClr val="26437E"/>
                </a:solidFill>
              </a:rPr>
              <a:t>Footer</a:t>
            </a:r>
          </a:p>
        </p:txBody>
      </p:sp>
      <p:sp>
        <p:nvSpPr>
          <p:cNvPr id="8" name="Symbol zastępczy numeru slajdu 5"/>
          <p:cNvSpPr>
            <a:spLocks noGrp="1"/>
          </p:cNvSpPr>
          <p:nvPr>
            <p:ph type="sldNum" sz="quarter" idx="29"/>
          </p:nvPr>
        </p:nvSpPr>
        <p:spPr>
          <a:xfrm>
            <a:off x="457200" y="4767263"/>
            <a:ext cx="412750" cy="273050"/>
          </a:xfrm>
          <a:noFill/>
        </p:spPr>
        <p:txBody>
          <a:bodyPr/>
          <a:lstStyle>
            <a:lvl1pPr>
              <a:defRPr>
                <a:solidFill>
                  <a:schemeClr val="accent1"/>
                </a:solidFill>
              </a:defRPr>
            </a:lvl1pPr>
          </a:lstStyle>
          <a:p>
            <a:fld id="{4461DBF6-70F9-4D5D-91A3-6C7E1E671D88}" type="slidenum">
              <a:rPr lang="pl-PL" altLang="pl-PL">
                <a:solidFill>
                  <a:srgbClr val="26437E"/>
                </a:solidFill>
              </a:rPr>
              <a:pPr/>
              <a:t>‹#›</a:t>
            </a:fld>
            <a:endParaRPr lang="pl-PL" altLang="pl-PL">
              <a:solidFill>
                <a:srgbClr val="26437E"/>
              </a:solidFill>
            </a:endParaRPr>
          </a:p>
        </p:txBody>
      </p:sp>
    </p:spTree>
    <p:extLst>
      <p:ext uri="{BB962C8B-B14F-4D97-AF65-F5344CB8AC3E}">
        <p14:creationId xmlns:p14="http://schemas.microsoft.com/office/powerpoint/2010/main" val="29373587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pic>
        <p:nvPicPr>
          <p:cNvPr id="3" name="Obraz 5"/>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893050" y="4838700"/>
            <a:ext cx="800100" cy="12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Prostokąt 3"/>
          <p:cNvSpPr/>
          <p:nvPr userDrawn="1"/>
        </p:nvSpPr>
        <p:spPr>
          <a:xfrm flipV="1">
            <a:off x="0" y="808038"/>
            <a:ext cx="9144000" cy="46037"/>
          </a:xfrm>
          <a:prstGeom prst="rect">
            <a:avLst/>
          </a:prstGeom>
          <a:gradFill>
            <a:gsLst>
              <a:gs pos="0">
                <a:schemeClr val="tx2"/>
              </a:gs>
              <a:gs pos="100000">
                <a:schemeClr val="accent3"/>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pl-PL">
              <a:solidFill>
                <a:prstClr val="white"/>
              </a:solidFill>
            </a:endParaRPr>
          </a:p>
        </p:txBody>
      </p:sp>
      <p:sp>
        <p:nvSpPr>
          <p:cNvPr id="9" name="Symbol zastępczy tekstu 17"/>
          <p:cNvSpPr>
            <a:spLocks noGrp="1"/>
          </p:cNvSpPr>
          <p:nvPr>
            <p:ph type="body" sz="quarter" idx="25"/>
          </p:nvPr>
        </p:nvSpPr>
        <p:spPr>
          <a:xfrm>
            <a:off x="457200" y="109001"/>
            <a:ext cx="8235950" cy="692865"/>
          </a:xfrm>
        </p:spPr>
        <p:txBody>
          <a:bodyPr lIns="0" rIns="0" anchor="b">
            <a:normAutofit/>
          </a:bodyPr>
          <a:lstStyle>
            <a:lvl1pPr marL="0" indent="0">
              <a:buNone/>
              <a:defRPr lang="pl-PL" sz="2000" b="1" kern="1200" dirty="0">
                <a:solidFill>
                  <a:schemeClr val="tx1"/>
                </a:solidFill>
                <a:latin typeface="+mj-lt"/>
                <a:ea typeface="+mj-ea"/>
                <a:cs typeface="+mj-cs"/>
              </a:defRPr>
            </a:lvl1pPr>
          </a:lstStyle>
          <a:p>
            <a:pPr lvl="0"/>
            <a:r>
              <a:rPr lang="pl-PL"/>
              <a:t>Kliknij, aby edytować style wzorca tekstu</a:t>
            </a:r>
          </a:p>
        </p:txBody>
      </p:sp>
      <p:sp>
        <p:nvSpPr>
          <p:cNvPr id="5" name="Symbol zastępczy numeru slajdu 5"/>
          <p:cNvSpPr>
            <a:spLocks noGrp="1"/>
          </p:cNvSpPr>
          <p:nvPr>
            <p:ph type="sldNum" sz="quarter" idx="26"/>
          </p:nvPr>
        </p:nvSpPr>
        <p:spPr>
          <a:xfrm>
            <a:off x="457200" y="4767263"/>
            <a:ext cx="412750" cy="273050"/>
          </a:xfrm>
          <a:noFill/>
        </p:spPr>
        <p:txBody>
          <a:bodyPr/>
          <a:lstStyle>
            <a:lvl1pPr>
              <a:defRPr>
                <a:solidFill>
                  <a:schemeClr val="accent1"/>
                </a:solidFill>
              </a:defRPr>
            </a:lvl1pPr>
          </a:lstStyle>
          <a:p>
            <a:fld id="{0AF6810E-EA94-499C-B513-14247041D2CD}" type="slidenum">
              <a:rPr lang="pl-PL" altLang="pl-PL">
                <a:solidFill>
                  <a:srgbClr val="26437E"/>
                </a:solidFill>
              </a:rPr>
              <a:pPr/>
              <a:t>‹#›</a:t>
            </a:fld>
            <a:endParaRPr lang="pl-PL" altLang="pl-PL">
              <a:solidFill>
                <a:srgbClr val="26437E"/>
              </a:solidFill>
            </a:endParaRPr>
          </a:p>
        </p:txBody>
      </p:sp>
    </p:spTree>
    <p:extLst>
      <p:ext uri="{BB962C8B-B14F-4D97-AF65-F5344CB8AC3E}">
        <p14:creationId xmlns:p14="http://schemas.microsoft.com/office/powerpoint/2010/main" val="25498700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Pricing">
    <p:spTree>
      <p:nvGrpSpPr>
        <p:cNvPr id="1" name=""/>
        <p:cNvGrpSpPr/>
        <p:nvPr/>
      </p:nvGrpSpPr>
      <p:grpSpPr>
        <a:xfrm>
          <a:off x="0" y="0"/>
          <a:ext cx="0" cy="0"/>
          <a:chOff x="0" y="0"/>
          <a:chExt cx="0" cy="0"/>
        </a:xfrm>
      </p:grpSpPr>
      <p:pic>
        <p:nvPicPr>
          <p:cNvPr id="15" name="Obraz 5"/>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893050" y="4838700"/>
            <a:ext cx="800100" cy="12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Prostokąt 16"/>
          <p:cNvSpPr/>
          <p:nvPr userDrawn="1"/>
        </p:nvSpPr>
        <p:spPr>
          <a:xfrm flipV="1">
            <a:off x="0" y="808038"/>
            <a:ext cx="9144000" cy="46037"/>
          </a:xfrm>
          <a:prstGeom prst="rect">
            <a:avLst/>
          </a:prstGeom>
          <a:gradFill>
            <a:gsLst>
              <a:gs pos="0">
                <a:schemeClr val="tx2"/>
              </a:gs>
              <a:gs pos="100000">
                <a:schemeClr val="accent3"/>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pl-PL">
              <a:solidFill>
                <a:prstClr val="white"/>
              </a:solidFill>
            </a:endParaRPr>
          </a:p>
        </p:txBody>
      </p:sp>
      <p:sp>
        <p:nvSpPr>
          <p:cNvPr id="14" name="Symbol zastępczy tekstu 13"/>
          <p:cNvSpPr>
            <a:spLocks noGrp="1"/>
          </p:cNvSpPr>
          <p:nvPr>
            <p:ph type="body" sz="quarter" idx="15"/>
          </p:nvPr>
        </p:nvSpPr>
        <p:spPr>
          <a:xfrm>
            <a:off x="457200" y="1335088"/>
            <a:ext cx="2378075" cy="252755"/>
          </a:xfrm>
        </p:spPr>
        <p:txBody>
          <a:bodyPr anchor="ctr">
            <a:normAutofit/>
          </a:bodyPr>
          <a:lstStyle>
            <a:lvl1pPr algn="ctr">
              <a:buNone/>
              <a:defRPr sz="1400" baseline="0">
                <a:solidFill>
                  <a:schemeClr val="tx2"/>
                </a:solidFill>
              </a:defRPr>
            </a:lvl1pPr>
          </a:lstStyle>
          <a:p>
            <a:pPr lvl="0"/>
            <a:r>
              <a:rPr lang="pl-PL"/>
              <a:t>Kliknij, aby edytować style wzorca tekstu</a:t>
            </a:r>
          </a:p>
        </p:txBody>
      </p:sp>
      <p:sp>
        <p:nvSpPr>
          <p:cNvPr id="16" name="Symbol zastępczy tekstu 13"/>
          <p:cNvSpPr>
            <a:spLocks noGrp="1"/>
          </p:cNvSpPr>
          <p:nvPr>
            <p:ph type="body" sz="quarter" idx="17"/>
          </p:nvPr>
        </p:nvSpPr>
        <p:spPr>
          <a:xfrm>
            <a:off x="457200" y="2187148"/>
            <a:ext cx="2378075" cy="1538416"/>
          </a:xfrm>
        </p:spPr>
        <p:txBody>
          <a:bodyPr>
            <a:noAutofit/>
          </a:bodyPr>
          <a:lstStyle>
            <a:lvl1pPr algn="ctr">
              <a:lnSpc>
                <a:spcPct val="150000"/>
              </a:lnSpc>
              <a:buNone/>
              <a:defRPr sz="1100" b="0" baseline="0">
                <a:solidFill>
                  <a:schemeClr val="bg2">
                    <a:lumMod val="10000"/>
                  </a:schemeClr>
                </a:solidFill>
              </a:defRPr>
            </a:lvl1pPr>
          </a:lstStyle>
          <a:p>
            <a:pPr lvl="0"/>
            <a:r>
              <a:rPr lang="pl-PL"/>
              <a:t>Kliknij, aby edytować style wzorca tekstu</a:t>
            </a:r>
          </a:p>
        </p:txBody>
      </p:sp>
      <p:sp>
        <p:nvSpPr>
          <p:cNvPr id="19" name="Symbol zastępczy tekstu 13"/>
          <p:cNvSpPr>
            <a:spLocks noGrp="1"/>
          </p:cNvSpPr>
          <p:nvPr>
            <p:ph type="body" sz="quarter" idx="16"/>
          </p:nvPr>
        </p:nvSpPr>
        <p:spPr>
          <a:xfrm>
            <a:off x="718751" y="4071948"/>
            <a:ext cx="1915297" cy="252755"/>
          </a:xfrm>
        </p:spPr>
        <p:txBody>
          <a:bodyPr anchor="ctr">
            <a:noAutofit/>
          </a:bodyPr>
          <a:lstStyle>
            <a:lvl1pPr algn="ctr">
              <a:buNone/>
              <a:defRPr sz="1000" b="1" baseline="0">
                <a:solidFill>
                  <a:schemeClr val="bg1"/>
                </a:solidFill>
              </a:defRPr>
            </a:lvl1pPr>
          </a:lstStyle>
          <a:p>
            <a:pPr lvl="0"/>
            <a:r>
              <a:rPr lang="pl-PL"/>
              <a:t>Kliknij, aby edytować style wzorca tekstu</a:t>
            </a:r>
          </a:p>
        </p:txBody>
      </p:sp>
      <p:sp>
        <p:nvSpPr>
          <p:cNvPr id="21" name="Symbol zastępczy tekstu 13"/>
          <p:cNvSpPr>
            <a:spLocks noGrp="1"/>
          </p:cNvSpPr>
          <p:nvPr>
            <p:ph type="body" sz="quarter" idx="18"/>
          </p:nvPr>
        </p:nvSpPr>
        <p:spPr>
          <a:xfrm>
            <a:off x="457200" y="1587843"/>
            <a:ext cx="2378075" cy="339811"/>
          </a:xfrm>
        </p:spPr>
        <p:txBody>
          <a:bodyPr>
            <a:noAutofit/>
          </a:bodyPr>
          <a:lstStyle>
            <a:lvl1pPr algn="ctr">
              <a:lnSpc>
                <a:spcPct val="150000"/>
              </a:lnSpc>
              <a:buNone/>
              <a:defRPr sz="1100" b="0" baseline="0">
                <a:solidFill>
                  <a:schemeClr val="accent3"/>
                </a:solidFill>
              </a:defRPr>
            </a:lvl1pPr>
          </a:lstStyle>
          <a:p>
            <a:pPr lvl="0"/>
            <a:r>
              <a:rPr lang="pl-PL"/>
              <a:t>Kliknij, aby edytować style wzorca tekstu</a:t>
            </a:r>
          </a:p>
        </p:txBody>
      </p:sp>
      <p:sp>
        <p:nvSpPr>
          <p:cNvPr id="24" name="Symbol zastępczy tekstu 13"/>
          <p:cNvSpPr>
            <a:spLocks noGrp="1"/>
          </p:cNvSpPr>
          <p:nvPr>
            <p:ph type="body" sz="quarter" idx="19"/>
          </p:nvPr>
        </p:nvSpPr>
        <p:spPr>
          <a:xfrm>
            <a:off x="6286512" y="1335088"/>
            <a:ext cx="2378075" cy="252755"/>
          </a:xfrm>
        </p:spPr>
        <p:txBody>
          <a:bodyPr anchor="ctr">
            <a:normAutofit/>
          </a:bodyPr>
          <a:lstStyle>
            <a:lvl1pPr algn="ctr">
              <a:buNone/>
              <a:defRPr sz="1400">
                <a:solidFill>
                  <a:schemeClr val="accent2"/>
                </a:solidFill>
              </a:defRPr>
            </a:lvl1pPr>
          </a:lstStyle>
          <a:p>
            <a:pPr lvl="0"/>
            <a:r>
              <a:rPr lang="pl-PL"/>
              <a:t>Kliknij, aby edytować style wzorca tekstu</a:t>
            </a:r>
          </a:p>
        </p:txBody>
      </p:sp>
      <p:sp>
        <p:nvSpPr>
          <p:cNvPr id="25" name="Symbol zastępczy tekstu 13"/>
          <p:cNvSpPr>
            <a:spLocks noGrp="1"/>
          </p:cNvSpPr>
          <p:nvPr>
            <p:ph type="body" sz="quarter" idx="20"/>
          </p:nvPr>
        </p:nvSpPr>
        <p:spPr>
          <a:xfrm>
            <a:off x="6286512" y="2187148"/>
            <a:ext cx="2378075" cy="1538416"/>
          </a:xfrm>
        </p:spPr>
        <p:txBody>
          <a:bodyPr rtlCol="0">
            <a:noAutofit/>
          </a:bodyPr>
          <a:lstStyle>
            <a:lvl1pPr algn="ctr">
              <a:lnSpc>
                <a:spcPct val="150000"/>
              </a:lnSpc>
              <a:buNone/>
              <a:defRPr lang="pl-PL" sz="1100" b="0" kern="1200" baseline="0" dirty="0" smtClean="0">
                <a:solidFill>
                  <a:schemeClr val="bg2">
                    <a:lumMod val="10000"/>
                  </a:schemeClr>
                </a:solidFill>
                <a:latin typeface="+mn-lt"/>
                <a:ea typeface="+mn-ea"/>
                <a:cs typeface="+mn-cs"/>
              </a:defRPr>
            </a:lvl1pPr>
          </a:lstStyle>
          <a:p>
            <a:pPr lvl="0"/>
            <a:r>
              <a:rPr lang="pl-PL"/>
              <a:t>Kliknij, aby edytować style wzorca tekstu</a:t>
            </a:r>
          </a:p>
        </p:txBody>
      </p:sp>
      <p:sp>
        <p:nvSpPr>
          <p:cNvPr id="27" name="Symbol zastępczy tekstu 13"/>
          <p:cNvSpPr>
            <a:spLocks noGrp="1"/>
          </p:cNvSpPr>
          <p:nvPr>
            <p:ph type="body" sz="quarter" idx="21"/>
          </p:nvPr>
        </p:nvSpPr>
        <p:spPr>
          <a:xfrm>
            <a:off x="6548063" y="4071948"/>
            <a:ext cx="1915297" cy="252755"/>
          </a:xfrm>
        </p:spPr>
        <p:txBody>
          <a:bodyPr anchor="ctr">
            <a:noAutofit/>
          </a:bodyPr>
          <a:lstStyle>
            <a:lvl1pPr algn="ctr">
              <a:buNone/>
              <a:defRPr sz="1000" b="1">
                <a:solidFill>
                  <a:schemeClr val="bg1"/>
                </a:solidFill>
              </a:defRPr>
            </a:lvl1pPr>
          </a:lstStyle>
          <a:p>
            <a:pPr lvl="0"/>
            <a:r>
              <a:rPr lang="pl-PL"/>
              <a:t>Kliknij, aby edytować style wzorca tekstu</a:t>
            </a:r>
          </a:p>
        </p:txBody>
      </p:sp>
      <p:sp>
        <p:nvSpPr>
          <p:cNvPr id="28" name="Symbol zastępczy tekstu 13"/>
          <p:cNvSpPr>
            <a:spLocks noGrp="1"/>
          </p:cNvSpPr>
          <p:nvPr>
            <p:ph type="body" sz="quarter" idx="22"/>
          </p:nvPr>
        </p:nvSpPr>
        <p:spPr>
          <a:xfrm>
            <a:off x="6286512" y="1587843"/>
            <a:ext cx="2378075" cy="339811"/>
          </a:xfrm>
        </p:spPr>
        <p:txBody>
          <a:bodyPr rtlCol="0">
            <a:noAutofit/>
          </a:bodyPr>
          <a:lstStyle>
            <a:lvl1pPr algn="ctr">
              <a:lnSpc>
                <a:spcPct val="150000"/>
              </a:lnSpc>
              <a:buNone/>
              <a:defRPr lang="pl-PL" sz="1100" b="0" kern="1200" baseline="0" dirty="0">
                <a:solidFill>
                  <a:schemeClr val="accent3"/>
                </a:solidFill>
                <a:latin typeface="+mn-lt"/>
                <a:ea typeface="+mn-ea"/>
                <a:cs typeface="+mn-cs"/>
              </a:defRPr>
            </a:lvl1pPr>
          </a:lstStyle>
          <a:p>
            <a:pPr lvl="0"/>
            <a:r>
              <a:rPr lang="pl-PL"/>
              <a:t>Kliknij, aby edytować style wzorca tekstu</a:t>
            </a:r>
          </a:p>
        </p:txBody>
      </p:sp>
      <p:sp>
        <p:nvSpPr>
          <p:cNvPr id="38" name="Symbol zastępczy tekstu 13"/>
          <p:cNvSpPr>
            <a:spLocks noGrp="1"/>
          </p:cNvSpPr>
          <p:nvPr>
            <p:ph type="body" sz="quarter" idx="23"/>
          </p:nvPr>
        </p:nvSpPr>
        <p:spPr>
          <a:xfrm>
            <a:off x="3375722" y="1335088"/>
            <a:ext cx="2378075" cy="252755"/>
          </a:xfrm>
        </p:spPr>
        <p:txBody>
          <a:bodyPr anchor="ctr">
            <a:normAutofit/>
          </a:bodyPr>
          <a:lstStyle>
            <a:lvl1pPr algn="ctr">
              <a:buNone/>
              <a:defRPr sz="1400">
                <a:solidFill>
                  <a:schemeClr val="tx2"/>
                </a:solidFill>
              </a:defRPr>
            </a:lvl1pPr>
          </a:lstStyle>
          <a:p>
            <a:pPr lvl="0"/>
            <a:r>
              <a:rPr lang="pl-PL"/>
              <a:t>Kliknij, aby edytować style wzorca tekstu</a:t>
            </a:r>
          </a:p>
        </p:txBody>
      </p:sp>
      <p:sp>
        <p:nvSpPr>
          <p:cNvPr id="39" name="Symbol zastępczy tekstu 13"/>
          <p:cNvSpPr>
            <a:spLocks noGrp="1"/>
          </p:cNvSpPr>
          <p:nvPr>
            <p:ph type="body" sz="quarter" idx="24"/>
          </p:nvPr>
        </p:nvSpPr>
        <p:spPr>
          <a:xfrm>
            <a:off x="3375722" y="2187148"/>
            <a:ext cx="2378075" cy="1538416"/>
          </a:xfrm>
        </p:spPr>
        <p:txBody>
          <a:bodyPr rtlCol="0">
            <a:noAutofit/>
          </a:bodyPr>
          <a:lstStyle>
            <a:lvl1pPr algn="ctr">
              <a:lnSpc>
                <a:spcPct val="150000"/>
              </a:lnSpc>
              <a:buNone/>
              <a:defRPr lang="pl-PL" sz="1100" b="0" kern="1200" baseline="0" dirty="0" smtClean="0">
                <a:solidFill>
                  <a:schemeClr val="bg2">
                    <a:lumMod val="10000"/>
                  </a:schemeClr>
                </a:solidFill>
                <a:latin typeface="+mn-lt"/>
                <a:ea typeface="+mn-ea"/>
                <a:cs typeface="+mn-cs"/>
              </a:defRPr>
            </a:lvl1pPr>
          </a:lstStyle>
          <a:p>
            <a:pPr lvl="0"/>
            <a:r>
              <a:rPr lang="pl-PL"/>
              <a:t>Kliknij, aby edytować style wzorca tekstu</a:t>
            </a:r>
          </a:p>
        </p:txBody>
      </p:sp>
      <p:sp>
        <p:nvSpPr>
          <p:cNvPr id="41" name="Symbol zastępczy tekstu 13"/>
          <p:cNvSpPr>
            <a:spLocks noGrp="1"/>
          </p:cNvSpPr>
          <p:nvPr>
            <p:ph type="body" sz="quarter" idx="25"/>
          </p:nvPr>
        </p:nvSpPr>
        <p:spPr>
          <a:xfrm>
            <a:off x="3637273" y="4071948"/>
            <a:ext cx="1915297" cy="252755"/>
          </a:xfrm>
        </p:spPr>
        <p:txBody>
          <a:bodyPr anchor="ctr">
            <a:noAutofit/>
          </a:bodyPr>
          <a:lstStyle>
            <a:lvl1pPr algn="ctr">
              <a:buNone/>
              <a:defRPr sz="1000" b="1">
                <a:solidFill>
                  <a:schemeClr val="bg1"/>
                </a:solidFill>
              </a:defRPr>
            </a:lvl1pPr>
          </a:lstStyle>
          <a:p>
            <a:pPr lvl="0"/>
            <a:r>
              <a:rPr lang="pl-PL"/>
              <a:t>Kliknij, aby edytować style wzorca tekstu</a:t>
            </a:r>
          </a:p>
        </p:txBody>
      </p:sp>
      <p:sp>
        <p:nvSpPr>
          <p:cNvPr id="42" name="Symbol zastępczy tekstu 13"/>
          <p:cNvSpPr>
            <a:spLocks noGrp="1"/>
          </p:cNvSpPr>
          <p:nvPr>
            <p:ph type="body" sz="quarter" idx="26"/>
          </p:nvPr>
        </p:nvSpPr>
        <p:spPr>
          <a:xfrm>
            <a:off x="3375722" y="1587843"/>
            <a:ext cx="2378075" cy="339811"/>
          </a:xfrm>
        </p:spPr>
        <p:txBody>
          <a:bodyPr rtlCol="0">
            <a:noAutofit/>
          </a:bodyPr>
          <a:lstStyle>
            <a:lvl1pPr algn="ctr">
              <a:lnSpc>
                <a:spcPct val="150000"/>
              </a:lnSpc>
              <a:buNone/>
              <a:defRPr lang="pl-PL" sz="1100" b="0" kern="1200" baseline="0" dirty="0">
                <a:solidFill>
                  <a:schemeClr val="accent3"/>
                </a:solidFill>
                <a:latin typeface="+mn-lt"/>
                <a:ea typeface="+mn-ea"/>
                <a:cs typeface="+mn-cs"/>
              </a:defRPr>
            </a:lvl1pPr>
          </a:lstStyle>
          <a:p>
            <a:pPr lvl="0"/>
            <a:r>
              <a:rPr lang="pl-PL"/>
              <a:t>Kliknij, aby edytować style wzorca tekstu</a:t>
            </a:r>
          </a:p>
        </p:txBody>
      </p:sp>
      <p:sp>
        <p:nvSpPr>
          <p:cNvPr id="36" name="Symbol zastępczy tekstu 17"/>
          <p:cNvSpPr>
            <a:spLocks noGrp="1"/>
          </p:cNvSpPr>
          <p:nvPr>
            <p:ph type="body" sz="quarter" idx="27"/>
          </p:nvPr>
        </p:nvSpPr>
        <p:spPr>
          <a:xfrm>
            <a:off x="457200" y="109001"/>
            <a:ext cx="8235950" cy="692865"/>
          </a:xfrm>
        </p:spPr>
        <p:txBody>
          <a:bodyPr lIns="0" rIns="0" anchor="b">
            <a:normAutofit/>
          </a:bodyPr>
          <a:lstStyle>
            <a:lvl1pPr marL="0" indent="0">
              <a:buNone/>
              <a:defRPr lang="pl-PL" sz="2000" b="1" kern="1200" dirty="0">
                <a:solidFill>
                  <a:schemeClr val="tx1"/>
                </a:solidFill>
                <a:latin typeface="+mj-lt"/>
                <a:ea typeface="+mj-ea"/>
                <a:cs typeface="+mj-cs"/>
              </a:defRPr>
            </a:lvl1pPr>
          </a:lstStyle>
          <a:p>
            <a:pPr lvl="0"/>
            <a:r>
              <a:rPr lang="pl-PL"/>
              <a:t>Kliknij, aby edytować style wzorca tekstu</a:t>
            </a:r>
          </a:p>
        </p:txBody>
      </p:sp>
      <p:sp>
        <p:nvSpPr>
          <p:cNvPr id="18" name="Symbol zastępczy numeru slajdu 5"/>
          <p:cNvSpPr>
            <a:spLocks noGrp="1"/>
          </p:cNvSpPr>
          <p:nvPr>
            <p:ph type="sldNum" sz="quarter" idx="28"/>
          </p:nvPr>
        </p:nvSpPr>
        <p:spPr>
          <a:xfrm>
            <a:off x="457200" y="4767263"/>
            <a:ext cx="412750" cy="273050"/>
          </a:xfrm>
          <a:noFill/>
        </p:spPr>
        <p:txBody>
          <a:bodyPr/>
          <a:lstStyle>
            <a:lvl1pPr>
              <a:defRPr>
                <a:solidFill>
                  <a:schemeClr val="accent1"/>
                </a:solidFill>
              </a:defRPr>
            </a:lvl1pPr>
          </a:lstStyle>
          <a:p>
            <a:fld id="{F7F3DBBC-5D43-456A-81FD-B9349C73EA16}" type="slidenum">
              <a:rPr lang="pl-PL" altLang="pl-PL">
                <a:solidFill>
                  <a:srgbClr val="26437E"/>
                </a:solidFill>
              </a:rPr>
              <a:pPr/>
              <a:t>‹#›</a:t>
            </a:fld>
            <a:endParaRPr lang="pl-PL" altLang="pl-PL">
              <a:solidFill>
                <a:srgbClr val="26437E"/>
              </a:solidFill>
            </a:endParaRPr>
          </a:p>
        </p:txBody>
      </p:sp>
    </p:spTree>
    <p:extLst>
      <p:ext uri="{BB962C8B-B14F-4D97-AF65-F5344CB8AC3E}">
        <p14:creationId xmlns:p14="http://schemas.microsoft.com/office/powerpoint/2010/main" val="11239863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martArt">
    <p:spTree>
      <p:nvGrpSpPr>
        <p:cNvPr id="1" name=""/>
        <p:cNvGrpSpPr/>
        <p:nvPr/>
      </p:nvGrpSpPr>
      <p:grpSpPr>
        <a:xfrm>
          <a:off x="0" y="0"/>
          <a:ext cx="0" cy="0"/>
          <a:chOff x="0" y="0"/>
          <a:chExt cx="0" cy="0"/>
        </a:xfrm>
      </p:grpSpPr>
      <p:pic>
        <p:nvPicPr>
          <p:cNvPr id="4" name="Obraz 5"/>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893050" y="4838700"/>
            <a:ext cx="800100" cy="12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Prostokąt 4"/>
          <p:cNvSpPr/>
          <p:nvPr userDrawn="1"/>
        </p:nvSpPr>
        <p:spPr>
          <a:xfrm flipV="1">
            <a:off x="0" y="808038"/>
            <a:ext cx="9144000" cy="46037"/>
          </a:xfrm>
          <a:prstGeom prst="rect">
            <a:avLst/>
          </a:prstGeom>
          <a:gradFill>
            <a:gsLst>
              <a:gs pos="0">
                <a:schemeClr val="tx2"/>
              </a:gs>
              <a:gs pos="100000">
                <a:schemeClr val="accent3"/>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pl-PL">
              <a:solidFill>
                <a:prstClr val="white"/>
              </a:solidFill>
            </a:endParaRPr>
          </a:p>
        </p:txBody>
      </p:sp>
      <p:sp>
        <p:nvSpPr>
          <p:cNvPr id="10" name="Symbol zastępczy obiektu SmartArt 9"/>
          <p:cNvSpPr>
            <a:spLocks noGrp="1"/>
          </p:cNvSpPr>
          <p:nvPr>
            <p:ph type="dgm" sz="quarter" idx="15"/>
          </p:nvPr>
        </p:nvSpPr>
        <p:spPr>
          <a:xfrm>
            <a:off x="457199" y="853641"/>
            <a:ext cx="8236347" cy="3913622"/>
          </a:xfrm>
        </p:spPr>
        <p:txBody>
          <a:bodyPr lIns="0" rIns="0" rtlCol="0" anchor="ctr">
            <a:normAutofit/>
          </a:bodyPr>
          <a:lstStyle>
            <a:lvl1pPr algn="ctr">
              <a:buNone/>
              <a:defRPr/>
            </a:lvl1pPr>
          </a:lstStyle>
          <a:p>
            <a:pPr lvl="0"/>
            <a:r>
              <a:rPr lang="pl-PL" noProof="0"/>
              <a:t>Kliknij ikonę, aby dodać grafikę SmartArt</a:t>
            </a:r>
            <a:endParaRPr lang="pl-PL" noProof="0" dirty="0"/>
          </a:p>
        </p:txBody>
      </p:sp>
      <p:sp>
        <p:nvSpPr>
          <p:cNvPr id="12" name="Symbol zastępczy tekstu 17"/>
          <p:cNvSpPr>
            <a:spLocks noGrp="1"/>
          </p:cNvSpPr>
          <p:nvPr>
            <p:ph type="body" sz="quarter" idx="25"/>
          </p:nvPr>
        </p:nvSpPr>
        <p:spPr>
          <a:xfrm>
            <a:off x="457200" y="109001"/>
            <a:ext cx="8235950" cy="692865"/>
          </a:xfrm>
        </p:spPr>
        <p:txBody>
          <a:bodyPr lIns="0" rIns="0" anchor="b">
            <a:normAutofit/>
          </a:bodyPr>
          <a:lstStyle>
            <a:lvl1pPr marL="0" indent="0">
              <a:buNone/>
              <a:defRPr lang="pl-PL" sz="2000" b="1" kern="1200" dirty="0">
                <a:solidFill>
                  <a:schemeClr val="tx1"/>
                </a:solidFill>
                <a:latin typeface="+mj-lt"/>
                <a:ea typeface="+mj-ea"/>
                <a:cs typeface="+mj-cs"/>
              </a:defRPr>
            </a:lvl1pPr>
          </a:lstStyle>
          <a:p>
            <a:pPr lvl="0"/>
            <a:r>
              <a:rPr lang="pl-PL"/>
              <a:t>Kliknij, aby edytować style wzorca tekstu</a:t>
            </a:r>
          </a:p>
        </p:txBody>
      </p:sp>
      <p:sp>
        <p:nvSpPr>
          <p:cNvPr id="6" name="Symbol zastępczy numeru slajdu 5"/>
          <p:cNvSpPr>
            <a:spLocks noGrp="1"/>
          </p:cNvSpPr>
          <p:nvPr>
            <p:ph type="sldNum" sz="quarter" idx="26"/>
          </p:nvPr>
        </p:nvSpPr>
        <p:spPr>
          <a:xfrm>
            <a:off x="457200" y="4767263"/>
            <a:ext cx="412750" cy="273050"/>
          </a:xfrm>
          <a:noFill/>
        </p:spPr>
        <p:txBody>
          <a:bodyPr/>
          <a:lstStyle>
            <a:lvl1pPr>
              <a:defRPr>
                <a:solidFill>
                  <a:schemeClr val="accent1"/>
                </a:solidFill>
              </a:defRPr>
            </a:lvl1pPr>
          </a:lstStyle>
          <a:p>
            <a:fld id="{9758022E-329E-400D-AD7F-12FE8A0C87C8}" type="slidenum">
              <a:rPr lang="pl-PL" altLang="pl-PL">
                <a:solidFill>
                  <a:srgbClr val="26437E"/>
                </a:solidFill>
              </a:rPr>
              <a:pPr/>
              <a:t>‹#›</a:t>
            </a:fld>
            <a:endParaRPr lang="pl-PL" altLang="pl-PL">
              <a:solidFill>
                <a:srgbClr val="26437E"/>
              </a:solidFill>
            </a:endParaRPr>
          </a:p>
        </p:txBody>
      </p:sp>
    </p:spTree>
    <p:extLst>
      <p:ext uri="{BB962C8B-B14F-4D97-AF65-F5344CB8AC3E}">
        <p14:creationId xmlns:p14="http://schemas.microsoft.com/office/powerpoint/2010/main" val="2739861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Graph">
    <p:spTree>
      <p:nvGrpSpPr>
        <p:cNvPr id="1" name=""/>
        <p:cNvGrpSpPr/>
        <p:nvPr/>
      </p:nvGrpSpPr>
      <p:grpSpPr>
        <a:xfrm>
          <a:off x="0" y="0"/>
          <a:ext cx="0" cy="0"/>
          <a:chOff x="0" y="0"/>
          <a:chExt cx="0" cy="0"/>
        </a:xfrm>
      </p:grpSpPr>
      <p:pic>
        <p:nvPicPr>
          <p:cNvPr id="4" name="Obraz 5"/>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893050" y="4838700"/>
            <a:ext cx="800100" cy="12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Prostokąt 4"/>
          <p:cNvSpPr/>
          <p:nvPr userDrawn="1"/>
        </p:nvSpPr>
        <p:spPr>
          <a:xfrm flipV="1">
            <a:off x="0" y="808038"/>
            <a:ext cx="9144000" cy="46037"/>
          </a:xfrm>
          <a:prstGeom prst="rect">
            <a:avLst/>
          </a:prstGeom>
          <a:gradFill>
            <a:gsLst>
              <a:gs pos="0">
                <a:schemeClr val="tx2"/>
              </a:gs>
              <a:gs pos="100000">
                <a:schemeClr val="accent3"/>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pl-PL">
              <a:solidFill>
                <a:prstClr val="white"/>
              </a:solidFill>
            </a:endParaRPr>
          </a:p>
        </p:txBody>
      </p:sp>
      <p:sp>
        <p:nvSpPr>
          <p:cNvPr id="11" name="Symbol zastępczy wykresu 10"/>
          <p:cNvSpPr>
            <a:spLocks noGrp="1"/>
          </p:cNvSpPr>
          <p:nvPr>
            <p:ph type="chart" sz="quarter" idx="15"/>
          </p:nvPr>
        </p:nvSpPr>
        <p:spPr>
          <a:xfrm>
            <a:off x="457199" y="853641"/>
            <a:ext cx="8236347" cy="3913621"/>
          </a:xfrm>
        </p:spPr>
        <p:txBody>
          <a:bodyPr lIns="0" rIns="0" rtlCol="0" anchor="ctr">
            <a:normAutofit/>
          </a:bodyPr>
          <a:lstStyle>
            <a:lvl1pPr algn="ctr">
              <a:buNone/>
              <a:defRPr/>
            </a:lvl1pPr>
          </a:lstStyle>
          <a:p>
            <a:pPr lvl="0"/>
            <a:r>
              <a:rPr lang="pl-PL" noProof="0"/>
              <a:t>Kliknij ikonę, aby dodać wykres</a:t>
            </a:r>
            <a:endParaRPr lang="pl-PL" noProof="0" dirty="0"/>
          </a:p>
        </p:txBody>
      </p:sp>
      <p:sp>
        <p:nvSpPr>
          <p:cNvPr id="10" name="Symbol zastępczy tekstu 17"/>
          <p:cNvSpPr>
            <a:spLocks noGrp="1"/>
          </p:cNvSpPr>
          <p:nvPr>
            <p:ph type="body" sz="quarter" idx="25"/>
          </p:nvPr>
        </p:nvSpPr>
        <p:spPr>
          <a:xfrm>
            <a:off x="457200" y="109001"/>
            <a:ext cx="8235950" cy="692865"/>
          </a:xfrm>
        </p:spPr>
        <p:txBody>
          <a:bodyPr lIns="0" rIns="0" anchor="b">
            <a:normAutofit/>
          </a:bodyPr>
          <a:lstStyle>
            <a:lvl1pPr marL="0" indent="0">
              <a:buNone/>
              <a:defRPr lang="pl-PL" sz="2000" b="1" kern="1200" dirty="0">
                <a:solidFill>
                  <a:schemeClr val="tx1"/>
                </a:solidFill>
                <a:latin typeface="+mj-lt"/>
                <a:ea typeface="+mj-ea"/>
                <a:cs typeface="+mj-cs"/>
              </a:defRPr>
            </a:lvl1pPr>
          </a:lstStyle>
          <a:p>
            <a:pPr lvl="0"/>
            <a:r>
              <a:rPr lang="pl-PL"/>
              <a:t>Kliknij, aby edytować style wzorca tekstu</a:t>
            </a:r>
          </a:p>
        </p:txBody>
      </p:sp>
      <p:sp>
        <p:nvSpPr>
          <p:cNvPr id="6" name="Symbol zastępczy numeru slajdu 5"/>
          <p:cNvSpPr>
            <a:spLocks noGrp="1"/>
          </p:cNvSpPr>
          <p:nvPr>
            <p:ph type="sldNum" sz="quarter" idx="26"/>
          </p:nvPr>
        </p:nvSpPr>
        <p:spPr>
          <a:xfrm>
            <a:off x="457200" y="4767263"/>
            <a:ext cx="412750" cy="273050"/>
          </a:xfrm>
          <a:noFill/>
        </p:spPr>
        <p:txBody>
          <a:bodyPr/>
          <a:lstStyle>
            <a:lvl1pPr>
              <a:defRPr>
                <a:solidFill>
                  <a:schemeClr val="accent1"/>
                </a:solidFill>
              </a:defRPr>
            </a:lvl1pPr>
          </a:lstStyle>
          <a:p>
            <a:fld id="{CD4DBC9B-5A64-42D6-9DDE-D120B8919BA2}" type="slidenum">
              <a:rPr lang="pl-PL" altLang="pl-PL">
                <a:solidFill>
                  <a:srgbClr val="26437E"/>
                </a:solidFill>
              </a:rPr>
              <a:pPr/>
              <a:t>‹#›</a:t>
            </a:fld>
            <a:endParaRPr lang="pl-PL" altLang="pl-PL">
              <a:solidFill>
                <a:srgbClr val="26437E"/>
              </a:solidFill>
            </a:endParaRPr>
          </a:p>
        </p:txBody>
      </p:sp>
    </p:spTree>
    <p:extLst>
      <p:ext uri="{BB962C8B-B14F-4D97-AF65-F5344CB8AC3E}">
        <p14:creationId xmlns:p14="http://schemas.microsoft.com/office/powerpoint/2010/main" val="54893049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eam 1">
    <p:spTree>
      <p:nvGrpSpPr>
        <p:cNvPr id="1" name=""/>
        <p:cNvGrpSpPr/>
        <p:nvPr/>
      </p:nvGrpSpPr>
      <p:grpSpPr>
        <a:xfrm>
          <a:off x="0" y="0"/>
          <a:ext cx="0" cy="0"/>
          <a:chOff x="0" y="0"/>
          <a:chExt cx="0" cy="0"/>
        </a:xfrm>
      </p:grpSpPr>
      <p:pic>
        <p:nvPicPr>
          <p:cNvPr id="15" name="Obraz 5"/>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893050" y="4838700"/>
            <a:ext cx="800100" cy="12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Prostokąt 15"/>
          <p:cNvSpPr/>
          <p:nvPr userDrawn="1"/>
        </p:nvSpPr>
        <p:spPr>
          <a:xfrm flipV="1">
            <a:off x="0" y="808038"/>
            <a:ext cx="9144000" cy="46037"/>
          </a:xfrm>
          <a:prstGeom prst="rect">
            <a:avLst/>
          </a:prstGeom>
          <a:gradFill>
            <a:gsLst>
              <a:gs pos="0">
                <a:schemeClr val="tx2"/>
              </a:gs>
              <a:gs pos="100000">
                <a:schemeClr val="accent3"/>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pl-PL">
              <a:solidFill>
                <a:prstClr val="white"/>
              </a:solidFill>
            </a:endParaRPr>
          </a:p>
        </p:txBody>
      </p:sp>
      <p:sp>
        <p:nvSpPr>
          <p:cNvPr id="7" name="Symbol zastępczy tekstu 6"/>
          <p:cNvSpPr>
            <a:spLocks noGrp="1"/>
          </p:cNvSpPr>
          <p:nvPr>
            <p:ph type="body" sz="quarter" idx="16"/>
          </p:nvPr>
        </p:nvSpPr>
        <p:spPr>
          <a:xfrm>
            <a:off x="723900" y="3079750"/>
            <a:ext cx="1638300" cy="285750"/>
          </a:xfrm>
        </p:spPr>
        <p:txBody>
          <a:bodyPr>
            <a:noAutofit/>
          </a:bodyPr>
          <a:lstStyle>
            <a:lvl1pPr marL="0" indent="0" algn="ctr">
              <a:buNone/>
              <a:defRPr sz="1400" b="0" baseline="0">
                <a:solidFill>
                  <a:schemeClr val="tx2"/>
                </a:solidFill>
              </a:defRPr>
            </a:lvl1pPr>
          </a:lstStyle>
          <a:p>
            <a:pPr lvl="0"/>
            <a:r>
              <a:rPr lang="pl-PL"/>
              <a:t>Kliknij, aby edytować style wzorca tekstu</a:t>
            </a:r>
          </a:p>
        </p:txBody>
      </p:sp>
      <p:sp>
        <p:nvSpPr>
          <p:cNvPr id="12" name="Symbol zastępczy tekstu 6"/>
          <p:cNvSpPr>
            <a:spLocks noGrp="1"/>
          </p:cNvSpPr>
          <p:nvPr>
            <p:ph type="body" sz="quarter" idx="17"/>
          </p:nvPr>
        </p:nvSpPr>
        <p:spPr>
          <a:xfrm>
            <a:off x="723900" y="3522230"/>
            <a:ext cx="1638300" cy="213591"/>
          </a:xfrm>
        </p:spPr>
        <p:txBody>
          <a:bodyPr>
            <a:noAutofit/>
          </a:bodyPr>
          <a:lstStyle>
            <a:lvl1pPr marL="0" indent="0" algn="ctr">
              <a:buNone/>
              <a:defRPr sz="1100" b="0">
                <a:solidFill>
                  <a:schemeClr val="accent3"/>
                </a:solidFill>
              </a:defRPr>
            </a:lvl1pPr>
          </a:lstStyle>
          <a:p>
            <a:pPr lvl="0"/>
            <a:r>
              <a:rPr lang="pl-PL"/>
              <a:t>Kliknij, aby edytować style wzorca tekstu</a:t>
            </a:r>
          </a:p>
        </p:txBody>
      </p:sp>
      <p:sp>
        <p:nvSpPr>
          <p:cNvPr id="14" name="Symbol zastępczy tekstu 6"/>
          <p:cNvSpPr>
            <a:spLocks noGrp="1"/>
          </p:cNvSpPr>
          <p:nvPr>
            <p:ph type="body" sz="quarter" idx="18"/>
          </p:nvPr>
        </p:nvSpPr>
        <p:spPr>
          <a:xfrm>
            <a:off x="723900" y="3771900"/>
            <a:ext cx="1638300" cy="501650"/>
          </a:xfrm>
        </p:spPr>
        <p:txBody>
          <a:bodyPr rtlCol="0">
            <a:noAutofit/>
          </a:bodyPr>
          <a:lstStyle>
            <a:lvl1pPr marL="0" indent="0" algn="ctr">
              <a:buNone/>
              <a:defRPr lang="pl-PL" sz="900" b="0" kern="1200" dirty="0">
                <a:solidFill>
                  <a:srgbClr val="242424"/>
                </a:solidFill>
                <a:latin typeface="+mn-lt"/>
                <a:ea typeface="+mn-ea"/>
                <a:cs typeface="+mn-cs"/>
              </a:defRPr>
            </a:lvl1pPr>
          </a:lstStyle>
          <a:p>
            <a:pPr lvl="0"/>
            <a:r>
              <a:rPr lang="pl-PL"/>
              <a:t>Kliknij, aby edytować style wzorca tekstu</a:t>
            </a:r>
          </a:p>
        </p:txBody>
      </p:sp>
      <p:sp>
        <p:nvSpPr>
          <p:cNvPr id="35" name="Symbol zastępczy tekstu 6"/>
          <p:cNvSpPr>
            <a:spLocks noGrp="1"/>
          </p:cNvSpPr>
          <p:nvPr>
            <p:ph type="body" sz="quarter" idx="20"/>
          </p:nvPr>
        </p:nvSpPr>
        <p:spPr>
          <a:xfrm>
            <a:off x="3768438" y="3079750"/>
            <a:ext cx="1638300" cy="285750"/>
          </a:xfrm>
        </p:spPr>
        <p:txBody>
          <a:bodyPr>
            <a:noAutofit/>
          </a:bodyPr>
          <a:lstStyle>
            <a:lvl1pPr marL="0" indent="0" algn="ctr">
              <a:buNone/>
              <a:defRPr sz="1400" b="0">
                <a:solidFill>
                  <a:schemeClr val="tx2"/>
                </a:solidFill>
              </a:defRPr>
            </a:lvl1pPr>
          </a:lstStyle>
          <a:p>
            <a:pPr lvl="0"/>
            <a:r>
              <a:rPr lang="pl-PL"/>
              <a:t>Kliknij, aby edytować style wzorca tekstu</a:t>
            </a:r>
          </a:p>
        </p:txBody>
      </p:sp>
      <p:sp>
        <p:nvSpPr>
          <p:cNvPr id="50" name="Symbol zastępczy tekstu 6"/>
          <p:cNvSpPr>
            <a:spLocks noGrp="1"/>
          </p:cNvSpPr>
          <p:nvPr>
            <p:ph type="body" sz="quarter" idx="21"/>
          </p:nvPr>
        </p:nvSpPr>
        <p:spPr>
          <a:xfrm>
            <a:off x="3768438" y="3522230"/>
            <a:ext cx="1638300" cy="213591"/>
          </a:xfrm>
        </p:spPr>
        <p:txBody>
          <a:bodyPr>
            <a:noAutofit/>
          </a:bodyPr>
          <a:lstStyle>
            <a:lvl1pPr marL="0" indent="0" algn="ctr">
              <a:buNone/>
              <a:defRPr sz="1100" b="0">
                <a:solidFill>
                  <a:schemeClr val="accent3"/>
                </a:solidFill>
              </a:defRPr>
            </a:lvl1pPr>
          </a:lstStyle>
          <a:p>
            <a:pPr lvl="0"/>
            <a:r>
              <a:rPr lang="pl-PL"/>
              <a:t>Kliknij, aby edytować style wzorca tekstu</a:t>
            </a:r>
          </a:p>
        </p:txBody>
      </p:sp>
      <p:sp>
        <p:nvSpPr>
          <p:cNvPr id="51" name="Symbol zastępczy tekstu 6"/>
          <p:cNvSpPr>
            <a:spLocks noGrp="1"/>
          </p:cNvSpPr>
          <p:nvPr>
            <p:ph type="body" sz="quarter" idx="22"/>
          </p:nvPr>
        </p:nvSpPr>
        <p:spPr>
          <a:xfrm>
            <a:off x="3768438" y="3771900"/>
            <a:ext cx="1638300" cy="501650"/>
          </a:xfrm>
        </p:spPr>
        <p:txBody>
          <a:bodyPr>
            <a:noAutofit/>
          </a:bodyPr>
          <a:lstStyle>
            <a:lvl1pPr marL="0" indent="0" algn="ctr">
              <a:buNone/>
              <a:defRPr sz="900" b="0">
                <a:solidFill>
                  <a:srgbClr val="242424"/>
                </a:solidFill>
              </a:defRPr>
            </a:lvl1pPr>
          </a:lstStyle>
          <a:p>
            <a:pPr lvl="0"/>
            <a:r>
              <a:rPr lang="pl-PL"/>
              <a:t>Kliknij, aby edytować style wzorca tekstu</a:t>
            </a:r>
          </a:p>
        </p:txBody>
      </p:sp>
      <p:sp>
        <p:nvSpPr>
          <p:cNvPr id="57" name="Symbol zastępczy tekstu 6"/>
          <p:cNvSpPr>
            <a:spLocks noGrp="1"/>
          </p:cNvSpPr>
          <p:nvPr>
            <p:ph type="body" sz="quarter" idx="24"/>
          </p:nvPr>
        </p:nvSpPr>
        <p:spPr>
          <a:xfrm>
            <a:off x="6806823" y="3079750"/>
            <a:ext cx="1638300" cy="285750"/>
          </a:xfrm>
        </p:spPr>
        <p:txBody>
          <a:bodyPr>
            <a:noAutofit/>
          </a:bodyPr>
          <a:lstStyle>
            <a:lvl1pPr marL="0" indent="0" algn="ctr">
              <a:buNone/>
              <a:defRPr sz="1400" b="0">
                <a:solidFill>
                  <a:schemeClr val="tx2"/>
                </a:solidFill>
              </a:defRPr>
            </a:lvl1pPr>
          </a:lstStyle>
          <a:p>
            <a:pPr lvl="0"/>
            <a:r>
              <a:rPr lang="pl-PL"/>
              <a:t>Kliknij, aby edytować style wzorca tekstu</a:t>
            </a:r>
          </a:p>
        </p:txBody>
      </p:sp>
      <p:sp>
        <p:nvSpPr>
          <p:cNvPr id="58" name="Symbol zastępczy tekstu 6"/>
          <p:cNvSpPr>
            <a:spLocks noGrp="1"/>
          </p:cNvSpPr>
          <p:nvPr>
            <p:ph type="body" sz="quarter" idx="25"/>
          </p:nvPr>
        </p:nvSpPr>
        <p:spPr>
          <a:xfrm>
            <a:off x="6806823" y="3522230"/>
            <a:ext cx="1638300" cy="213591"/>
          </a:xfrm>
        </p:spPr>
        <p:txBody>
          <a:bodyPr>
            <a:noAutofit/>
          </a:bodyPr>
          <a:lstStyle>
            <a:lvl1pPr marL="0" indent="0" algn="ctr">
              <a:buNone/>
              <a:defRPr sz="1100" b="0">
                <a:solidFill>
                  <a:schemeClr val="accent3"/>
                </a:solidFill>
              </a:defRPr>
            </a:lvl1pPr>
          </a:lstStyle>
          <a:p>
            <a:pPr lvl="0"/>
            <a:r>
              <a:rPr lang="pl-PL"/>
              <a:t>Kliknij, aby edytować style wzorca tekstu</a:t>
            </a:r>
          </a:p>
        </p:txBody>
      </p:sp>
      <p:sp>
        <p:nvSpPr>
          <p:cNvPr id="59" name="Symbol zastępczy tekstu 6"/>
          <p:cNvSpPr>
            <a:spLocks noGrp="1"/>
          </p:cNvSpPr>
          <p:nvPr>
            <p:ph type="body" sz="quarter" idx="26"/>
          </p:nvPr>
        </p:nvSpPr>
        <p:spPr>
          <a:xfrm>
            <a:off x="6806823" y="3771900"/>
            <a:ext cx="1638300" cy="501650"/>
          </a:xfrm>
        </p:spPr>
        <p:txBody>
          <a:bodyPr>
            <a:noAutofit/>
          </a:bodyPr>
          <a:lstStyle>
            <a:lvl1pPr marL="0" indent="0" algn="ctr">
              <a:buNone/>
              <a:defRPr sz="900" b="0">
                <a:solidFill>
                  <a:srgbClr val="242424"/>
                </a:solidFill>
              </a:defRPr>
            </a:lvl1pPr>
          </a:lstStyle>
          <a:p>
            <a:pPr lvl="0"/>
            <a:r>
              <a:rPr lang="pl-PL"/>
              <a:t>Kliknij, aby edytować style wzorca tekstu</a:t>
            </a:r>
          </a:p>
        </p:txBody>
      </p:sp>
      <p:sp>
        <p:nvSpPr>
          <p:cNvPr id="31" name="Symbol zastępczy obrazu 3"/>
          <p:cNvSpPr>
            <a:spLocks noGrp="1"/>
          </p:cNvSpPr>
          <p:nvPr>
            <p:ph type="pic" sz="quarter" idx="27"/>
          </p:nvPr>
        </p:nvSpPr>
        <p:spPr>
          <a:xfrm>
            <a:off x="6794500" y="1292224"/>
            <a:ext cx="1638300" cy="1638301"/>
          </a:xfrm>
          <a:prstGeom prst="ellipse">
            <a:avLst/>
          </a:prstGeom>
          <a:solidFill>
            <a:schemeClr val="bg1"/>
          </a:solidFill>
          <a:ln w="31750">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lvl1pPr marL="0" indent="0" algn="ctr" defTabSz="457200" rtl="0" eaLnBrk="1" latinLnBrk="0" hangingPunct="1">
              <a:buNone/>
              <a:defRPr lang="pl-PL" sz="1400" kern="1200" dirty="0">
                <a:solidFill>
                  <a:schemeClr val="accent2"/>
                </a:solidFill>
                <a:latin typeface="+mn-lt"/>
                <a:ea typeface="+mn-ea"/>
                <a:cs typeface="+mn-cs"/>
              </a:defRPr>
            </a:lvl1pPr>
          </a:lstStyle>
          <a:p>
            <a:pPr lvl="0"/>
            <a:r>
              <a:rPr lang="pl-PL" noProof="0"/>
              <a:t>Kliknij ikonę, aby dodać obraz</a:t>
            </a:r>
            <a:endParaRPr lang="pl-PL" noProof="0" dirty="0"/>
          </a:p>
        </p:txBody>
      </p:sp>
      <p:sp>
        <p:nvSpPr>
          <p:cNvPr id="32" name="Symbol zastępczy obrazu 3"/>
          <p:cNvSpPr>
            <a:spLocks noGrp="1"/>
          </p:cNvSpPr>
          <p:nvPr>
            <p:ph type="pic" sz="quarter" idx="28"/>
          </p:nvPr>
        </p:nvSpPr>
        <p:spPr>
          <a:xfrm>
            <a:off x="3786182" y="1292224"/>
            <a:ext cx="1638300" cy="1638301"/>
          </a:xfrm>
          <a:prstGeom prst="ellipse">
            <a:avLst/>
          </a:prstGeom>
          <a:solidFill>
            <a:schemeClr val="bg1"/>
          </a:solidFill>
          <a:ln w="31750">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lvl1pPr marL="0" indent="0" algn="ctr" defTabSz="457200" rtl="0" eaLnBrk="1" latinLnBrk="0" hangingPunct="1">
              <a:buNone/>
              <a:defRPr lang="pl-PL" sz="1400" kern="1200" dirty="0">
                <a:solidFill>
                  <a:schemeClr val="tx2"/>
                </a:solidFill>
                <a:latin typeface="+mn-lt"/>
                <a:ea typeface="+mn-ea"/>
                <a:cs typeface="+mn-cs"/>
              </a:defRPr>
            </a:lvl1pPr>
          </a:lstStyle>
          <a:p>
            <a:pPr lvl="0"/>
            <a:r>
              <a:rPr lang="pl-PL" noProof="0"/>
              <a:t>Kliknij ikonę, aby dodać obraz</a:t>
            </a:r>
            <a:endParaRPr lang="pl-PL" noProof="0" dirty="0"/>
          </a:p>
        </p:txBody>
      </p:sp>
      <p:sp>
        <p:nvSpPr>
          <p:cNvPr id="33" name="Symbol zastępczy obrazu 3"/>
          <p:cNvSpPr>
            <a:spLocks noGrp="1"/>
          </p:cNvSpPr>
          <p:nvPr>
            <p:ph type="pic" sz="quarter" idx="29"/>
          </p:nvPr>
        </p:nvSpPr>
        <p:spPr>
          <a:xfrm>
            <a:off x="714348" y="1292224"/>
            <a:ext cx="1638300" cy="1638301"/>
          </a:xfrm>
          <a:prstGeom prst="ellipse">
            <a:avLst/>
          </a:prstGeom>
          <a:solidFill>
            <a:schemeClr val="bg1"/>
          </a:solidFill>
          <a:ln w="31750">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lvl1pPr marL="0" indent="0" algn="ctr" defTabSz="457200" rtl="0" eaLnBrk="1" latinLnBrk="0" hangingPunct="1">
              <a:spcBef>
                <a:spcPct val="20000"/>
              </a:spcBef>
              <a:buFont typeface="Wingdings" charset="2"/>
              <a:buNone/>
              <a:defRPr lang="pl-PL" sz="1400" b="1" kern="1200" dirty="0">
                <a:solidFill>
                  <a:schemeClr val="tx2"/>
                </a:solidFill>
                <a:latin typeface="+mn-lt"/>
                <a:ea typeface="+mn-ea"/>
                <a:cs typeface="+mn-cs"/>
              </a:defRPr>
            </a:lvl1pPr>
          </a:lstStyle>
          <a:p>
            <a:pPr lvl="0"/>
            <a:r>
              <a:rPr lang="pl-PL" noProof="0"/>
              <a:t>Kliknij ikonę, aby dodać obraz</a:t>
            </a:r>
            <a:endParaRPr lang="pl-PL" noProof="0" dirty="0"/>
          </a:p>
        </p:txBody>
      </p:sp>
      <p:sp>
        <p:nvSpPr>
          <p:cNvPr id="18" name="Symbol zastępczy tekstu 17"/>
          <p:cNvSpPr>
            <a:spLocks noGrp="1"/>
          </p:cNvSpPr>
          <p:nvPr>
            <p:ph type="body" sz="quarter" idx="30"/>
          </p:nvPr>
        </p:nvSpPr>
        <p:spPr>
          <a:xfrm>
            <a:off x="457200" y="109001"/>
            <a:ext cx="8235950" cy="692865"/>
          </a:xfrm>
        </p:spPr>
        <p:txBody>
          <a:bodyPr lIns="0" rIns="0" anchor="b">
            <a:normAutofit/>
          </a:bodyPr>
          <a:lstStyle>
            <a:lvl1pPr marL="0" indent="0">
              <a:buNone/>
              <a:defRPr lang="pl-PL" sz="2000" b="1" kern="1200" dirty="0">
                <a:solidFill>
                  <a:schemeClr val="tx1"/>
                </a:solidFill>
                <a:latin typeface="+mj-lt"/>
                <a:ea typeface="+mj-ea"/>
                <a:cs typeface="+mj-cs"/>
              </a:defRPr>
            </a:lvl1pPr>
          </a:lstStyle>
          <a:p>
            <a:pPr lvl="0"/>
            <a:r>
              <a:rPr lang="pl-PL"/>
              <a:t>Kliknij, aby edytować style wzorca tekstu</a:t>
            </a:r>
          </a:p>
        </p:txBody>
      </p:sp>
      <p:sp>
        <p:nvSpPr>
          <p:cNvPr id="17" name="Symbol zastępczy numeru slajdu 5"/>
          <p:cNvSpPr>
            <a:spLocks noGrp="1"/>
          </p:cNvSpPr>
          <p:nvPr>
            <p:ph type="sldNum" sz="quarter" idx="31"/>
          </p:nvPr>
        </p:nvSpPr>
        <p:spPr>
          <a:xfrm>
            <a:off x="457200" y="4767263"/>
            <a:ext cx="412750" cy="273050"/>
          </a:xfrm>
          <a:noFill/>
        </p:spPr>
        <p:txBody>
          <a:bodyPr/>
          <a:lstStyle>
            <a:lvl1pPr>
              <a:defRPr>
                <a:solidFill>
                  <a:schemeClr val="accent1"/>
                </a:solidFill>
              </a:defRPr>
            </a:lvl1pPr>
          </a:lstStyle>
          <a:p>
            <a:fld id="{570E79E1-13C8-496C-A415-3FE841827C09}" type="slidenum">
              <a:rPr lang="pl-PL" altLang="pl-PL">
                <a:solidFill>
                  <a:srgbClr val="26437E"/>
                </a:solidFill>
              </a:rPr>
              <a:pPr/>
              <a:t>‹#›</a:t>
            </a:fld>
            <a:endParaRPr lang="pl-PL" altLang="pl-PL">
              <a:solidFill>
                <a:srgbClr val="26437E"/>
              </a:solidFill>
            </a:endParaRPr>
          </a:p>
        </p:txBody>
      </p:sp>
    </p:spTree>
    <p:extLst>
      <p:ext uri="{BB962C8B-B14F-4D97-AF65-F5344CB8AC3E}">
        <p14:creationId xmlns:p14="http://schemas.microsoft.com/office/powerpoint/2010/main" val="261842385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am 1 grey">
    <p:spTree>
      <p:nvGrpSpPr>
        <p:cNvPr id="1" name=""/>
        <p:cNvGrpSpPr/>
        <p:nvPr/>
      </p:nvGrpSpPr>
      <p:grpSpPr>
        <a:xfrm>
          <a:off x="0" y="0"/>
          <a:ext cx="0" cy="0"/>
          <a:chOff x="0" y="0"/>
          <a:chExt cx="0" cy="0"/>
        </a:xfrm>
      </p:grpSpPr>
      <p:pic>
        <p:nvPicPr>
          <p:cNvPr id="15" name="Obraz 5"/>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893050" y="4838700"/>
            <a:ext cx="800100" cy="12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Prostokąt 15"/>
          <p:cNvSpPr/>
          <p:nvPr userDrawn="1"/>
        </p:nvSpPr>
        <p:spPr>
          <a:xfrm flipV="1">
            <a:off x="0" y="808038"/>
            <a:ext cx="9144000" cy="46037"/>
          </a:xfrm>
          <a:prstGeom prst="rect">
            <a:avLst/>
          </a:prstGeom>
          <a:gradFill>
            <a:gsLst>
              <a:gs pos="0">
                <a:schemeClr val="tx2"/>
              </a:gs>
              <a:gs pos="100000">
                <a:schemeClr val="accent3"/>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pl-PL">
              <a:solidFill>
                <a:prstClr val="white"/>
              </a:solidFill>
            </a:endParaRPr>
          </a:p>
        </p:txBody>
      </p:sp>
      <p:sp>
        <p:nvSpPr>
          <p:cNvPr id="7" name="Symbol zastępczy tekstu 6"/>
          <p:cNvSpPr>
            <a:spLocks noGrp="1"/>
          </p:cNvSpPr>
          <p:nvPr>
            <p:ph type="body" sz="quarter" idx="16"/>
          </p:nvPr>
        </p:nvSpPr>
        <p:spPr>
          <a:xfrm>
            <a:off x="723900" y="3079750"/>
            <a:ext cx="1638300" cy="285750"/>
          </a:xfrm>
        </p:spPr>
        <p:txBody>
          <a:bodyPr>
            <a:noAutofit/>
          </a:bodyPr>
          <a:lstStyle>
            <a:lvl1pPr marL="0" indent="0" algn="ctr">
              <a:buNone/>
              <a:defRPr sz="1400" b="0" baseline="0">
                <a:solidFill>
                  <a:srgbClr val="B0BAC1"/>
                </a:solidFill>
              </a:defRPr>
            </a:lvl1pPr>
          </a:lstStyle>
          <a:p>
            <a:pPr lvl="0"/>
            <a:r>
              <a:rPr lang="pl-PL"/>
              <a:t>Kliknij, aby edytować style wzorca tekstu</a:t>
            </a:r>
          </a:p>
        </p:txBody>
      </p:sp>
      <p:sp>
        <p:nvSpPr>
          <p:cNvPr id="12" name="Symbol zastępczy tekstu 6"/>
          <p:cNvSpPr>
            <a:spLocks noGrp="1"/>
          </p:cNvSpPr>
          <p:nvPr>
            <p:ph type="body" sz="quarter" idx="17"/>
          </p:nvPr>
        </p:nvSpPr>
        <p:spPr>
          <a:xfrm>
            <a:off x="723900" y="3522230"/>
            <a:ext cx="1638300" cy="213591"/>
          </a:xfrm>
        </p:spPr>
        <p:txBody>
          <a:bodyPr>
            <a:noAutofit/>
          </a:bodyPr>
          <a:lstStyle>
            <a:lvl1pPr marL="0" indent="0" algn="ctr">
              <a:buNone/>
              <a:defRPr sz="1100" b="0">
                <a:solidFill>
                  <a:srgbClr val="B0BAC1"/>
                </a:solidFill>
              </a:defRPr>
            </a:lvl1pPr>
          </a:lstStyle>
          <a:p>
            <a:pPr lvl="0"/>
            <a:r>
              <a:rPr lang="pl-PL"/>
              <a:t>Kliknij, aby edytować style wzorca tekstu</a:t>
            </a:r>
          </a:p>
        </p:txBody>
      </p:sp>
      <p:sp>
        <p:nvSpPr>
          <p:cNvPr id="14" name="Symbol zastępczy tekstu 6"/>
          <p:cNvSpPr>
            <a:spLocks noGrp="1"/>
          </p:cNvSpPr>
          <p:nvPr>
            <p:ph type="body" sz="quarter" idx="18"/>
          </p:nvPr>
        </p:nvSpPr>
        <p:spPr>
          <a:xfrm>
            <a:off x="723900" y="3771900"/>
            <a:ext cx="1638300" cy="501650"/>
          </a:xfrm>
        </p:spPr>
        <p:txBody>
          <a:bodyPr rtlCol="0">
            <a:noAutofit/>
          </a:bodyPr>
          <a:lstStyle>
            <a:lvl1pPr marL="0" indent="0" algn="ctr">
              <a:buNone/>
              <a:defRPr lang="pl-PL" sz="900" b="0" kern="1200" dirty="0">
                <a:solidFill>
                  <a:srgbClr val="242424"/>
                </a:solidFill>
                <a:latin typeface="+mn-lt"/>
                <a:ea typeface="+mn-ea"/>
                <a:cs typeface="+mn-cs"/>
              </a:defRPr>
            </a:lvl1pPr>
          </a:lstStyle>
          <a:p>
            <a:pPr lvl="0"/>
            <a:r>
              <a:rPr lang="pl-PL"/>
              <a:t>Kliknij, aby edytować style wzorca tekstu</a:t>
            </a:r>
          </a:p>
        </p:txBody>
      </p:sp>
      <p:sp>
        <p:nvSpPr>
          <p:cNvPr id="35" name="Symbol zastępczy tekstu 6"/>
          <p:cNvSpPr>
            <a:spLocks noGrp="1"/>
          </p:cNvSpPr>
          <p:nvPr>
            <p:ph type="body" sz="quarter" idx="20"/>
          </p:nvPr>
        </p:nvSpPr>
        <p:spPr>
          <a:xfrm>
            <a:off x="3768438" y="3079750"/>
            <a:ext cx="1638300" cy="285750"/>
          </a:xfrm>
        </p:spPr>
        <p:txBody>
          <a:bodyPr>
            <a:noAutofit/>
          </a:bodyPr>
          <a:lstStyle>
            <a:lvl1pPr marL="0" indent="0" algn="ctr">
              <a:buNone/>
              <a:defRPr sz="1400" b="0">
                <a:solidFill>
                  <a:srgbClr val="B0BAC1"/>
                </a:solidFill>
              </a:defRPr>
            </a:lvl1pPr>
          </a:lstStyle>
          <a:p>
            <a:pPr lvl="0"/>
            <a:r>
              <a:rPr lang="pl-PL"/>
              <a:t>Kliknij, aby edytować style wzorca tekstu</a:t>
            </a:r>
          </a:p>
        </p:txBody>
      </p:sp>
      <p:sp>
        <p:nvSpPr>
          <p:cNvPr id="50" name="Symbol zastępczy tekstu 6"/>
          <p:cNvSpPr>
            <a:spLocks noGrp="1"/>
          </p:cNvSpPr>
          <p:nvPr>
            <p:ph type="body" sz="quarter" idx="21"/>
          </p:nvPr>
        </p:nvSpPr>
        <p:spPr>
          <a:xfrm>
            <a:off x="3768438" y="3522230"/>
            <a:ext cx="1638300" cy="213591"/>
          </a:xfrm>
        </p:spPr>
        <p:txBody>
          <a:bodyPr>
            <a:noAutofit/>
          </a:bodyPr>
          <a:lstStyle>
            <a:lvl1pPr marL="0" indent="0" algn="ctr">
              <a:buNone/>
              <a:defRPr sz="1100" b="0">
                <a:solidFill>
                  <a:srgbClr val="B0BAC1"/>
                </a:solidFill>
              </a:defRPr>
            </a:lvl1pPr>
          </a:lstStyle>
          <a:p>
            <a:pPr lvl="0"/>
            <a:r>
              <a:rPr lang="pl-PL"/>
              <a:t>Kliknij, aby edytować style wzorca tekstu</a:t>
            </a:r>
          </a:p>
        </p:txBody>
      </p:sp>
      <p:sp>
        <p:nvSpPr>
          <p:cNvPr id="51" name="Symbol zastępczy tekstu 6"/>
          <p:cNvSpPr>
            <a:spLocks noGrp="1"/>
          </p:cNvSpPr>
          <p:nvPr>
            <p:ph type="body" sz="quarter" idx="22"/>
          </p:nvPr>
        </p:nvSpPr>
        <p:spPr>
          <a:xfrm>
            <a:off x="3768438" y="3771900"/>
            <a:ext cx="1638300" cy="501650"/>
          </a:xfrm>
        </p:spPr>
        <p:txBody>
          <a:bodyPr>
            <a:noAutofit/>
          </a:bodyPr>
          <a:lstStyle>
            <a:lvl1pPr marL="0" indent="0" algn="ctr">
              <a:buNone/>
              <a:defRPr sz="900" b="0">
                <a:solidFill>
                  <a:srgbClr val="242424"/>
                </a:solidFill>
              </a:defRPr>
            </a:lvl1pPr>
          </a:lstStyle>
          <a:p>
            <a:pPr lvl="0"/>
            <a:r>
              <a:rPr lang="pl-PL"/>
              <a:t>Kliknij, aby edytować style wzorca tekstu</a:t>
            </a:r>
          </a:p>
        </p:txBody>
      </p:sp>
      <p:sp>
        <p:nvSpPr>
          <p:cNvPr id="57" name="Symbol zastępczy tekstu 6"/>
          <p:cNvSpPr>
            <a:spLocks noGrp="1"/>
          </p:cNvSpPr>
          <p:nvPr>
            <p:ph type="body" sz="quarter" idx="24"/>
          </p:nvPr>
        </p:nvSpPr>
        <p:spPr>
          <a:xfrm>
            <a:off x="6806823" y="3079750"/>
            <a:ext cx="1638300" cy="285750"/>
          </a:xfrm>
        </p:spPr>
        <p:txBody>
          <a:bodyPr>
            <a:noAutofit/>
          </a:bodyPr>
          <a:lstStyle>
            <a:lvl1pPr marL="0" indent="0" algn="ctr">
              <a:buNone/>
              <a:defRPr sz="1400" b="0">
                <a:solidFill>
                  <a:srgbClr val="B0BAC1"/>
                </a:solidFill>
              </a:defRPr>
            </a:lvl1pPr>
          </a:lstStyle>
          <a:p>
            <a:pPr lvl="0"/>
            <a:r>
              <a:rPr lang="pl-PL"/>
              <a:t>Kliknij, aby edytować style wzorca tekstu</a:t>
            </a:r>
          </a:p>
        </p:txBody>
      </p:sp>
      <p:sp>
        <p:nvSpPr>
          <p:cNvPr id="58" name="Symbol zastępczy tekstu 6"/>
          <p:cNvSpPr>
            <a:spLocks noGrp="1"/>
          </p:cNvSpPr>
          <p:nvPr>
            <p:ph type="body" sz="quarter" idx="25"/>
          </p:nvPr>
        </p:nvSpPr>
        <p:spPr>
          <a:xfrm>
            <a:off x="6806823" y="3522230"/>
            <a:ext cx="1638300" cy="213591"/>
          </a:xfrm>
        </p:spPr>
        <p:txBody>
          <a:bodyPr>
            <a:noAutofit/>
          </a:bodyPr>
          <a:lstStyle>
            <a:lvl1pPr marL="0" indent="0" algn="ctr">
              <a:buNone/>
              <a:defRPr sz="1100" b="0">
                <a:solidFill>
                  <a:srgbClr val="B0BAC1"/>
                </a:solidFill>
              </a:defRPr>
            </a:lvl1pPr>
          </a:lstStyle>
          <a:p>
            <a:pPr lvl="0"/>
            <a:r>
              <a:rPr lang="pl-PL"/>
              <a:t>Kliknij, aby edytować style wzorca tekstu</a:t>
            </a:r>
          </a:p>
        </p:txBody>
      </p:sp>
      <p:sp>
        <p:nvSpPr>
          <p:cNvPr id="59" name="Symbol zastępczy tekstu 6"/>
          <p:cNvSpPr>
            <a:spLocks noGrp="1"/>
          </p:cNvSpPr>
          <p:nvPr>
            <p:ph type="body" sz="quarter" idx="26"/>
          </p:nvPr>
        </p:nvSpPr>
        <p:spPr>
          <a:xfrm>
            <a:off x="6806823" y="3771900"/>
            <a:ext cx="1638300" cy="501650"/>
          </a:xfrm>
        </p:spPr>
        <p:txBody>
          <a:bodyPr>
            <a:noAutofit/>
          </a:bodyPr>
          <a:lstStyle>
            <a:lvl1pPr marL="0" indent="0" algn="ctr">
              <a:buNone/>
              <a:defRPr sz="900" b="0">
                <a:solidFill>
                  <a:srgbClr val="242424"/>
                </a:solidFill>
              </a:defRPr>
            </a:lvl1pPr>
          </a:lstStyle>
          <a:p>
            <a:pPr lvl="0"/>
            <a:r>
              <a:rPr lang="pl-PL"/>
              <a:t>Kliknij, aby edytować style wzorca tekstu</a:t>
            </a:r>
          </a:p>
        </p:txBody>
      </p:sp>
      <p:sp>
        <p:nvSpPr>
          <p:cNvPr id="31" name="Symbol zastępczy obrazu 3"/>
          <p:cNvSpPr>
            <a:spLocks noGrp="1"/>
          </p:cNvSpPr>
          <p:nvPr>
            <p:ph type="pic" sz="quarter" idx="27"/>
          </p:nvPr>
        </p:nvSpPr>
        <p:spPr>
          <a:xfrm>
            <a:off x="6794500" y="1292224"/>
            <a:ext cx="1638300" cy="1638301"/>
          </a:xfrm>
          <a:prstGeom prst="ellipse">
            <a:avLst/>
          </a:prstGeom>
          <a:solidFill>
            <a:schemeClr val="bg1"/>
          </a:solidFill>
          <a:ln w="31750">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lvl1pPr>
              <a:defRPr lang="pl-PL" sz="1400" dirty="0">
                <a:solidFill>
                  <a:srgbClr val="B0BAC1"/>
                </a:solidFill>
              </a:defRPr>
            </a:lvl1pPr>
          </a:lstStyle>
          <a:p>
            <a:pPr lvl="0"/>
            <a:r>
              <a:rPr lang="pl-PL" noProof="0"/>
              <a:t>Kliknij ikonę, aby dodać obraz</a:t>
            </a:r>
            <a:endParaRPr lang="pl-PL" noProof="0" dirty="0"/>
          </a:p>
        </p:txBody>
      </p:sp>
      <p:sp>
        <p:nvSpPr>
          <p:cNvPr id="32" name="Symbol zastępczy obrazu 3"/>
          <p:cNvSpPr>
            <a:spLocks noGrp="1"/>
          </p:cNvSpPr>
          <p:nvPr>
            <p:ph type="pic" sz="quarter" idx="28"/>
          </p:nvPr>
        </p:nvSpPr>
        <p:spPr>
          <a:xfrm>
            <a:off x="3786182" y="1292224"/>
            <a:ext cx="1638300" cy="1638301"/>
          </a:xfrm>
          <a:prstGeom prst="ellipse">
            <a:avLst/>
          </a:prstGeom>
          <a:solidFill>
            <a:schemeClr val="bg1"/>
          </a:solidFill>
          <a:ln w="31750">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lvl1pPr marL="0" indent="0" algn="ctr" defTabSz="457200" rtl="0" eaLnBrk="1" latinLnBrk="0" hangingPunct="1">
              <a:spcBef>
                <a:spcPct val="20000"/>
              </a:spcBef>
              <a:buFont typeface="Wingdings" charset="2"/>
              <a:buNone/>
              <a:defRPr lang="pl-PL" sz="1400" b="1" kern="1200" dirty="0">
                <a:solidFill>
                  <a:srgbClr val="B0BAC1"/>
                </a:solidFill>
                <a:latin typeface="+mn-lt"/>
                <a:ea typeface="+mn-ea"/>
                <a:cs typeface="+mn-cs"/>
              </a:defRPr>
            </a:lvl1pPr>
          </a:lstStyle>
          <a:p>
            <a:pPr lvl="0"/>
            <a:r>
              <a:rPr lang="pl-PL" noProof="0"/>
              <a:t>Kliknij ikonę, aby dodać obraz</a:t>
            </a:r>
            <a:endParaRPr lang="pl-PL" noProof="0" dirty="0"/>
          </a:p>
        </p:txBody>
      </p:sp>
      <p:sp>
        <p:nvSpPr>
          <p:cNvPr id="33" name="Symbol zastępczy obrazu 3"/>
          <p:cNvSpPr>
            <a:spLocks noGrp="1"/>
          </p:cNvSpPr>
          <p:nvPr>
            <p:ph type="pic" sz="quarter" idx="29"/>
          </p:nvPr>
        </p:nvSpPr>
        <p:spPr>
          <a:xfrm>
            <a:off x="714348" y="1292224"/>
            <a:ext cx="1638300" cy="1638301"/>
          </a:xfrm>
          <a:prstGeom prst="ellipse">
            <a:avLst/>
          </a:prstGeom>
          <a:solidFill>
            <a:schemeClr val="bg1"/>
          </a:solidFill>
          <a:ln w="31750">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lvl1pPr marL="0" indent="0" algn="ctr" defTabSz="457200" rtl="0" eaLnBrk="1" latinLnBrk="0" hangingPunct="1">
              <a:buNone/>
              <a:defRPr lang="pl-PL" sz="1400" b="1" kern="1200" dirty="0">
                <a:solidFill>
                  <a:srgbClr val="B0BAC1"/>
                </a:solidFill>
                <a:latin typeface="+mn-lt"/>
                <a:ea typeface="+mn-ea"/>
                <a:cs typeface="+mn-cs"/>
              </a:defRPr>
            </a:lvl1pPr>
          </a:lstStyle>
          <a:p>
            <a:pPr lvl="0"/>
            <a:r>
              <a:rPr lang="pl-PL" noProof="0"/>
              <a:t>Kliknij ikonę, aby dodać obraz</a:t>
            </a:r>
            <a:endParaRPr lang="pl-PL" noProof="0" dirty="0"/>
          </a:p>
        </p:txBody>
      </p:sp>
      <p:sp>
        <p:nvSpPr>
          <p:cNvPr id="18" name="Symbol zastępczy tekstu 17"/>
          <p:cNvSpPr>
            <a:spLocks noGrp="1"/>
          </p:cNvSpPr>
          <p:nvPr>
            <p:ph type="body" sz="quarter" idx="30"/>
          </p:nvPr>
        </p:nvSpPr>
        <p:spPr>
          <a:xfrm>
            <a:off x="457200" y="109001"/>
            <a:ext cx="8235950" cy="692865"/>
          </a:xfrm>
        </p:spPr>
        <p:txBody>
          <a:bodyPr lIns="0" rIns="0" anchor="b">
            <a:normAutofit/>
          </a:bodyPr>
          <a:lstStyle>
            <a:lvl1pPr marL="0" indent="0">
              <a:buNone/>
              <a:defRPr lang="pl-PL" sz="2000" b="1" kern="1200" dirty="0">
                <a:solidFill>
                  <a:schemeClr val="tx1"/>
                </a:solidFill>
                <a:latin typeface="+mj-lt"/>
                <a:ea typeface="+mj-ea"/>
                <a:cs typeface="+mj-cs"/>
              </a:defRPr>
            </a:lvl1pPr>
          </a:lstStyle>
          <a:p>
            <a:pPr lvl="0"/>
            <a:r>
              <a:rPr lang="pl-PL"/>
              <a:t>Kliknij, aby edytować style wzorca tekstu</a:t>
            </a:r>
          </a:p>
        </p:txBody>
      </p:sp>
      <p:sp>
        <p:nvSpPr>
          <p:cNvPr id="17" name="Symbol zastępczy numeru slajdu 5"/>
          <p:cNvSpPr>
            <a:spLocks noGrp="1"/>
          </p:cNvSpPr>
          <p:nvPr>
            <p:ph type="sldNum" sz="quarter" idx="31"/>
          </p:nvPr>
        </p:nvSpPr>
        <p:spPr>
          <a:xfrm>
            <a:off x="457200" y="4767263"/>
            <a:ext cx="412750" cy="273050"/>
          </a:xfrm>
          <a:noFill/>
        </p:spPr>
        <p:txBody>
          <a:bodyPr/>
          <a:lstStyle>
            <a:lvl1pPr>
              <a:defRPr>
                <a:solidFill>
                  <a:schemeClr val="accent1"/>
                </a:solidFill>
              </a:defRPr>
            </a:lvl1pPr>
          </a:lstStyle>
          <a:p>
            <a:fld id="{BB735292-6F00-4480-960C-2FDCE7F3EA8B}" type="slidenum">
              <a:rPr lang="pl-PL" altLang="pl-PL">
                <a:solidFill>
                  <a:srgbClr val="26437E"/>
                </a:solidFill>
              </a:rPr>
              <a:pPr/>
              <a:t>‹#›</a:t>
            </a:fld>
            <a:endParaRPr lang="pl-PL" altLang="pl-PL">
              <a:solidFill>
                <a:srgbClr val="26437E"/>
              </a:solidFill>
            </a:endParaRPr>
          </a:p>
        </p:txBody>
      </p:sp>
    </p:spTree>
    <p:extLst>
      <p:ext uri="{BB962C8B-B14F-4D97-AF65-F5344CB8AC3E}">
        <p14:creationId xmlns:p14="http://schemas.microsoft.com/office/powerpoint/2010/main" val="132610361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am 2">
    <p:spTree>
      <p:nvGrpSpPr>
        <p:cNvPr id="1" name=""/>
        <p:cNvGrpSpPr/>
        <p:nvPr/>
      </p:nvGrpSpPr>
      <p:grpSpPr>
        <a:xfrm>
          <a:off x="0" y="0"/>
          <a:ext cx="0" cy="0"/>
          <a:chOff x="0" y="0"/>
          <a:chExt cx="0" cy="0"/>
        </a:xfrm>
      </p:grpSpPr>
      <p:pic>
        <p:nvPicPr>
          <p:cNvPr id="21" name="Obraz 5"/>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893050" y="4838700"/>
            <a:ext cx="800100" cy="12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Prostokąt 21"/>
          <p:cNvSpPr/>
          <p:nvPr userDrawn="1"/>
        </p:nvSpPr>
        <p:spPr>
          <a:xfrm flipV="1">
            <a:off x="0" y="808038"/>
            <a:ext cx="9144000" cy="46037"/>
          </a:xfrm>
          <a:prstGeom prst="rect">
            <a:avLst/>
          </a:prstGeom>
          <a:gradFill>
            <a:gsLst>
              <a:gs pos="0">
                <a:schemeClr val="tx2"/>
              </a:gs>
              <a:gs pos="100000">
                <a:schemeClr val="accent3"/>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pl-PL">
              <a:solidFill>
                <a:prstClr val="white"/>
              </a:solidFill>
            </a:endParaRPr>
          </a:p>
        </p:txBody>
      </p:sp>
      <p:sp>
        <p:nvSpPr>
          <p:cNvPr id="7" name="Symbol zastępczy tekstu 6"/>
          <p:cNvSpPr>
            <a:spLocks noGrp="1"/>
          </p:cNvSpPr>
          <p:nvPr>
            <p:ph type="body" sz="quarter" idx="16"/>
          </p:nvPr>
        </p:nvSpPr>
        <p:spPr>
          <a:xfrm>
            <a:off x="619822" y="3079750"/>
            <a:ext cx="1638300" cy="285750"/>
          </a:xfrm>
        </p:spPr>
        <p:txBody>
          <a:bodyPr>
            <a:noAutofit/>
          </a:bodyPr>
          <a:lstStyle>
            <a:lvl1pPr marL="0" indent="0" algn="ctr">
              <a:buNone/>
              <a:defRPr sz="1400" b="0" baseline="0">
                <a:solidFill>
                  <a:schemeClr val="tx2"/>
                </a:solidFill>
              </a:defRPr>
            </a:lvl1pPr>
          </a:lstStyle>
          <a:p>
            <a:pPr lvl="0"/>
            <a:r>
              <a:rPr lang="pl-PL"/>
              <a:t>Kliknij, aby edytować style wzorca tekstu</a:t>
            </a:r>
          </a:p>
        </p:txBody>
      </p:sp>
      <p:sp>
        <p:nvSpPr>
          <p:cNvPr id="12" name="Symbol zastępczy tekstu 6"/>
          <p:cNvSpPr>
            <a:spLocks noGrp="1"/>
          </p:cNvSpPr>
          <p:nvPr>
            <p:ph type="body" sz="quarter" idx="17"/>
          </p:nvPr>
        </p:nvSpPr>
        <p:spPr>
          <a:xfrm>
            <a:off x="619822" y="3522230"/>
            <a:ext cx="1638300" cy="213591"/>
          </a:xfrm>
        </p:spPr>
        <p:txBody>
          <a:bodyPr>
            <a:noAutofit/>
          </a:bodyPr>
          <a:lstStyle>
            <a:lvl1pPr marL="0" indent="0" algn="ctr">
              <a:buNone/>
              <a:defRPr sz="1100" b="0">
                <a:solidFill>
                  <a:schemeClr val="accent3"/>
                </a:solidFill>
              </a:defRPr>
            </a:lvl1pPr>
          </a:lstStyle>
          <a:p>
            <a:pPr lvl="0"/>
            <a:r>
              <a:rPr lang="pl-PL"/>
              <a:t>Kliknij, aby edytować style wzorca tekstu</a:t>
            </a:r>
          </a:p>
        </p:txBody>
      </p:sp>
      <p:sp>
        <p:nvSpPr>
          <p:cNvPr id="14" name="Symbol zastępczy tekstu 6"/>
          <p:cNvSpPr>
            <a:spLocks noGrp="1"/>
          </p:cNvSpPr>
          <p:nvPr>
            <p:ph type="body" sz="quarter" idx="18"/>
          </p:nvPr>
        </p:nvSpPr>
        <p:spPr>
          <a:xfrm>
            <a:off x="619822" y="3771900"/>
            <a:ext cx="1638300" cy="501650"/>
          </a:xfrm>
        </p:spPr>
        <p:txBody>
          <a:bodyPr>
            <a:noAutofit/>
          </a:bodyPr>
          <a:lstStyle>
            <a:lvl1pPr marL="0" indent="0" algn="ctr">
              <a:buNone/>
              <a:defRPr lang="pl-PL" sz="900" b="0" kern="1200" dirty="0">
                <a:solidFill>
                  <a:srgbClr val="242424"/>
                </a:solidFill>
                <a:latin typeface="+mn-lt"/>
                <a:ea typeface="+mn-ea"/>
                <a:cs typeface="+mn-cs"/>
              </a:defRPr>
            </a:lvl1pPr>
          </a:lstStyle>
          <a:p>
            <a:pPr lvl="0"/>
            <a:r>
              <a:rPr lang="pl-PL"/>
              <a:t>Kliknij, aby edytować style wzorca tekstu</a:t>
            </a:r>
          </a:p>
        </p:txBody>
      </p:sp>
      <p:sp>
        <p:nvSpPr>
          <p:cNvPr id="35" name="Symbol zastępczy tekstu 6"/>
          <p:cNvSpPr>
            <a:spLocks noGrp="1"/>
          </p:cNvSpPr>
          <p:nvPr>
            <p:ph type="body" sz="quarter" idx="20"/>
          </p:nvPr>
        </p:nvSpPr>
        <p:spPr>
          <a:xfrm>
            <a:off x="2675618" y="3079750"/>
            <a:ext cx="1638300" cy="285750"/>
          </a:xfrm>
        </p:spPr>
        <p:txBody>
          <a:bodyPr>
            <a:noAutofit/>
          </a:bodyPr>
          <a:lstStyle>
            <a:lvl1pPr marL="0" indent="0" algn="ctr">
              <a:buNone/>
              <a:defRPr sz="1400" b="0">
                <a:solidFill>
                  <a:srgbClr val="009DE0"/>
                </a:solidFill>
              </a:defRPr>
            </a:lvl1pPr>
          </a:lstStyle>
          <a:p>
            <a:pPr lvl="0"/>
            <a:r>
              <a:rPr lang="pl-PL"/>
              <a:t>Kliknij, aby edytować style wzorca tekstu</a:t>
            </a:r>
          </a:p>
        </p:txBody>
      </p:sp>
      <p:sp>
        <p:nvSpPr>
          <p:cNvPr id="50" name="Symbol zastępczy tekstu 6"/>
          <p:cNvSpPr>
            <a:spLocks noGrp="1"/>
          </p:cNvSpPr>
          <p:nvPr>
            <p:ph type="body" sz="quarter" idx="21"/>
          </p:nvPr>
        </p:nvSpPr>
        <p:spPr>
          <a:xfrm>
            <a:off x="2675618" y="3522230"/>
            <a:ext cx="1638300" cy="213591"/>
          </a:xfrm>
        </p:spPr>
        <p:txBody>
          <a:bodyPr>
            <a:noAutofit/>
          </a:bodyPr>
          <a:lstStyle>
            <a:lvl1pPr marL="0" indent="0" algn="ctr">
              <a:buNone/>
              <a:defRPr sz="1100" b="0">
                <a:solidFill>
                  <a:schemeClr val="accent3"/>
                </a:solidFill>
              </a:defRPr>
            </a:lvl1pPr>
          </a:lstStyle>
          <a:p>
            <a:pPr lvl="0"/>
            <a:r>
              <a:rPr lang="pl-PL"/>
              <a:t>Kliknij, aby edytować style wzorca tekstu</a:t>
            </a:r>
          </a:p>
        </p:txBody>
      </p:sp>
      <p:sp>
        <p:nvSpPr>
          <p:cNvPr id="51" name="Symbol zastępczy tekstu 6"/>
          <p:cNvSpPr>
            <a:spLocks noGrp="1"/>
          </p:cNvSpPr>
          <p:nvPr>
            <p:ph type="body" sz="quarter" idx="22"/>
          </p:nvPr>
        </p:nvSpPr>
        <p:spPr>
          <a:xfrm>
            <a:off x="2675618" y="3771900"/>
            <a:ext cx="1638300" cy="501650"/>
          </a:xfrm>
        </p:spPr>
        <p:txBody>
          <a:bodyPr>
            <a:noAutofit/>
          </a:bodyPr>
          <a:lstStyle>
            <a:lvl1pPr marL="0" indent="0" algn="ctr">
              <a:buNone/>
              <a:defRPr sz="900" b="0">
                <a:solidFill>
                  <a:srgbClr val="242424"/>
                </a:solidFill>
              </a:defRPr>
            </a:lvl1pPr>
          </a:lstStyle>
          <a:p>
            <a:pPr lvl="0"/>
            <a:r>
              <a:rPr lang="pl-PL"/>
              <a:t>Kliknij, aby edytować style wzorca tekstu</a:t>
            </a:r>
          </a:p>
        </p:txBody>
      </p:sp>
      <p:sp>
        <p:nvSpPr>
          <p:cNvPr id="57" name="Symbol zastępczy tekstu 6"/>
          <p:cNvSpPr>
            <a:spLocks noGrp="1"/>
          </p:cNvSpPr>
          <p:nvPr>
            <p:ph type="body" sz="quarter" idx="24"/>
          </p:nvPr>
        </p:nvSpPr>
        <p:spPr>
          <a:xfrm>
            <a:off x="4794819" y="3079750"/>
            <a:ext cx="1638300" cy="285750"/>
          </a:xfrm>
        </p:spPr>
        <p:txBody>
          <a:bodyPr>
            <a:noAutofit/>
          </a:bodyPr>
          <a:lstStyle>
            <a:lvl1pPr marL="0" indent="0" algn="ctr">
              <a:buNone/>
              <a:defRPr sz="1400" b="0">
                <a:solidFill>
                  <a:schemeClr val="accent2"/>
                </a:solidFill>
              </a:defRPr>
            </a:lvl1pPr>
          </a:lstStyle>
          <a:p>
            <a:pPr lvl="0"/>
            <a:r>
              <a:rPr lang="pl-PL"/>
              <a:t>Kliknij, aby edytować style wzorca tekstu</a:t>
            </a:r>
          </a:p>
        </p:txBody>
      </p:sp>
      <p:sp>
        <p:nvSpPr>
          <p:cNvPr id="58" name="Symbol zastępczy tekstu 6"/>
          <p:cNvSpPr>
            <a:spLocks noGrp="1"/>
          </p:cNvSpPr>
          <p:nvPr>
            <p:ph type="body" sz="quarter" idx="25"/>
          </p:nvPr>
        </p:nvSpPr>
        <p:spPr>
          <a:xfrm>
            <a:off x="4794819" y="3522230"/>
            <a:ext cx="1638300" cy="213591"/>
          </a:xfrm>
        </p:spPr>
        <p:txBody>
          <a:bodyPr>
            <a:noAutofit/>
          </a:bodyPr>
          <a:lstStyle>
            <a:lvl1pPr marL="0" indent="0" algn="ctr">
              <a:buNone/>
              <a:defRPr sz="1100" b="0">
                <a:solidFill>
                  <a:schemeClr val="accent3"/>
                </a:solidFill>
              </a:defRPr>
            </a:lvl1pPr>
          </a:lstStyle>
          <a:p>
            <a:pPr lvl="0"/>
            <a:r>
              <a:rPr lang="pl-PL"/>
              <a:t>Kliknij, aby edytować style wzorca tekstu</a:t>
            </a:r>
          </a:p>
        </p:txBody>
      </p:sp>
      <p:sp>
        <p:nvSpPr>
          <p:cNvPr id="59" name="Symbol zastępczy tekstu 6"/>
          <p:cNvSpPr>
            <a:spLocks noGrp="1"/>
          </p:cNvSpPr>
          <p:nvPr>
            <p:ph type="body" sz="quarter" idx="26"/>
          </p:nvPr>
        </p:nvSpPr>
        <p:spPr>
          <a:xfrm>
            <a:off x="4794819" y="3771900"/>
            <a:ext cx="1638300" cy="501650"/>
          </a:xfrm>
        </p:spPr>
        <p:txBody>
          <a:bodyPr>
            <a:noAutofit/>
          </a:bodyPr>
          <a:lstStyle>
            <a:lvl1pPr marL="0" indent="0" algn="ctr">
              <a:buNone/>
              <a:defRPr sz="900" b="0">
                <a:solidFill>
                  <a:srgbClr val="242424"/>
                </a:solidFill>
              </a:defRPr>
            </a:lvl1pPr>
          </a:lstStyle>
          <a:p>
            <a:pPr lvl="0"/>
            <a:r>
              <a:rPr lang="pl-PL"/>
              <a:t>Kliknij, aby edytować style wzorca tekstu</a:t>
            </a:r>
          </a:p>
        </p:txBody>
      </p:sp>
      <p:sp>
        <p:nvSpPr>
          <p:cNvPr id="31" name="Symbol zastępczy obrazu 3"/>
          <p:cNvSpPr>
            <a:spLocks noGrp="1"/>
          </p:cNvSpPr>
          <p:nvPr>
            <p:ph type="pic" sz="quarter" idx="27"/>
          </p:nvPr>
        </p:nvSpPr>
        <p:spPr>
          <a:xfrm>
            <a:off x="4782496" y="1292224"/>
            <a:ext cx="1638300" cy="1638301"/>
          </a:xfrm>
          <a:prstGeom prst="ellipse">
            <a:avLst/>
          </a:prstGeom>
          <a:solidFill>
            <a:schemeClr val="bg1"/>
          </a:solidFill>
          <a:ln w="31750">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lvl1pPr marL="0" indent="0" algn="ctr" defTabSz="457200" rtl="0" eaLnBrk="1" latinLnBrk="0" hangingPunct="1">
              <a:buNone/>
              <a:defRPr lang="pl-PL" sz="1400" kern="1200" dirty="0">
                <a:solidFill>
                  <a:schemeClr val="accent2"/>
                </a:solidFill>
                <a:latin typeface="+mn-lt"/>
                <a:ea typeface="+mn-ea"/>
                <a:cs typeface="+mn-cs"/>
              </a:defRPr>
            </a:lvl1pPr>
          </a:lstStyle>
          <a:p>
            <a:pPr lvl="0"/>
            <a:r>
              <a:rPr lang="pl-PL" noProof="0"/>
              <a:t>Kliknij ikonę, aby dodać obraz</a:t>
            </a:r>
            <a:endParaRPr lang="pl-PL" noProof="0" dirty="0"/>
          </a:p>
        </p:txBody>
      </p:sp>
      <p:sp>
        <p:nvSpPr>
          <p:cNvPr id="32" name="Symbol zastępczy obrazu 3"/>
          <p:cNvSpPr>
            <a:spLocks noGrp="1"/>
          </p:cNvSpPr>
          <p:nvPr>
            <p:ph type="pic" sz="quarter" idx="28"/>
          </p:nvPr>
        </p:nvSpPr>
        <p:spPr>
          <a:xfrm>
            <a:off x="2693362" y="1292224"/>
            <a:ext cx="1638300" cy="1638301"/>
          </a:xfrm>
          <a:prstGeom prst="ellipse">
            <a:avLst/>
          </a:prstGeom>
          <a:solidFill>
            <a:schemeClr val="bg1"/>
          </a:solidFill>
          <a:ln w="31750">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lvl1pPr marL="0" indent="0" algn="ctr" defTabSz="457200" rtl="0" eaLnBrk="1" latinLnBrk="0" hangingPunct="1">
              <a:buNone/>
              <a:defRPr lang="pl-PL" sz="1400" kern="1200" dirty="0">
                <a:solidFill>
                  <a:schemeClr val="tx2"/>
                </a:solidFill>
                <a:latin typeface="+mn-lt"/>
                <a:ea typeface="+mn-ea"/>
                <a:cs typeface="+mn-cs"/>
              </a:defRPr>
            </a:lvl1pPr>
          </a:lstStyle>
          <a:p>
            <a:pPr lvl="0"/>
            <a:r>
              <a:rPr lang="pl-PL" noProof="0"/>
              <a:t>Kliknij ikonę, aby dodać obraz</a:t>
            </a:r>
            <a:endParaRPr lang="pl-PL" noProof="0" dirty="0"/>
          </a:p>
        </p:txBody>
      </p:sp>
      <p:sp>
        <p:nvSpPr>
          <p:cNvPr id="33" name="Symbol zastępczy obrazu 3"/>
          <p:cNvSpPr>
            <a:spLocks noGrp="1"/>
          </p:cNvSpPr>
          <p:nvPr>
            <p:ph type="pic" sz="quarter" idx="29"/>
          </p:nvPr>
        </p:nvSpPr>
        <p:spPr>
          <a:xfrm>
            <a:off x="610270" y="1292224"/>
            <a:ext cx="1638300" cy="1638301"/>
          </a:xfrm>
          <a:prstGeom prst="ellipse">
            <a:avLst/>
          </a:prstGeom>
          <a:solidFill>
            <a:schemeClr val="bg1"/>
          </a:solidFill>
          <a:ln w="31750">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lvl1pPr marL="0" indent="0" algn="ctr" defTabSz="457200" rtl="0" eaLnBrk="1" latinLnBrk="0" hangingPunct="1">
              <a:spcBef>
                <a:spcPct val="20000"/>
              </a:spcBef>
              <a:buFont typeface="Wingdings" charset="2"/>
              <a:buNone/>
              <a:defRPr lang="pl-PL" sz="1400" b="1" kern="1200" dirty="0">
                <a:solidFill>
                  <a:schemeClr val="tx2"/>
                </a:solidFill>
                <a:latin typeface="+mn-lt"/>
                <a:ea typeface="+mn-ea"/>
                <a:cs typeface="+mn-cs"/>
              </a:defRPr>
            </a:lvl1pPr>
          </a:lstStyle>
          <a:p>
            <a:pPr lvl="0"/>
            <a:r>
              <a:rPr lang="pl-PL" noProof="0"/>
              <a:t>Kliknij ikonę, aby dodać obraz</a:t>
            </a:r>
            <a:endParaRPr lang="pl-PL" noProof="0" dirty="0"/>
          </a:p>
        </p:txBody>
      </p:sp>
      <p:sp>
        <p:nvSpPr>
          <p:cNvPr id="18" name="Symbol zastępczy tekstu 6"/>
          <p:cNvSpPr>
            <a:spLocks noGrp="1"/>
          </p:cNvSpPr>
          <p:nvPr>
            <p:ph type="body" sz="quarter" idx="31"/>
          </p:nvPr>
        </p:nvSpPr>
        <p:spPr>
          <a:xfrm>
            <a:off x="6883953" y="3079750"/>
            <a:ext cx="1638300" cy="285750"/>
          </a:xfrm>
        </p:spPr>
        <p:txBody>
          <a:bodyPr>
            <a:noAutofit/>
          </a:bodyPr>
          <a:lstStyle>
            <a:lvl1pPr marL="0" indent="0" algn="ctr">
              <a:buNone/>
              <a:defRPr sz="1400" b="0">
                <a:solidFill>
                  <a:schemeClr val="tx2"/>
                </a:solidFill>
              </a:defRPr>
            </a:lvl1pPr>
          </a:lstStyle>
          <a:p>
            <a:pPr lvl="0"/>
            <a:r>
              <a:rPr lang="pl-PL"/>
              <a:t>Kliknij, aby edytować style wzorca tekstu</a:t>
            </a:r>
          </a:p>
        </p:txBody>
      </p:sp>
      <p:sp>
        <p:nvSpPr>
          <p:cNvPr id="19" name="Symbol zastępczy tekstu 6"/>
          <p:cNvSpPr>
            <a:spLocks noGrp="1"/>
          </p:cNvSpPr>
          <p:nvPr>
            <p:ph type="body" sz="quarter" idx="32"/>
          </p:nvPr>
        </p:nvSpPr>
        <p:spPr>
          <a:xfrm>
            <a:off x="6883953" y="3522230"/>
            <a:ext cx="1638300" cy="213591"/>
          </a:xfrm>
        </p:spPr>
        <p:txBody>
          <a:bodyPr>
            <a:noAutofit/>
          </a:bodyPr>
          <a:lstStyle>
            <a:lvl1pPr marL="0" indent="0" algn="ctr">
              <a:buNone/>
              <a:defRPr sz="1100" b="0">
                <a:solidFill>
                  <a:schemeClr val="accent3"/>
                </a:solidFill>
              </a:defRPr>
            </a:lvl1pPr>
          </a:lstStyle>
          <a:p>
            <a:pPr lvl="0"/>
            <a:r>
              <a:rPr lang="pl-PL"/>
              <a:t>Kliknij, aby edytować style wzorca tekstu</a:t>
            </a:r>
          </a:p>
        </p:txBody>
      </p:sp>
      <p:sp>
        <p:nvSpPr>
          <p:cNvPr id="20" name="Symbol zastępczy tekstu 6"/>
          <p:cNvSpPr>
            <a:spLocks noGrp="1"/>
          </p:cNvSpPr>
          <p:nvPr>
            <p:ph type="body" sz="quarter" idx="33"/>
          </p:nvPr>
        </p:nvSpPr>
        <p:spPr>
          <a:xfrm>
            <a:off x="6883953" y="3771900"/>
            <a:ext cx="1638300" cy="501650"/>
          </a:xfrm>
        </p:spPr>
        <p:txBody>
          <a:bodyPr>
            <a:noAutofit/>
          </a:bodyPr>
          <a:lstStyle>
            <a:lvl1pPr marL="0" indent="0" algn="ctr">
              <a:buNone/>
              <a:defRPr sz="900" b="0">
                <a:solidFill>
                  <a:srgbClr val="242424"/>
                </a:solidFill>
              </a:defRPr>
            </a:lvl1pPr>
          </a:lstStyle>
          <a:p>
            <a:pPr lvl="0"/>
            <a:r>
              <a:rPr lang="pl-PL"/>
              <a:t>Kliknij, aby edytować style wzorca tekstu</a:t>
            </a:r>
          </a:p>
        </p:txBody>
      </p:sp>
      <p:sp>
        <p:nvSpPr>
          <p:cNvPr id="23" name="Symbol zastępczy obrazu 3"/>
          <p:cNvSpPr>
            <a:spLocks noGrp="1"/>
          </p:cNvSpPr>
          <p:nvPr>
            <p:ph type="pic" sz="quarter" idx="34"/>
          </p:nvPr>
        </p:nvSpPr>
        <p:spPr>
          <a:xfrm>
            <a:off x="6871630" y="1292224"/>
            <a:ext cx="1638300" cy="1638301"/>
          </a:xfrm>
          <a:prstGeom prst="ellipse">
            <a:avLst/>
          </a:prstGeom>
          <a:solidFill>
            <a:schemeClr val="bg1"/>
          </a:solidFill>
          <a:ln w="31750">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lvl1pPr marL="0" indent="0" algn="ctr" defTabSz="457200" rtl="0" eaLnBrk="1" latinLnBrk="0" hangingPunct="1">
              <a:spcBef>
                <a:spcPct val="20000"/>
              </a:spcBef>
              <a:buFont typeface="Wingdings" charset="2"/>
              <a:buNone/>
              <a:defRPr lang="pl-PL" sz="1400" b="1" kern="1200" dirty="0">
                <a:solidFill>
                  <a:schemeClr val="accent2"/>
                </a:solidFill>
                <a:latin typeface="+mn-lt"/>
                <a:ea typeface="+mn-ea"/>
                <a:cs typeface="+mn-cs"/>
              </a:defRPr>
            </a:lvl1pPr>
          </a:lstStyle>
          <a:p>
            <a:pPr lvl="0"/>
            <a:r>
              <a:rPr lang="pl-PL" noProof="0"/>
              <a:t>Kliknij ikonę, aby dodać obraz</a:t>
            </a:r>
            <a:endParaRPr lang="pl-PL" noProof="0" dirty="0"/>
          </a:p>
        </p:txBody>
      </p:sp>
      <p:sp>
        <p:nvSpPr>
          <p:cNvPr id="24" name="Symbol zastępczy tekstu 17"/>
          <p:cNvSpPr>
            <a:spLocks noGrp="1"/>
          </p:cNvSpPr>
          <p:nvPr>
            <p:ph type="body" sz="quarter" idx="35"/>
          </p:nvPr>
        </p:nvSpPr>
        <p:spPr>
          <a:xfrm>
            <a:off x="457200" y="109001"/>
            <a:ext cx="8235950" cy="692865"/>
          </a:xfrm>
        </p:spPr>
        <p:txBody>
          <a:bodyPr lIns="0" rIns="0" anchor="b">
            <a:normAutofit/>
          </a:bodyPr>
          <a:lstStyle>
            <a:lvl1pPr marL="0" indent="0">
              <a:buNone/>
              <a:defRPr lang="pl-PL" sz="2000" b="1" kern="1200" dirty="0">
                <a:solidFill>
                  <a:schemeClr val="tx1"/>
                </a:solidFill>
                <a:latin typeface="+mj-lt"/>
                <a:ea typeface="+mj-ea"/>
                <a:cs typeface="+mj-cs"/>
              </a:defRPr>
            </a:lvl1pPr>
          </a:lstStyle>
          <a:p>
            <a:pPr lvl="0"/>
            <a:r>
              <a:rPr lang="pl-PL"/>
              <a:t>Kliknij, aby edytować style wzorca tekstu</a:t>
            </a:r>
          </a:p>
        </p:txBody>
      </p:sp>
      <p:sp>
        <p:nvSpPr>
          <p:cNvPr id="25" name="Symbol zastępczy numeru slajdu 5"/>
          <p:cNvSpPr>
            <a:spLocks noGrp="1"/>
          </p:cNvSpPr>
          <p:nvPr>
            <p:ph type="sldNum" sz="quarter" idx="36"/>
          </p:nvPr>
        </p:nvSpPr>
        <p:spPr>
          <a:xfrm>
            <a:off x="457200" y="4767263"/>
            <a:ext cx="412750" cy="273050"/>
          </a:xfrm>
          <a:noFill/>
        </p:spPr>
        <p:txBody>
          <a:bodyPr/>
          <a:lstStyle>
            <a:lvl1pPr>
              <a:defRPr>
                <a:solidFill>
                  <a:schemeClr val="accent1"/>
                </a:solidFill>
              </a:defRPr>
            </a:lvl1pPr>
          </a:lstStyle>
          <a:p>
            <a:fld id="{DCF55782-ABF9-406C-A7F1-7A452BB90D7C}" type="slidenum">
              <a:rPr lang="pl-PL" altLang="pl-PL">
                <a:solidFill>
                  <a:srgbClr val="26437E"/>
                </a:solidFill>
              </a:rPr>
              <a:pPr/>
              <a:t>‹#›</a:t>
            </a:fld>
            <a:endParaRPr lang="pl-PL" altLang="pl-PL">
              <a:solidFill>
                <a:srgbClr val="26437E"/>
              </a:solidFill>
            </a:endParaRPr>
          </a:p>
        </p:txBody>
      </p:sp>
    </p:spTree>
    <p:extLst>
      <p:ext uri="{BB962C8B-B14F-4D97-AF65-F5344CB8AC3E}">
        <p14:creationId xmlns:p14="http://schemas.microsoft.com/office/powerpoint/2010/main" val="137538321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eam 2 grey">
    <p:spTree>
      <p:nvGrpSpPr>
        <p:cNvPr id="1" name=""/>
        <p:cNvGrpSpPr/>
        <p:nvPr/>
      </p:nvGrpSpPr>
      <p:grpSpPr>
        <a:xfrm>
          <a:off x="0" y="0"/>
          <a:ext cx="0" cy="0"/>
          <a:chOff x="0" y="0"/>
          <a:chExt cx="0" cy="0"/>
        </a:xfrm>
      </p:grpSpPr>
      <p:pic>
        <p:nvPicPr>
          <p:cNvPr id="21" name="Obraz 5"/>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893050" y="4838700"/>
            <a:ext cx="800100" cy="12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Prostokąt 21"/>
          <p:cNvSpPr/>
          <p:nvPr userDrawn="1"/>
        </p:nvSpPr>
        <p:spPr>
          <a:xfrm flipV="1">
            <a:off x="0" y="808038"/>
            <a:ext cx="9144000" cy="46037"/>
          </a:xfrm>
          <a:prstGeom prst="rect">
            <a:avLst/>
          </a:prstGeom>
          <a:gradFill>
            <a:gsLst>
              <a:gs pos="0">
                <a:schemeClr val="tx2"/>
              </a:gs>
              <a:gs pos="100000">
                <a:schemeClr val="accent3"/>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pl-PL">
              <a:solidFill>
                <a:prstClr val="white"/>
              </a:solidFill>
            </a:endParaRPr>
          </a:p>
        </p:txBody>
      </p:sp>
      <p:sp>
        <p:nvSpPr>
          <p:cNvPr id="7" name="Symbol zastępczy tekstu 6"/>
          <p:cNvSpPr>
            <a:spLocks noGrp="1"/>
          </p:cNvSpPr>
          <p:nvPr>
            <p:ph type="body" sz="quarter" idx="16"/>
          </p:nvPr>
        </p:nvSpPr>
        <p:spPr>
          <a:xfrm>
            <a:off x="619822" y="3079750"/>
            <a:ext cx="1638300" cy="285750"/>
          </a:xfrm>
        </p:spPr>
        <p:txBody>
          <a:bodyPr>
            <a:noAutofit/>
          </a:bodyPr>
          <a:lstStyle>
            <a:lvl1pPr marL="0" indent="0" algn="ctr">
              <a:buNone/>
              <a:defRPr sz="1400" b="0" baseline="0">
                <a:solidFill>
                  <a:srgbClr val="B0BAC1"/>
                </a:solidFill>
              </a:defRPr>
            </a:lvl1pPr>
          </a:lstStyle>
          <a:p>
            <a:pPr lvl="0"/>
            <a:r>
              <a:rPr lang="pl-PL"/>
              <a:t>Kliknij, aby edytować style wzorca tekstu</a:t>
            </a:r>
          </a:p>
        </p:txBody>
      </p:sp>
      <p:sp>
        <p:nvSpPr>
          <p:cNvPr id="12" name="Symbol zastępczy tekstu 6"/>
          <p:cNvSpPr>
            <a:spLocks noGrp="1"/>
          </p:cNvSpPr>
          <p:nvPr>
            <p:ph type="body" sz="quarter" idx="17"/>
          </p:nvPr>
        </p:nvSpPr>
        <p:spPr>
          <a:xfrm>
            <a:off x="619822" y="3522230"/>
            <a:ext cx="1638300" cy="213591"/>
          </a:xfrm>
        </p:spPr>
        <p:txBody>
          <a:bodyPr>
            <a:noAutofit/>
          </a:bodyPr>
          <a:lstStyle>
            <a:lvl1pPr marL="0" indent="0" algn="ctr">
              <a:buNone/>
              <a:defRPr sz="1100" b="0">
                <a:solidFill>
                  <a:srgbClr val="B0BAC1"/>
                </a:solidFill>
              </a:defRPr>
            </a:lvl1pPr>
          </a:lstStyle>
          <a:p>
            <a:pPr lvl="0"/>
            <a:r>
              <a:rPr lang="pl-PL"/>
              <a:t>Kliknij, aby edytować style wzorca tekstu</a:t>
            </a:r>
          </a:p>
        </p:txBody>
      </p:sp>
      <p:sp>
        <p:nvSpPr>
          <p:cNvPr id="14" name="Symbol zastępczy tekstu 6"/>
          <p:cNvSpPr>
            <a:spLocks noGrp="1"/>
          </p:cNvSpPr>
          <p:nvPr>
            <p:ph type="body" sz="quarter" idx="18"/>
          </p:nvPr>
        </p:nvSpPr>
        <p:spPr>
          <a:xfrm>
            <a:off x="619822" y="3771900"/>
            <a:ext cx="1638300" cy="501650"/>
          </a:xfrm>
        </p:spPr>
        <p:txBody>
          <a:bodyPr rtlCol="0">
            <a:noAutofit/>
          </a:bodyPr>
          <a:lstStyle>
            <a:lvl1pPr marL="0" indent="0" algn="ctr">
              <a:buNone/>
              <a:defRPr lang="pl-PL" sz="900" b="0" kern="1200" dirty="0">
                <a:solidFill>
                  <a:srgbClr val="242424"/>
                </a:solidFill>
                <a:latin typeface="+mn-lt"/>
                <a:ea typeface="+mn-ea"/>
                <a:cs typeface="+mn-cs"/>
              </a:defRPr>
            </a:lvl1pPr>
          </a:lstStyle>
          <a:p>
            <a:pPr lvl="0"/>
            <a:r>
              <a:rPr lang="pl-PL"/>
              <a:t>Kliknij, aby edytować style wzorca tekstu</a:t>
            </a:r>
          </a:p>
        </p:txBody>
      </p:sp>
      <p:sp>
        <p:nvSpPr>
          <p:cNvPr id="35" name="Symbol zastępczy tekstu 6"/>
          <p:cNvSpPr>
            <a:spLocks noGrp="1"/>
          </p:cNvSpPr>
          <p:nvPr>
            <p:ph type="body" sz="quarter" idx="20"/>
          </p:nvPr>
        </p:nvSpPr>
        <p:spPr>
          <a:xfrm>
            <a:off x="2675618" y="3079750"/>
            <a:ext cx="1638300" cy="285750"/>
          </a:xfrm>
        </p:spPr>
        <p:txBody>
          <a:bodyPr>
            <a:noAutofit/>
          </a:bodyPr>
          <a:lstStyle>
            <a:lvl1pPr marL="0" indent="0" algn="ctr">
              <a:buNone/>
              <a:defRPr sz="1400" b="0">
                <a:solidFill>
                  <a:srgbClr val="B0BAC1"/>
                </a:solidFill>
              </a:defRPr>
            </a:lvl1pPr>
          </a:lstStyle>
          <a:p>
            <a:pPr lvl="0"/>
            <a:r>
              <a:rPr lang="pl-PL"/>
              <a:t>Kliknij, aby edytować style wzorca tekstu</a:t>
            </a:r>
          </a:p>
        </p:txBody>
      </p:sp>
      <p:sp>
        <p:nvSpPr>
          <p:cNvPr id="50" name="Symbol zastępczy tekstu 6"/>
          <p:cNvSpPr>
            <a:spLocks noGrp="1"/>
          </p:cNvSpPr>
          <p:nvPr>
            <p:ph type="body" sz="quarter" idx="21"/>
          </p:nvPr>
        </p:nvSpPr>
        <p:spPr>
          <a:xfrm>
            <a:off x="2675618" y="3522230"/>
            <a:ext cx="1638300" cy="213591"/>
          </a:xfrm>
        </p:spPr>
        <p:txBody>
          <a:bodyPr>
            <a:noAutofit/>
          </a:bodyPr>
          <a:lstStyle>
            <a:lvl1pPr marL="0" indent="0" algn="ctr">
              <a:buNone/>
              <a:defRPr sz="1100" b="0">
                <a:solidFill>
                  <a:srgbClr val="B0BAC1"/>
                </a:solidFill>
              </a:defRPr>
            </a:lvl1pPr>
          </a:lstStyle>
          <a:p>
            <a:pPr lvl="0"/>
            <a:r>
              <a:rPr lang="pl-PL"/>
              <a:t>Kliknij, aby edytować style wzorca tekstu</a:t>
            </a:r>
          </a:p>
        </p:txBody>
      </p:sp>
      <p:sp>
        <p:nvSpPr>
          <p:cNvPr id="51" name="Symbol zastępczy tekstu 6"/>
          <p:cNvSpPr>
            <a:spLocks noGrp="1"/>
          </p:cNvSpPr>
          <p:nvPr>
            <p:ph type="body" sz="quarter" idx="22"/>
          </p:nvPr>
        </p:nvSpPr>
        <p:spPr>
          <a:xfrm>
            <a:off x="2675618" y="3771900"/>
            <a:ext cx="1638300" cy="501650"/>
          </a:xfrm>
        </p:spPr>
        <p:txBody>
          <a:bodyPr>
            <a:noAutofit/>
          </a:bodyPr>
          <a:lstStyle>
            <a:lvl1pPr marL="0" indent="0" algn="ctr">
              <a:buNone/>
              <a:defRPr sz="900" b="0">
                <a:solidFill>
                  <a:srgbClr val="242424"/>
                </a:solidFill>
              </a:defRPr>
            </a:lvl1pPr>
          </a:lstStyle>
          <a:p>
            <a:pPr lvl="0"/>
            <a:r>
              <a:rPr lang="pl-PL"/>
              <a:t>Kliknij, aby edytować style wzorca tekstu</a:t>
            </a:r>
          </a:p>
        </p:txBody>
      </p:sp>
      <p:sp>
        <p:nvSpPr>
          <p:cNvPr id="57" name="Symbol zastępczy tekstu 6"/>
          <p:cNvSpPr>
            <a:spLocks noGrp="1"/>
          </p:cNvSpPr>
          <p:nvPr>
            <p:ph type="body" sz="quarter" idx="24"/>
          </p:nvPr>
        </p:nvSpPr>
        <p:spPr>
          <a:xfrm>
            <a:off x="4794819" y="3079750"/>
            <a:ext cx="1638300" cy="285750"/>
          </a:xfrm>
        </p:spPr>
        <p:txBody>
          <a:bodyPr>
            <a:noAutofit/>
          </a:bodyPr>
          <a:lstStyle>
            <a:lvl1pPr marL="0" indent="0" algn="ctr">
              <a:buNone/>
              <a:defRPr sz="1400" b="0">
                <a:solidFill>
                  <a:srgbClr val="B0BAC1"/>
                </a:solidFill>
              </a:defRPr>
            </a:lvl1pPr>
          </a:lstStyle>
          <a:p>
            <a:pPr lvl="0"/>
            <a:r>
              <a:rPr lang="pl-PL"/>
              <a:t>Kliknij, aby edytować style wzorca tekstu</a:t>
            </a:r>
          </a:p>
        </p:txBody>
      </p:sp>
      <p:sp>
        <p:nvSpPr>
          <p:cNvPr id="58" name="Symbol zastępczy tekstu 6"/>
          <p:cNvSpPr>
            <a:spLocks noGrp="1"/>
          </p:cNvSpPr>
          <p:nvPr>
            <p:ph type="body" sz="quarter" idx="25"/>
          </p:nvPr>
        </p:nvSpPr>
        <p:spPr>
          <a:xfrm>
            <a:off x="4794819" y="3522230"/>
            <a:ext cx="1638300" cy="213591"/>
          </a:xfrm>
        </p:spPr>
        <p:txBody>
          <a:bodyPr>
            <a:noAutofit/>
          </a:bodyPr>
          <a:lstStyle>
            <a:lvl1pPr marL="0" indent="0" algn="ctr">
              <a:buNone/>
              <a:defRPr sz="1100" b="0">
                <a:solidFill>
                  <a:srgbClr val="B0BAC1"/>
                </a:solidFill>
              </a:defRPr>
            </a:lvl1pPr>
          </a:lstStyle>
          <a:p>
            <a:pPr lvl="0"/>
            <a:r>
              <a:rPr lang="pl-PL"/>
              <a:t>Kliknij, aby edytować style wzorca tekstu</a:t>
            </a:r>
          </a:p>
        </p:txBody>
      </p:sp>
      <p:sp>
        <p:nvSpPr>
          <p:cNvPr id="59" name="Symbol zastępczy tekstu 6"/>
          <p:cNvSpPr>
            <a:spLocks noGrp="1"/>
          </p:cNvSpPr>
          <p:nvPr>
            <p:ph type="body" sz="quarter" idx="26"/>
          </p:nvPr>
        </p:nvSpPr>
        <p:spPr>
          <a:xfrm>
            <a:off x="4794819" y="3771900"/>
            <a:ext cx="1638300" cy="501650"/>
          </a:xfrm>
        </p:spPr>
        <p:txBody>
          <a:bodyPr>
            <a:noAutofit/>
          </a:bodyPr>
          <a:lstStyle>
            <a:lvl1pPr marL="0" indent="0" algn="ctr">
              <a:buNone/>
              <a:defRPr sz="900" b="0">
                <a:solidFill>
                  <a:srgbClr val="242424"/>
                </a:solidFill>
              </a:defRPr>
            </a:lvl1pPr>
          </a:lstStyle>
          <a:p>
            <a:pPr lvl="0"/>
            <a:r>
              <a:rPr lang="pl-PL"/>
              <a:t>Kliknij, aby edytować style wzorca tekstu</a:t>
            </a:r>
          </a:p>
        </p:txBody>
      </p:sp>
      <p:sp>
        <p:nvSpPr>
          <p:cNvPr id="31" name="Symbol zastępczy obrazu 3"/>
          <p:cNvSpPr>
            <a:spLocks noGrp="1"/>
          </p:cNvSpPr>
          <p:nvPr>
            <p:ph type="pic" sz="quarter" idx="27"/>
          </p:nvPr>
        </p:nvSpPr>
        <p:spPr>
          <a:xfrm>
            <a:off x="4782496" y="1292224"/>
            <a:ext cx="1638300" cy="1638301"/>
          </a:xfrm>
          <a:prstGeom prst="ellipse">
            <a:avLst/>
          </a:prstGeom>
          <a:solidFill>
            <a:schemeClr val="bg1"/>
          </a:solidFill>
          <a:ln w="31750">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lvl1pPr>
              <a:defRPr lang="pl-PL" sz="1400" b="1" kern="1200" dirty="0">
                <a:solidFill>
                  <a:srgbClr val="B0BAC1"/>
                </a:solidFill>
                <a:latin typeface="+mn-lt"/>
                <a:ea typeface="+mn-ea"/>
                <a:cs typeface="+mn-cs"/>
              </a:defRPr>
            </a:lvl1pPr>
          </a:lstStyle>
          <a:p>
            <a:pPr lvl="0"/>
            <a:r>
              <a:rPr lang="pl-PL" noProof="0"/>
              <a:t>Kliknij ikonę, aby dodać obraz</a:t>
            </a:r>
            <a:endParaRPr lang="pl-PL" noProof="0" dirty="0"/>
          </a:p>
        </p:txBody>
      </p:sp>
      <p:sp>
        <p:nvSpPr>
          <p:cNvPr id="32" name="Symbol zastępczy obrazu 3"/>
          <p:cNvSpPr>
            <a:spLocks noGrp="1"/>
          </p:cNvSpPr>
          <p:nvPr>
            <p:ph type="pic" sz="quarter" idx="28"/>
          </p:nvPr>
        </p:nvSpPr>
        <p:spPr>
          <a:xfrm>
            <a:off x="2693362" y="1292224"/>
            <a:ext cx="1638300" cy="1638301"/>
          </a:xfrm>
          <a:prstGeom prst="ellipse">
            <a:avLst/>
          </a:prstGeom>
          <a:solidFill>
            <a:schemeClr val="bg1"/>
          </a:solidFill>
          <a:ln w="31750">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lvl1pPr>
              <a:defRPr lang="pl-PL" sz="1400" b="1" kern="1200" dirty="0">
                <a:solidFill>
                  <a:srgbClr val="B0BAC1"/>
                </a:solidFill>
                <a:latin typeface="+mn-lt"/>
                <a:ea typeface="+mn-ea"/>
                <a:cs typeface="+mn-cs"/>
              </a:defRPr>
            </a:lvl1pPr>
          </a:lstStyle>
          <a:p>
            <a:pPr lvl="0"/>
            <a:r>
              <a:rPr lang="pl-PL" noProof="0"/>
              <a:t>Kliknij ikonę, aby dodać obraz</a:t>
            </a:r>
            <a:endParaRPr lang="pl-PL" noProof="0" dirty="0"/>
          </a:p>
        </p:txBody>
      </p:sp>
      <p:sp>
        <p:nvSpPr>
          <p:cNvPr id="33" name="Symbol zastępczy obrazu 3"/>
          <p:cNvSpPr>
            <a:spLocks noGrp="1"/>
          </p:cNvSpPr>
          <p:nvPr>
            <p:ph type="pic" sz="quarter" idx="29"/>
          </p:nvPr>
        </p:nvSpPr>
        <p:spPr>
          <a:xfrm>
            <a:off x="610270" y="1292224"/>
            <a:ext cx="1638300" cy="1638301"/>
          </a:xfrm>
          <a:prstGeom prst="ellipse">
            <a:avLst/>
          </a:prstGeom>
          <a:solidFill>
            <a:schemeClr val="bg1"/>
          </a:solidFill>
          <a:ln w="31750">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lvl1pPr>
              <a:defRPr lang="pl-PL" sz="1400" b="1" kern="1200" dirty="0">
                <a:solidFill>
                  <a:srgbClr val="B0BAC1"/>
                </a:solidFill>
                <a:latin typeface="+mn-lt"/>
                <a:ea typeface="+mn-ea"/>
                <a:cs typeface="+mn-cs"/>
              </a:defRPr>
            </a:lvl1pPr>
          </a:lstStyle>
          <a:p>
            <a:pPr lvl="0"/>
            <a:r>
              <a:rPr lang="pl-PL" noProof="0"/>
              <a:t>Kliknij ikonę, aby dodać obraz</a:t>
            </a:r>
            <a:endParaRPr lang="pl-PL" noProof="0" dirty="0"/>
          </a:p>
        </p:txBody>
      </p:sp>
      <p:sp>
        <p:nvSpPr>
          <p:cNvPr id="18" name="Symbol zastępczy tekstu 6"/>
          <p:cNvSpPr>
            <a:spLocks noGrp="1"/>
          </p:cNvSpPr>
          <p:nvPr>
            <p:ph type="body" sz="quarter" idx="31"/>
          </p:nvPr>
        </p:nvSpPr>
        <p:spPr>
          <a:xfrm>
            <a:off x="6883953" y="3079750"/>
            <a:ext cx="1638300" cy="285750"/>
          </a:xfrm>
        </p:spPr>
        <p:txBody>
          <a:bodyPr>
            <a:noAutofit/>
          </a:bodyPr>
          <a:lstStyle>
            <a:lvl1pPr marL="0" indent="0" algn="ctr">
              <a:buNone/>
              <a:defRPr sz="1400" b="0">
                <a:solidFill>
                  <a:srgbClr val="B0BAC1"/>
                </a:solidFill>
              </a:defRPr>
            </a:lvl1pPr>
          </a:lstStyle>
          <a:p>
            <a:pPr lvl="0"/>
            <a:r>
              <a:rPr lang="pl-PL"/>
              <a:t>Kliknij, aby edytować style wzorca tekstu</a:t>
            </a:r>
          </a:p>
        </p:txBody>
      </p:sp>
      <p:sp>
        <p:nvSpPr>
          <p:cNvPr id="19" name="Symbol zastępczy tekstu 6"/>
          <p:cNvSpPr>
            <a:spLocks noGrp="1"/>
          </p:cNvSpPr>
          <p:nvPr>
            <p:ph type="body" sz="quarter" idx="32"/>
          </p:nvPr>
        </p:nvSpPr>
        <p:spPr>
          <a:xfrm>
            <a:off x="6883953" y="3522230"/>
            <a:ext cx="1638300" cy="213591"/>
          </a:xfrm>
        </p:spPr>
        <p:txBody>
          <a:bodyPr>
            <a:noAutofit/>
          </a:bodyPr>
          <a:lstStyle>
            <a:lvl1pPr marL="0" indent="0" algn="ctr">
              <a:buNone/>
              <a:defRPr sz="1100" b="0">
                <a:solidFill>
                  <a:srgbClr val="B0BAC1"/>
                </a:solidFill>
              </a:defRPr>
            </a:lvl1pPr>
          </a:lstStyle>
          <a:p>
            <a:pPr lvl="0"/>
            <a:r>
              <a:rPr lang="pl-PL"/>
              <a:t>Kliknij, aby edytować style wzorca tekstu</a:t>
            </a:r>
          </a:p>
        </p:txBody>
      </p:sp>
      <p:sp>
        <p:nvSpPr>
          <p:cNvPr id="20" name="Symbol zastępczy tekstu 6"/>
          <p:cNvSpPr>
            <a:spLocks noGrp="1"/>
          </p:cNvSpPr>
          <p:nvPr>
            <p:ph type="body" sz="quarter" idx="33"/>
          </p:nvPr>
        </p:nvSpPr>
        <p:spPr>
          <a:xfrm>
            <a:off x="6883953" y="3771900"/>
            <a:ext cx="1638300" cy="501650"/>
          </a:xfrm>
        </p:spPr>
        <p:txBody>
          <a:bodyPr>
            <a:noAutofit/>
          </a:bodyPr>
          <a:lstStyle>
            <a:lvl1pPr marL="0" indent="0" algn="ctr">
              <a:buNone/>
              <a:defRPr sz="900" b="0">
                <a:solidFill>
                  <a:srgbClr val="242424"/>
                </a:solidFill>
              </a:defRPr>
            </a:lvl1pPr>
          </a:lstStyle>
          <a:p>
            <a:pPr lvl="0"/>
            <a:r>
              <a:rPr lang="pl-PL"/>
              <a:t>Kliknij, aby edytować style wzorca tekstu</a:t>
            </a:r>
          </a:p>
        </p:txBody>
      </p:sp>
      <p:sp>
        <p:nvSpPr>
          <p:cNvPr id="23" name="Symbol zastępczy obrazu 3"/>
          <p:cNvSpPr>
            <a:spLocks noGrp="1"/>
          </p:cNvSpPr>
          <p:nvPr>
            <p:ph type="pic" sz="quarter" idx="34"/>
          </p:nvPr>
        </p:nvSpPr>
        <p:spPr>
          <a:xfrm>
            <a:off x="6871630" y="1292224"/>
            <a:ext cx="1638300" cy="1638301"/>
          </a:xfrm>
          <a:prstGeom prst="ellipse">
            <a:avLst/>
          </a:prstGeom>
          <a:solidFill>
            <a:schemeClr val="bg1"/>
          </a:solidFill>
          <a:ln w="31750">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lvl1pPr>
              <a:defRPr lang="pl-PL" sz="1400" b="1" kern="1200" dirty="0">
                <a:solidFill>
                  <a:srgbClr val="B0BAC1"/>
                </a:solidFill>
                <a:latin typeface="+mn-lt"/>
                <a:ea typeface="+mn-ea"/>
                <a:cs typeface="+mn-cs"/>
              </a:defRPr>
            </a:lvl1pPr>
          </a:lstStyle>
          <a:p>
            <a:pPr lvl="0"/>
            <a:r>
              <a:rPr lang="pl-PL" noProof="0"/>
              <a:t>Kliknij ikonę, aby dodać obraz</a:t>
            </a:r>
            <a:endParaRPr lang="pl-PL" noProof="0" dirty="0"/>
          </a:p>
        </p:txBody>
      </p:sp>
      <p:sp>
        <p:nvSpPr>
          <p:cNvPr id="24" name="Symbol zastępczy tekstu 17"/>
          <p:cNvSpPr>
            <a:spLocks noGrp="1"/>
          </p:cNvSpPr>
          <p:nvPr>
            <p:ph type="body" sz="quarter" idx="35"/>
          </p:nvPr>
        </p:nvSpPr>
        <p:spPr>
          <a:xfrm>
            <a:off x="457200" y="109001"/>
            <a:ext cx="8235950" cy="692865"/>
          </a:xfrm>
        </p:spPr>
        <p:txBody>
          <a:bodyPr lIns="0" rIns="0" anchor="b">
            <a:normAutofit/>
          </a:bodyPr>
          <a:lstStyle>
            <a:lvl1pPr marL="0" indent="0">
              <a:buNone/>
              <a:defRPr lang="pl-PL" sz="2000" b="1" kern="1200" dirty="0">
                <a:solidFill>
                  <a:schemeClr val="tx1"/>
                </a:solidFill>
                <a:latin typeface="+mj-lt"/>
                <a:ea typeface="+mj-ea"/>
                <a:cs typeface="+mj-cs"/>
              </a:defRPr>
            </a:lvl1pPr>
          </a:lstStyle>
          <a:p>
            <a:pPr lvl="0"/>
            <a:r>
              <a:rPr lang="pl-PL"/>
              <a:t>Kliknij, aby edytować style wzorca tekstu</a:t>
            </a:r>
          </a:p>
        </p:txBody>
      </p:sp>
      <p:sp>
        <p:nvSpPr>
          <p:cNvPr id="25" name="Symbol zastępczy numeru slajdu 5"/>
          <p:cNvSpPr>
            <a:spLocks noGrp="1"/>
          </p:cNvSpPr>
          <p:nvPr>
            <p:ph type="sldNum" sz="quarter" idx="36"/>
          </p:nvPr>
        </p:nvSpPr>
        <p:spPr>
          <a:xfrm>
            <a:off x="457200" y="4767263"/>
            <a:ext cx="412750" cy="273050"/>
          </a:xfrm>
          <a:noFill/>
        </p:spPr>
        <p:txBody>
          <a:bodyPr/>
          <a:lstStyle>
            <a:lvl1pPr>
              <a:defRPr>
                <a:solidFill>
                  <a:schemeClr val="accent1"/>
                </a:solidFill>
              </a:defRPr>
            </a:lvl1pPr>
          </a:lstStyle>
          <a:p>
            <a:fld id="{95C9138A-1BDF-4E92-B3AB-A3AA645BC06D}" type="slidenum">
              <a:rPr lang="pl-PL" altLang="pl-PL">
                <a:solidFill>
                  <a:srgbClr val="26437E"/>
                </a:solidFill>
              </a:rPr>
              <a:pPr/>
              <a:t>‹#›</a:t>
            </a:fld>
            <a:endParaRPr lang="pl-PL" altLang="pl-PL">
              <a:solidFill>
                <a:srgbClr val="26437E"/>
              </a:solidFill>
            </a:endParaRPr>
          </a:p>
        </p:txBody>
      </p:sp>
    </p:spTree>
    <p:extLst>
      <p:ext uri="{BB962C8B-B14F-4D97-AF65-F5344CB8AC3E}">
        <p14:creationId xmlns:p14="http://schemas.microsoft.com/office/powerpoint/2010/main" val="30170306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eam 3">
    <p:spTree>
      <p:nvGrpSpPr>
        <p:cNvPr id="1" name=""/>
        <p:cNvGrpSpPr/>
        <p:nvPr/>
      </p:nvGrpSpPr>
      <p:grpSpPr>
        <a:xfrm>
          <a:off x="0" y="0"/>
          <a:ext cx="0" cy="0"/>
          <a:chOff x="0" y="0"/>
          <a:chExt cx="0" cy="0"/>
        </a:xfrm>
      </p:grpSpPr>
      <p:pic>
        <p:nvPicPr>
          <p:cNvPr id="11" name="Obraz 5"/>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893050" y="4838700"/>
            <a:ext cx="800100" cy="12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Prostokąt 14"/>
          <p:cNvSpPr/>
          <p:nvPr userDrawn="1"/>
        </p:nvSpPr>
        <p:spPr>
          <a:xfrm flipV="1">
            <a:off x="0" y="808038"/>
            <a:ext cx="9144000" cy="46037"/>
          </a:xfrm>
          <a:prstGeom prst="rect">
            <a:avLst/>
          </a:prstGeom>
          <a:gradFill>
            <a:gsLst>
              <a:gs pos="0">
                <a:schemeClr val="tx2"/>
              </a:gs>
              <a:gs pos="100000">
                <a:schemeClr val="accent3"/>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pl-PL">
              <a:solidFill>
                <a:prstClr val="white"/>
              </a:solidFill>
            </a:endParaRPr>
          </a:p>
        </p:txBody>
      </p:sp>
      <p:sp>
        <p:nvSpPr>
          <p:cNvPr id="7" name="Symbol zastępczy tekstu 6"/>
          <p:cNvSpPr>
            <a:spLocks noGrp="1"/>
          </p:cNvSpPr>
          <p:nvPr>
            <p:ph type="body" sz="quarter" idx="16"/>
          </p:nvPr>
        </p:nvSpPr>
        <p:spPr>
          <a:xfrm>
            <a:off x="2093918" y="3079750"/>
            <a:ext cx="1638300" cy="285750"/>
          </a:xfrm>
        </p:spPr>
        <p:txBody>
          <a:bodyPr>
            <a:noAutofit/>
          </a:bodyPr>
          <a:lstStyle>
            <a:lvl1pPr marL="0" indent="0" algn="ctr">
              <a:buNone/>
              <a:defRPr sz="1400" b="0" baseline="0">
                <a:solidFill>
                  <a:schemeClr val="tx2"/>
                </a:solidFill>
              </a:defRPr>
            </a:lvl1pPr>
          </a:lstStyle>
          <a:p>
            <a:pPr lvl="0"/>
            <a:r>
              <a:rPr lang="pl-PL"/>
              <a:t>Kliknij, aby edytować style wzorca tekstu</a:t>
            </a:r>
          </a:p>
        </p:txBody>
      </p:sp>
      <p:sp>
        <p:nvSpPr>
          <p:cNvPr id="12" name="Symbol zastępczy tekstu 6"/>
          <p:cNvSpPr>
            <a:spLocks noGrp="1"/>
          </p:cNvSpPr>
          <p:nvPr>
            <p:ph type="body" sz="quarter" idx="17"/>
          </p:nvPr>
        </p:nvSpPr>
        <p:spPr>
          <a:xfrm>
            <a:off x="2093918" y="3522230"/>
            <a:ext cx="1638300" cy="213591"/>
          </a:xfrm>
        </p:spPr>
        <p:txBody>
          <a:bodyPr>
            <a:noAutofit/>
          </a:bodyPr>
          <a:lstStyle>
            <a:lvl1pPr marL="0" indent="0" algn="ctr">
              <a:buNone/>
              <a:defRPr sz="1100" b="0">
                <a:solidFill>
                  <a:schemeClr val="accent3"/>
                </a:solidFill>
              </a:defRPr>
            </a:lvl1pPr>
          </a:lstStyle>
          <a:p>
            <a:pPr lvl="0"/>
            <a:r>
              <a:rPr lang="pl-PL"/>
              <a:t>Kliknij, aby edytować style wzorca tekstu</a:t>
            </a:r>
          </a:p>
        </p:txBody>
      </p:sp>
      <p:sp>
        <p:nvSpPr>
          <p:cNvPr id="14" name="Symbol zastępczy tekstu 6"/>
          <p:cNvSpPr>
            <a:spLocks noGrp="1"/>
          </p:cNvSpPr>
          <p:nvPr>
            <p:ph type="body" sz="quarter" idx="18"/>
          </p:nvPr>
        </p:nvSpPr>
        <p:spPr>
          <a:xfrm>
            <a:off x="2093918" y="3771900"/>
            <a:ext cx="1638300" cy="501650"/>
          </a:xfrm>
        </p:spPr>
        <p:txBody>
          <a:bodyPr>
            <a:noAutofit/>
          </a:bodyPr>
          <a:lstStyle>
            <a:lvl1pPr marL="0" indent="0" algn="ctr">
              <a:buNone/>
              <a:defRPr sz="900" b="0">
                <a:solidFill>
                  <a:schemeClr val="bg2">
                    <a:lumMod val="10000"/>
                  </a:schemeClr>
                </a:solidFill>
              </a:defRPr>
            </a:lvl1pPr>
          </a:lstStyle>
          <a:p>
            <a:pPr lvl="0"/>
            <a:r>
              <a:rPr lang="pl-PL"/>
              <a:t>Kliknij, aby edytować style wzorca tekstu</a:t>
            </a:r>
          </a:p>
        </p:txBody>
      </p:sp>
      <p:sp>
        <p:nvSpPr>
          <p:cNvPr id="35" name="Symbol zastępczy tekstu 6"/>
          <p:cNvSpPr>
            <a:spLocks noGrp="1"/>
          </p:cNvSpPr>
          <p:nvPr>
            <p:ph type="body" sz="quarter" idx="20"/>
          </p:nvPr>
        </p:nvSpPr>
        <p:spPr>
          <a:xfrm>
            <a:off x="5138456" y="3079750"/>
            <a:ext cx="1638300" cy="285750"/>
          </a:xfrm>
        </p:spPr>
        <p:txBody>
          <a:bodyPr>
            <a:noAutofit/>
          </a:bodyPr>
          <a:lstStyle>
            <a:lvl1pPr marL="0" indent="0" algn="ctr">
              <a:buNone/>
              <a:defRPr sz="1400" b="0">
                <a:solidFill>
                  <a:srgbClr val="009DE0"/>
                </a:solidFill>
              </a:defRPr>
            </a:lvl1pPr>
          </a:lstStyle>
          <a:p>
            <a:pPr lvl="0"/>
            <a:r>
              <a:rPr lang="pl-PL"/>
              <a:t>Kliknij, aby edytować style wzorca tekstu</a:t>
            </a:r>
          </a:p>
        </p:txBody>
      </p:sp>
      <p:sp>
        <p:nvSpPr>
          <p:cNvPr id="50" name="Symbol zastępczy tekstu 6"/>
          <p:cNvSpPr>
            <a:spLocks noGrp="1"/>
          </p:cNvSpPr>
          <p:nvPr>
            <p:ph type="body" sz="quarter" idx="21"/>
          </p:nvPr>
        </p:nvSpPr>
        <p:spPr>
          <a:xfrm>
            <a:off x="5138456" y="3522230"/>
            <a:ext cx="1638300" cy="213591"/>
          </a:xfrm>
        </p:spPr>
        <p:txBody>
          <a:bodyPr>
            <a:noAutofit/>
          </a:bodyPr>
          <a:lstStyle>
            <a:lvl1pPr marL="0" indent="0" algn="ctr">
              <a:buNone/>
              <a:defRPr sz="1100" b="0">
                <a:solidFill>
                  <a:schemeClr val="accent3"/>
                </a:solidFill>
              </a:defRPr>
            </a:lvl1pPr>
          </a:lstStyle>
          <a:p>
            <a:pPr lvl="0"/>
            <a:r>
              <a:rPr lang="pl-PL"/>
              <a:t>Kliknij, aby edytować style wzorca tekstu</a:t>
            </a:r>
          </a:p>
        </p:txBody>
      </p:sp>
      <p:sp>
        <p:nvSpPr>
          <p:cNvPr id="51" name="Symbol zastępczy tekstu 6"/>
          <p:cNvSpPr>
            <a:spLocks noGrp="1"/>
          </p:cNvSpPr>
          <p:nvPr>
            <p:ph type="body" sz="quarter" idx="22"/>
          </p:nvPr>
        </p:nvSpPr>
        <p:spPr>
          <a:xfrm>
            <a:off x="5138456" y="3771900"/>
            <a:ext cx="1638300" cy="501650"/>
          </a:xfrm>
        </p:spPr>
        <p:txBody>
          <a:bodyPr>
            <a:noAutofit/>
          </a:bodyPr>
          <a:lstStyle>
            <a:lvl1pPr marL="0" indent="0" algn="ctr">
              <a:buNone/>
              <a:defRPr sz="900" b="0">
                <a:solidFill>
                  <a:schemeClr val="bg2">
                    <a:lumMod val="10000"/>
                  </a:schemeClr>
                </a:solidFill>
              </a:defRPr>
            </a:lvl1pPr>
          </a:lstStyle>
          <a:p>
            <a:pPr lvl="0"/>
            <a:r>
              <a:rPr lang="pl-PL"/>
              <a:t>Kliknij, aby edytować style wzorca tekstu</a:t>
            </a:r>
          </a:p>
        </p:txBody>
      </p:sp>
      <p:sp>
        <p:nvSpPr>
          <p:cNvPr id="32" name="Symbol zastępczy obrazu 3"/>
          <p:cNvSpPr>
            <a:spLocks noGrp="1"/>
          </p:cNvSpPr>
          <p:nvPr>
            <p:ph type="pic" sz="quarter" idx="28"/>
          </p:nvPr>
        </p:nvSpPr>
        <p:spPr>
          <a:xfrm>
            <a:off x="5156200" y="1292224"/>
            <a:ext cx="1638300" cy="1638301"/>
          </a:xfrm>
          <a:prstGeom prst="ellipse">
            <a:avLst/>
          </a:prstGeom>
          <a:solidFill>
            <a:schemeClr val="bg1"/>
          </a:solidFill>
          <a:ln w="31750">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lvl1pPr marL="0" indent="0" algn="ctr" defTabSz="457200" rtl="0" eaLnBrk="1" latinLnBrk="0" hangingPunct="1">
              <a:buNone/>
              <a:defRPr lang="pl-PL" sz="1400" kern="1200" dirty="0">
                <a:solidFill>
                  <a:schemeClr val="tx2"/>
                </a:solidFill>
                <a:latin typeface="+mn-lt"/>
                <a:ea typeface="+mn-ea"/>
                <a:cs typeface="+mn-cs"/>
              </a:defRPr>
            </a:lvl1pPr>
          </a:lstStyle>
          <a:p>
            <a:pPr lvl="0"/>
            <a:r>
              <a:rPr lang="pl-PL" noProof="0"/>
              <a:t>Kliknij ikonę, aby dodać obraz</a:t>
            </a:r>
            <a:endParaRPr lang="pl-PL" noProof="0" dirty="0"/>
          </a:p>
        </p:txBody>
      </p:sp>
      <p:sp>
        <p:nvSpPr>
          <p:cNvPr id="33" name="Symbol zastępczy obrazu 3"/>
          <p:cNvSpPr>
            <a:spLocks noGrp="1"/>
          </p:cNvSpPr>
          <p:nvPr>
            <p:ph type="pic" sz="quarter" idx="29"/>
          </p:nvPr>
        </p:nvSpPr>
        <p:spPr>
          <a:xfrm>
            <a:off x="2084366" y="1292224"/>
            <a:ext cx="1638300" cy="1638301"/>
          </a:xfrm>
          <a:prstGeom prst="ellipse">
            <a:avLst/>
          </a:prstGeom>
          <a:solidFill>
            <a:schemeClr val="bg1"/>
          </a:solidFill>
          <a:ln w="31750">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lvl1pPr marL="0" indent="0" algn="ctr" defTabSz="457200" rtl="0" eaLnBrk="1" latinLnBrk="0" hangingPunct="1">
              <a:spcBef>
                <a:spcPct val="20000"/>
              </a:spcBef>
              <a:buFont typeface="Wingdings" charset="2"/>
              <a:buNone/>
              <a:defRPr lang="pl-PL" sz="1400" b="1" kern="1200" dirty="0">
                <a:solidFill>
                  <a:schemeClr val="tx2"/>
                </a:solidFill>
                <a:latin typeface="+mn-lt"/>
                <a:ea typeface="+mn-ea"/>
                <a:cs typeface="+mn-cs"/>
              </a:defRPr>
            </a:lvl1pPr>
          </a:lstStyle>
          <a:p>
            <a:pPr lvl="0"/>
            <a:r>
              <a:rPr lang="pl-PL" noProof="0"/>
              <a:t>Kliknij ikonę, aby dodać obraz</a:t>
            </a:r>
            <a:endParaRPr lang="pl-PL" noProof="0" dirty="0"/>
          </a:p>
        </p:txBody>
      </p:sp>
      <p:sp>
        <p:nvSpPr>
          <p:cNvPr id="13" name="Symbol zastępczy tekstu 17"/>
          <p:cNvSpPr>
            <a:spLocks noGrp="1"/>
          </p:cNvSpPr>
          <p:nvPr>
            <p:ph type="body" sz="quarter" idx="25"/>
          </p:nvPr>
        </p:nvSpPr>
        <p:spPr>
          <a:xfrm>
            <a:off x="457200" y="109001"/>
            <a:ext cx="8235950" cy="692865"/>
          </a:xfrm>
        </p:spPr>
        <p:txBody>
          <a:bodyPr lIns="0" rIns="0" anchor="b">
            <a:normAutofit/>
          </a:bodyPr>
          <a:lstStyle>
            <a:lvl1pPr marL="0" indent="0">
              <a:buNone/>
              <a:defRPr lang="pl-PL" sz="2000" b="1" kern="1200" dirty="0">
                <a:solidFill>
                  <a:schemeClr val="tx1"/>
                </a:solidFill>
                <a:latin typeface="+mj-lt"/>
                <a:ea typeface="+mj-ea"/>
                <a:cs typeface="+mj-cs"/>
              </a:defRPr>
            </a:lvl1pPr>
          </a:lstStyle>
          <a:p>
            <a:pPr lvl="0"/>
            <a:r>
              <a:rPr lang="pl-PL"/>
              <a:t>Kliknij, aby edytować style wzorca tekstu</a:t>
            </a:r>
          </a:p>
        </p:txBody>
      </p:sp>
      <p:sp>
        <p:nvSpPr>
          <p:cNvPr id="16" name="Symbol zastępczy numeru slajdu 5"/>
          <p:cNvSpPr>
            <a:spLocks noGrp="1"/>
          </p:cNvSpPr>
          <p:nvPr>
            <p:ph type="sldNum" sz="quarter" idx="30"/>
          </p:nvPr>
        </p:nvSpPr>
        <p:spPr>
          <a:xfrm>
            <a:off x="457200" y="4767263"/>
            <a:ext cx="412750" cy="273050"/>
          </a:xfrm>
          <a:noFill/>
        </p:spPr>
        <p:txBody>
          <a:bodyPr/>
          <a:lstStyle>
            <a:lvl1pPr>
              <a:defRPr>
                <a:solidFill>
                  <a:schemeClr val="accent1"/>
                </a:solidFill>
              </a:defRPr>
            </a:lvl1pPr>
          </a:lstStyle>
          <a:p>
            <a:fld id="{FAA086B0-E499-47A1-8BEE-8F9CBFF7919A}" type="slidenum">
              <a:rPr lang="pl-PL" altLang="pl-PL">
                <a:solidFill>
                  <a:srgbClr val="26437E"/>
                </a:solidFill>
              </a:rPr>
              <a:pPr/>
              <a:t>‹#›</a:t>
            </a:fld>
            <a:endParaRPr lang="pl-PL" altLang="pl-PL">
              <a:solidFill>
                <a:srgbClr val="26437E"/>
              </a:solidFill>
            </a:endParaRPr>
          </a:p>
        </p:txBody>
      </p:sp>
    </p:spTree>
    <p:extLst>
      <p:ext uri="{BB962C8B-B14F-4D97-AF65-F5344CB8AC3E}">
        <p14:creationId xmlns:p14="http://schemas.microsoft.com/office/powerpoint/2010/main" val="127367711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eam 3 grey">
    <p:spTree>
      <p:nvGrpSpPr>
        <p:cNvPr id="1" name=""/>
        <p:cNvGrpSpPr/>
        <p:nvPr/>
      </p:nvGrpSpPr>
      <p:grpSpPr>
        <a:xfrm>
          <a:off x="0" y="0"/>
          <a:ext cx="0" cy="0"/>
          <a:chOff x="0" y="0"/>
          <a:chExt cx="0" cy="0"/>
        </a:xfrm>
      </p:grpSpPr>
      <p:pic>
        <p:nvPicPr>
          <p:cNvPr id="11" name="Obraz 5"/>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893050" y="4838700"/>
            <a:ext cx="800100" cy="12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Prostokąt 14"/>
          <p:cNvSpPr/>
          <p:nvPr userDrawn="1"/>
        </p:nvSpPr>
        <p:spPr>
          <a:xfrm flipV="1">
            <a:off x="0" y="808038"/>
            <a:ext cx="9144000" cy="46037"/>
          </a:xfrm>
          <a:prstGeom prst="rect">
            <a:avLst/>
          </a:prstGeom>
          <a:gradFill>
            <a:gsLst>
              <a:gs pos="0">
                <a:schemeClr val="tx2"/>
              </a:gs>
              <a:gs pos="100000">
                <a:schemeClr val="accent3"/>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pl-PL">
              <a:solidFill>
                <a:prstClr val="white"/>
              </a:solidFill>
            </a:endParaRPr>
          </a:p>
        </p:txBody>
      </p:sp>
      <p:sp>
        <p:nvSpPr>
          <p:cNvPr id="7" name="Symbol zastępczy tekstu 6"/>
          <p:cNvSpPr>
            <a:spLocks noGrp="1"/>
          </p:cNvSpPr>
          <p:nvPr>
            <p:ph type="body" sz="quarter" idx="16"/>
          </p:nvPr>
        </p:nvSpPr>
        <p:spPr>
          <a:xfrm>
            <a:off x="2093918" y="3079750"/>
            <a:ext cx="1638300" cy="285750"/>
          </a:xfrm>
        </p:spPr>
        <p:txBody>
          <a:bodyPr>
            <a:noAutofit/>
          </a:bodyPr>
          <a:lstStyle>
            <a:lvl1pPr marL="0" indent="0" algn="ctr">
              <a:buNone/>
              <a:defRPr lang="pl-PL" sz="1400" b="0" kern="1200" dirty="0">
                <a:solidFill>
                  <a:srgbClr val="B0BAC1"/>
                </a:solidFill>
                <a:latin typeface="+mn-lt"/>
                <a:ea typeface="+mn-ea"/>
                <a:cs typeface="+mn-cs"/>
              </a:defRPr>
            </a:lvl1pPr>
          </a:lstStyle>
          <a:p>
            <a:pPr lvl="0"/>
            <a:r>
              <a:rPr lang="pl-PL"/>
              <a:t>Kliknij, aby edytować style wzorca tekstu</a:t>
            </a:r>
          </a:p>
        </p:txBody>
      </p:sp>
      <p:sp>
        <p:nvSpPr>
          <p:cNvPr id="12" name="Symbol zastępczy tekstu 6"/>
          <p:cNvSpPr>
            <a:spLocks noGrp="1"/>
          </p:cNvSpPr>
          <p:nvPr>
            <p:ph type="body" sz="quarter" idx="17"/>
          </p:nvPr>
        </p:nvSpPr>
        <p:spPr>
          <a:xfrm>
            <a:off x="2093918" y="3522230"/>
            <a:ext cx="1638300" cy="213591"/>
          </a:xfrm>
        </p:spPr>
        <p:txBody>
          <a:bodyPr>
            <a:noAutofit/>
          </a:bodyPr>
          <a:lstStyle>
            <a:lvl1pPr marL="0" indent="0" algn="ctr">
              <a:buNone/>
              <a:defRPr lang="pl-PL" sz="1100" b="0" kern="1200" dirty="0" smtClean="0">
                <a:solidFill>
                  <a:srgbClr val="B0BAC1"/>
                </a:solidFill>
                <a:latin typeface="+mn-lt"/>
                <a:ea typeface="+mn-ea"/>
                <a:cs typeface="+mn-cs"/>
              </a:defRPr>
            </a:lvl1pPr>
          </a:lstStyle>
          <a:p>
            <a:pPr lvl="0"/>
            <a:r>
              <a:rPr lang="pl-PL"/>
              <a:t>Kliknij, aby edytować style wzorca tekstu</a:t>
            </a:r>
          </a:p>
        </p:txBody>
      </p:sp>
      <p:sp>
        <p:nvSpPr>
          <p:cNvPr id="14" name="Symbol zastępczy tekstu 6"/>
          <p:cNvSpPr>
            <a:spLocks noGrp="1"/>
          </p:cNvSpPr>
          <p:nvPr>
            <p:ph type="body" sz="quarter" idx="18"/>
          </p:nvPr>
        </p:nvSpPr>
        <p:spPr>
          <a:xfrm>
            <a:off x="2093918" y="3771900"/>
            <a:ext cx="1638300" cy="501650"/>
          </a:xfrm>
        </p:spPr>
        <p:txBody>
          <a:bodyPr>
            <a:noAutofit/>
          </a:bodyPr>
          <a:lstStyle>
            <a:lvl1pPr marL="0" indent="0" algn="ctr">
              <a:buNone/>
              <a:defRPr lang="pl-PL" sz="900" b="0" kern="1200" dirty="0">
                <a:solidFill>
                  <a:srgbClr val="242424"/>
                </a:solidFill>
                <a:latin typeface="+mn-lt"/>
                <a:ea typeface="+mn-ea"/>
                <a:cs typeface="+mn-cs"/>
              </a:defRPr>
            </a:lvl1pPr>
          </a:lstStyle>
          <a:p>
            <a:pPr lvl="0"/>
            <a:r>
              <a:rPr lang="pl-PL"/>
              <a:t>Kliknij, aby edytować style wzorca tekstu</a:t>
            </a:r>
          </a:p>
        </p:txBody>
      </p:sp>
      <p:sp>
        <p:nvSpPr>
          <p:cNvPr id="35" name="Symbol zastępczy tekstu 6"/>
          <p:cNvSpPr>
            <a:spLocks noGrp="1"/>
          </p:cNvSpPr>
          <p:nvPr>
            <p:ph type="body" sz="quarter" idx="20"/>
          </p:nvPr>
        </p:nvSpPr>
        <p:spPr>
          <a:xfrm>
            <a:off x="5138456" y="3079750"/>
            <a:ext cx="1638300" cy="285750"/>
          </a:xfrm>
        </p:spPr>
        <p:txBody>
          <a:bodyPr>
            <a:noAutofit/>
          </a:bodyPr>
          <a:lstStyle>
            <a:lvl1pPr marL="0" indent="0" algn="ctr">
              <a:buNone/>
              <a:defRPr sz="1400" b="0">
                <a:solidFill>
                  <a:srgbClr val="B0BAC1"/>
                </a:solidFill>
              </a:defRPr>
            </a:lvl1pPr>
          </a:lstStyle>
          <a:p>
            <a:pPr lvl="0"/>
            <a:r>
              <a:rPr lang="pl-PL"/>
              <a:t>Kliknij, aby edytować style wzorca tekstu</a:t>
            </a:r>
          </a:p>
        </p:txBody>
      </p:sp>
      <p:sp>
        <p:nvSpPr>
          <p:cNvPr id="50" name="Symbol zastępczy tekstu 6"/>
          <p:cNvSpPr>
            <a:spLocks noGrp="1"/>
          </p:cNvSpPr>
          <p:nvPr>
            <p:ph type="body" sz="quarter" idx="21"/>
          </p:nvPr>
        </p:nvSpPr>
        <p:spPr>
          <a:xfrm>
            <a:off x="5138456" y="3522230"/>
            <a:ext cx="1638300" cy="213591"/>
          </a:xfrm>
        </p:spPr>
        <p:txBody>
          <a:bodyPr>
            <a:noAutofit/>
          </a:bodyPr>
          <a:lstStyle>
            <a:lvl1pPr marL="0" indent="0" algn="ctr">
              <a:buNone/>
              <a:defRPr sz="1100" b="0">
                <a:solidFill>
                  <a:srgbClr val="B0BAC1"/>
                </a:solidFill>
              </a:defRPr>
            </a:lvl1pPr>
          </a:lstStyle>
          <a:p>
            <a:pPr lvl="0"/>
            <a:r>
              <a:rPr lang="pl-PL"/>
              <a:t>Kliknij, aby edytować style wzorca tekstu</a:t>
            </a:r>
          </a:p>
        </p:txBody>
      </p:sp>
      <p:sp>
        <p:nvSpPr>
          <p:cNvPr id="51" name="Symbol zastępczy tekstu 6"/>
          <p:cNvSpPr>
            <a:spLocks noGrp="1"/>
          </p:cNvSpPr>
          <p:nvPr>
            <p:ph type="body" sz="quarter" idx="22"/>
          </p:nvPr>
        </p:nvSpPr>
        <p:spPr>
          <a:xfrm>
            <a:off x="5138456" y="3771900"/>
            <a:ext cx="1638300" cy="501650"/>
          </a:xfrm>
        </p:spPr>
        <p:txBody>
          <a:bodyPr>
            <a:noAutofit/>
          </a:bodyPr>
          <a:lstStyle>
            <a:lvl1pPr marL="0" indent="0" algn="ctr">
              <a:buNone/>
              <a:defRPr sz="900" b="0">
                <a:solidFill>
                  <a:srgbClr val="242424"/>
                </a:solidFill>
              </a:defRPr>
            </a:lvl1pPr>
          </a:lstStyle>
          <a:p>
            <a:pPr lvl="0"/>
            <a:r>
              <a:rPr lang="pl-PL"/>
              <a:t>Kliknij, aby edytować style wzorca tekstu</a:t>
            </a:r>
          </a:p>
        </p:txBody>
      </p:sp>
      <p:sp>
        <p:nvSpPr>
          <p:cNvPr id="32" name="Symbol zastępczy obrazu 3"/>
          <p:cNvSpPr>
            <a:spLocks noGrp="1"/>
          </p:cNvSpPr>
          <p:nvPr>
            <p:ph type="pic" sz="quarter" idx="28"/>
          </p:nvPr>
        </p:nvSpPr>
        <p:spPr>
          <a:xfrm>
            <a:off x="5156200" y="1292224"/>
            <a:ext cx="1638300" cy="1638301"/>
          </a:xfrm>
          <a:prstGeom prst="ellipse">
            <a:avLst/>
          </a:prstGeom>
          <a:solidFill>
            <a:schemeClr val="bg1"/>
          </a:solidFill>
          <a:ln w="31750">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lvl1pPr>
              <a:defRPr lang="pl-PL" sz="1400" b="1" kern="1200" dirty="0">
                <a:solidFill>
                  <a:srgbClr val="B0BAC1"/>
                </a:solidFill>
                <a:latin typeface="+mn-lt"/>
                <a:ea typeface="+mn-ea"/>
                <a:cs typeface="+mn-cs"/>
              </a:defRPr>
            </a:lvl1pPr>
          </a:lstStyle>
          <a:p>
            <a:pPr lvl="0"/>
            <a:r>
              <a:rPr lang="pl-PL" noProof="0"/>
              <a:t>Kliknij ikonę, aby dodać obraz</a:t>
            </a:r>
            <a:endParaRPr lang="pl-PL" noProof="0" dirty="0"/>
          </a:p>
        </p:txBody>
      </p:sp>
      <p:sp>
        <p:nvSpPr>
          <p:cNvPr id="33" name="Symbol zastępczy obrazu 3"/>
          <p:cNvSpPr>
            <a:spLocks noGrp="1"/>
          </p:cNvSpPr>
          <p:nvPr>
            <p:ph type="pic" sz="quarter" idx="29"/>
          </p:nvPr>
        </p:nvSpPr>
        <p:spPr>
          <a:xfrm>
            <a:off x="2084366" y="1292224"/>
            <a:ext cx="1638300" cy="1638301"/>
          </a:xfrm>
          <a:prstGeom prst="ellipse">
            <a:avLst/>
          </a:prstGeom>
          <a:solidFill>
            <a:schemeClr val="bg1"/>
          </a:solidFill>
          <a:ln w="31750">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lvl1pPr>
              <a:defRPr lang="pl-PL" sz="1400" b="1" kern="1200" dirty="0">
                <a:solidFill>
                  <a:srgbClr val="B0BAC1"/>
                </a:solidFill>
                <a:latin typeface="+mn-lt"/>
                <a:ea typeface="+mn-ea"/>
                <a:cs typeface="+mn-cs"/>
              </a:defRPr>
            </a:lvl1pPr>
          </a:lstStyle>
          <a:p>
            <a:pPr lvl="0"/>
            <a:r>
              <a:rPr lang="pl-PL" noProof="0"/>
              <a:t>Kliknij ikonę, aby dodać obraz</a:t>
            </a:r>
            <a:endParaRPr lang="pl-PL" noProof="0" dirty="0"/>
          </a:p>
        </p:txBody>
      </p:sp>
      <p:sp>
        <p:nvSpPr>
          <p:cNvPr id="13" name="Symbol zastępczy tekstu 17"/>
          <p:cNvSpPr>
            <a:spLocks noGrp="1"/>
          </p:cNvSpPr>
          <p:nvPr>
            <p:ph type="body" sz="quarter" idx="25"/>
          </p:nvPr>
        </p:nvSpPr>
        <p:spPr>
          <a:xfrm>
            <a:off x="457200" y="109001"/>
            <a:ext cx="8235950" cy="692865"/>
          </a:xfrm>
        </p:spPr>
        <p:txBody>
          <a:bodyPr lIns="0" rIns="0" anchor="b">
            <a:normAutofit/>
          </a:bodyPr>
          <a:lstStyle>
            <a:lvl1pPr marL="0" indent="0">
              <a:buNone/>
              <a:defRPr lang="pl-PL" sz="2000" b="1" kern="1200" dirty="0">
                <a:solidFill>
                  <a:schemeClr val="tx1"/>
                </a:solidFill>
                <a:latin typeface="+mj-lt"/>
                <a:ea typeface="+mj-ea"/>
                <a:cs typeface="+mj-cs"/>
              </a:defRPr>
            </a:lvl1pPr>
          </a:lstStyle>
          <a:p>
            <a:pPr lvl="0"/>
            <a:r>
              <a:rPr lang="pl-PL"/>
              <a:t>Kliknij, aby edytować style wzorca tekstu</a:t>
            </a:r>
          </a:p>
        </p:txBody>
      </p:sp>
      <p:sp>
        <p:nvSpPr>
          <p:cNvPr id="16" name="Symbol zastępczy numeru slajdu 5"/>
          <p:cNvSpPr>
            <a:spLocks noGrp="1"/>
          </p:cNvSpPr>
          <p:nvPr>
            <p:ph type="sldNum" sz="quarter" idx="30"/>
          </p:nvPr>
        </p:nvSpPr>
        <p:spPr>
          <a:xfrm>
            <a:off x="457200" y="4767263"/>
            <a:ext cx="412750" cy="273050"/>
          </a:xfrm>
          <a:noFill/>
        </p:spPr>
        <p:txBody>
          <a:bodyPr/>
          <a:lstStyle>
            <a:lvl1pPr>
              <a:defRPr>
                <a:solidFill>
                  <a:schemeClr val="accent1"/>
                </a:solidFill>
              </a:defRPr>
            </a:lvl1pPr>
          </a:lstStyle>
          <a:p>
            <a:fld id="{3C88DBA9-E3EC-46EF-9F1E-6B0AD0D98501}" type="slidenum">
              <a:rPr lang="pl-PL" altLang="pl-PL">
                <a:solidFill>
                  <a:srgbClr val="26437E"/>
                </a:solidFill>
              </a:rPr>
              <a:pPr/>
              <a:t>‹#›</a:t>
            </a:fld>
            <a:endParaRPr lang="pl-PL" altLang="pl-PL">
              <a:solidFill>
                <a:srgbClr val="26437E"/>
              </a:solidFill>
            </a:endParaRPr>
          </a:p>
        </p:txBody>
      </p:sp>
    </p:spTree>
    <p:extLst>
      <p:ext uri="{BB962C8B-B14F-4D97-AF65-F5344CB8AC3E}">
        <p14:creationId xmlns:p14="http://schemas.microsoft.com/office/powerpoint/2010/main" val="382751634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World Map">
    <p:spTree>
      <p:nvGrpSpPr>
        <p:cNvPr id="1" name=""/>
        <p:cNvGrpSpPr/>
        <p:nvPr/>
      </p:nvGrpSpPr>
      <p:grpSpPr>
        <a:xfrm>
          <a:off x="0" y="0"/>
          <a:ext cx="0" cy="0"/>
          <a:chOff x="0" y="0"/>
          <a:chExt cx="0" cy="0"/>
        </a:xfrm>
      </p:grpSpPr>
      <p:pic>
        <p:nvPicPr>
          <p:cNvPr id="11" name="Obraz 5" descr="mapa.jpg"/>
          <p:cNvPicPr>
            <a:picLocks noChangeAspect="1"/>
          </p:cNvPicPr>
          <p:nvPr userDrawn="1"/>
        </p:nvPicPr>
        <p:blipFill>
          <a:blip r:embed="rId2">
            <a:extLst>
              <a:ext uri="{28A0092B-C50C-407E-A947-70E740481C1C}">
                <a14:useLocalDpi xmlns:a14="http://schemas.microsoft.com/office/drawing/2010/main" val="0"/>
              </a:ext>
            </a:extLst>
          </a:blip>
          <a:srcRect l="3973" t="12952" b="5927"/>
          <a:stretch>
            <a:fillRect/>
          </a:stretch>
        </p:blipFill>
        <p:spPr bwMode="auto">
          <a:xfrm>
            <a:off x="0" y="930275"/>
            <a:ext cx="8780463" cy="417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Owal 3"/>
          <p:cNvSpPr/>
          <p:nvPr userDrawn="1"/>
        </p:nvSpPr>
        <p:spPr>
          <a:xfrm>
            <a:off x="1344613" y="1384300"/>
            <a:ext cx="1339850" cy="1339850"/>
          </a:xfrm>
          <a:prstGeom prst="ellipse">
            <a:avLst/>
          </a:prstGeom>
          <a:solidFill>
            <a:schemeClr val="accent3">
              <a:alpha val="9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pl-PL">
              <a:solidFill>
                <a:prstClr val="white"/>
              </a:solidFill>
            </a:endParaRPr>
          </a:p>
        </p:txBody>
      </p:sp>
      <p:sp>
        <p:nvSpPr>
          <p:cNvPr id="13" name="Owal 28"/>
          <p:cNvSpPr/>
          <p:nvPr userDrawn="1"/>
        </p:nvSpPr>
        <p:spPr>
          <a:xfrm>
            <a:off x="6716713" y="1244600"/>
            <a:ext cx="1338262" cy="1339850"/>
          </a:xfrm>
          <a:prstGeom prst="ellipse">
            <a:avLst/>
          </a:prstGeom>
          <a:solidFill>
            <a:schemeClr val="accent3">
              <a:alpha val="9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pl-PL">
              <a:solidFill>
                <a:prstClr val="white"/>
              </a:solidFill>
            </a:endParaRPr>
          </a:p>
        </p:txBody>
      </p:sp>
      <p:sp>
        <p:nvSpPr>
          <p:cNvPr id="14" name="Owal 31"/>
          <p:cNvSpPr/>
          <p:nvPr userDrawn="1"/>
        </p:nvSpPr>
        <p:spPr>
          <a:xfrm>
            <a:off x="4489450" y="1066800"/>
            <a:ext cx="1339850" cy="1339850"/>
          </a:xfrm>
          <a:prstGeom prst="ellipse">
            <a:avLst/>
          </a:prstGeom>
          <a:solidFill>
            <a:schemeClr val="accent4">
              <a:alpha val="9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pl-PL">
              <a:solidFill>
                <a:prstClr val="white"/>
              </a:solidFill>
            </a:endParaRPr>
          </a:p>
        </p:txBody>
      </p:sp>
      <p:sp>
        <p:nvSpPr>
          <p:cNvPr id="15" name="Owal 34"/>
          <p:cNvSpPr/>
          <p:nvPr userDrawn="1"/>
        </p:nvSpPr>
        <p:spPr>
          <a:xfrm>
            <a:off x="5080000" y="3016250"/>
            <a:ext cx="1339850" cy="1339850"/>
          </a:xfrm>
          <a:prstGeom prst="ellipse">
            <a:avLst/>
          </a:prstGeom>
          <a:solidFill>
            <a:schemeClr val="tx2">
              <a:alpha val="9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pl-PL">
              <a:solidFill>
                <a:prstClr val="white"/>
              </a:solidFill>
            </a:endParaRPr>
          </a:p>
        </p:txBody>
      </p:sp>
      <p:pic>
        <p:nvPicPr>
          <p:cNvPr id="16" name="Obraz 12"/>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893050" y="4838700"/>
            <a:ext cx="800100" cy="12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Prostokąt 16"/>
          <p:cNvSpPr/>
          <p:nvPr userDrawn="1"/>
        </p:nvSpPr>
        <p:spPr>
          <a:xfrm flipV="1">
            <a:off x="0" y="808038"/>
            <a:ext cx="9144000" cy="46037"/>
          </a:xfrm>
          <a:prstGeom prst="rect">
            <a:avLst/>
          </a:prstGeom>
          <a:gradFill>
            <a:gsLst>
              <a:gs pos="0">
                <a:schemeClr val="tx2"/>
              </a:gs>
              <a:gs pos="100000">
                <a:schemeClr val="accent3"/>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pl-PL">
              <a:solidFill>
                <a:prstClr val="white"/>
              </a:solidFill>
            </a:endParaRPr>
          </a:p>
        </p:txBody>
      </p:sp>
      <p:sp>
        <p:nvSpPr>
          <p:cNvPr id="7" name="Symbol zastępczy tekstu 6"/>
          <p:cNvSpPr>
            <a:spLocks noGrp="1"/>
          </p:cNvSpPr>
          <p:nvPr>
            <p:ph type="body" sz="quarter" idx="15"/>
          </p:nvPr>
        </p:nvSpPr>
        <p:spPr>
          <a:xfrm>
            <a:off x="1344613" y="1606734"/>
            <a:ext cx="1339850" cy="461962"/>
          </a:xfrm>
        </p:spPr>
        <p:txBody>
          <a:bodyPr anchor="b">
            <a:noAutofit/>
          </a:bodyPr>
          <a:lstStyle>
            <a:lvl1pPr marL="0" indent="0" algn="ctr">
              <a:buNone/>
              <a:defRPr sz="3200">
                <a:solidFill>
                  <a:srgbClr val="FFFFFF"/>
                </a:solidFill>
              </a:defRPr>
            </a:lvl1pPr>
          </a:lstStyle>
          <a:p>
            <a:pPr lvl="0"/>
            <a:r>
              <a:rPr lang="pl-PL"/>
              <a:t>Kliknij, aby edytować style wzorca tekstu</a:t>
            </a:r>
          </a:p>
        </p:txBody>
      </p:sp>
      <p:sp>
        <p:nvSpPr>
          <p:cNvPr id="19" name="Symbol zastępczy tekstu 6"/>
          <p:cNvSpPr>
            <a:spLocks noGrp="1"/>
          </p:cNvSpPr>
          <p:nvPr>
            <p:ph type="body" sz="quarter" idx="16"/>
          </p:nvPr>
        </p:nvSpPr>
        <p:spPr>
          <a:xfrm>
            <a:off x="1344613" y="2068009"/>
            <a:ext cx="1339850" cy="461962"/>
          </a:xfrm>
        </p:spPr>
        <p:txBody>
          <a:bodyPr>
            <a:noAutofit/>
          </a:bodyPr>
          <a:lstStyle>
            <a:lvl1pPr marL="0" indent="0" algn="ctr">
              <a:buNone/>
              <a:defRPr sz="1100">
                <a:solidFill>
                  <a:srgbClr val="FFFFFF"/>
                </a:solidFill>
              </a:defRPr>
            </a:lvl1pPr>
          </a:lstStyle>
          <a:p>
            <a:pPr lvl="0"/>
            <a:r>
              <a:rPr lang="pl-PL"/>
              <a:t>Kliknij, aby edytować style wzorca tekstu</a:t>
            </a:r>
          </a:p>
        </p:txBody>
      </p:sp>
      <p:sp>
        <p:nvSpPr>
          <p:cNvPr id="30" name="Symbol zastępczy tekstu 6"/>
          <p:cNvSpPr>
            <a:spLocks noGrp="1"/>
          </p:cNvSpPr>
          <p:nvPr>
            <p:ph type="body" sz="quarter" idx="17"/>
          </p:nvPr>
        </p:nvSpPr>
        <p:spPr>
          <a:xfrm>
            <a:off x="6716357" y="1467643"/>
            <a:ext cx="1339850" cy="461962"/>
          </a:xfrm>
        </p:spPr>
        <p:txBody>
          <a:bodyPr anchor="b">
            <a:noAutofit/>
          </a:bodyPr>
          <a:lstStyle>
            <a:lvl1pPr marL="0" indent="0" algn="ctr">
              <a:buNone/>
              <a:defRPr sz="3200">
                <a:solidFill>
                  <a:srgbClr val="FFFFFF"/>
                </a:solidFill>
              </a:defRPr>
            </a:lvl1pPr>
          </a:lstStyle>
          <a:p>
            <a:pPr lvl="0"/>
            <a:r>
              <a:rPr lang="pl-PL"/>
              <a:t>Kliknij, aby edytować style wzorca tekstu</a:t>
            </a:r>
          </a:p>
        </p:txBody>
      </p:sp>
      <p:sp>
        <p:nvSpPr>
          <p:cNvPr id="31" name="Symbol zastępczy tekstu 6"/>
          <p:cNvSpPr>
            <a:spLocks noGrp="1"/>
          </p:cNvSpPr>
          <p:nvPr>
            <p:ph type="body" sz="quarter" idx="18"/>
          </p:nvPr>
        </p:nvSpPr>
        <p:spPr>
          <a:xfrm>
            <a:off x="6716357" y="1928918"/>
            <a:ext cx="1339850" cy="461962"/>
          </a:xfrm>
        </p:spPr>
        <p:txBody>
          <a:bodyPr>
            <a:noAutofit/>
          </a:bodyPr>
          <a:lstStyle>
            <a:lvl1pPr marL="0" indent="0" algn="ctr">
              <a:buNone/>
              <a:defRPr sz="1100">
                <a:solidFill>
                  <a:srgbClr val="FFFFFF"/>
                </a:solidFill>
              </a:defRPr>
            </a:lvl1pPr>
          </a:lstStyle>
          <a:p>
            <a:pPr lvl="0"/>
            <a:r>
              <a:rPr lang="pl-PL"/>
              <a:t>Kliknij, aby edytować style wzorca tekstu</a:t>
            </a:r>
          </a:p>
        </p:txBody>
      </p:sp>
      <p:sp>
        <p:nvSpPr>
          <p:cNvPr id="33" name="Symbol zastępczy tekstu 6"/>
          <p:cNvSpPr>
            <a:spLocks noGrp="1"/>
          </p:cNvSpPr>
          <p:nvPr>
            <p:ph type="body" sz="quarter" idx="19"/>
          </p:nvPr>
        </p:nvSpPr>
        <p:spPr>
          <a:xfrm>
            <a:off x="4489763" y="1289366"/>
            <a:ext cx="1339850" cy="461962"/>
          </a:xfrm>
        </p:spPr>
        <p:txBody>
          <a:bodyPr anchor="b">
            <a:noAutofit/>
          </a:bodyPr>
          <a:lstStyle>
            <a:lvl1pPr marL="0" indent="0" algn="ctr">
              <a:buNone/>
              <a:defRPr sz="3200">
                <a:solidFill>
                  <a:srgbClr val="FFFFFF"/>
                </a:solidFill>
              </a:defRPr>
            </a:lvl1pPr>
          </a:lstStyle>
          <a:p>
            <a:pPr lvl="0"/>
            <a:r>
              <a:rPr lang="pl-PL"/>
              <a:t>Kliknij, aby edytować style wzorca tekstu</a:t>
            </a:r>
          </a:p>
        </p:txBody>
      </p:sp>
      <p:sp>
        <p:nvSpPr>
          <p:cNvPr id="34" name="Symbol zastępczy tekstu 6"/>
          <p:cNvSpPr>
            <a:spLocks noGrp="1"/>
          </p:cNvSpPr>
          <p:nvPr>
            <p:ph type="body" sz="quarter" idx="20"/>
          </p:nvPr>
        </p:nvSpPr>
        <p:spPr>
          <a:xfrm>
            <a:off x="4489763" y="1750641"/>
            <a:ext cx="1339850" cy="461962"/>
          </a:xfrm>
        </p:spPr>
        <p:txBody>
          <a:bodyPr>
            <a:noAutofit/>
          </a:bodyPr>
          <a:lstStyle>
            <a:lvl1pPr marL="0" indent="0" algn="ctr">
              <a:buNone/>
              <a:defRPr sz="1100">
                <a:solidFill>
                  <a:srgbClr val="FFFFFF"/>
                </a:solidFill>
              </a:defRPr>
            </a:lvl1pPr>
          </a:lstStyle>
          <a:p>
            <a:pPr lvl="0"/>
            <a:r>
              <a:rPr lang="pl-PL"/>
              <a:t>Kliknij, aby edytować style wzorca tekstu</a:t>
            </a:r>
          </a:p>
        </p:txBody>
      </p:sp>
      <p:sp>
        <p:nvSpPr>
          <p:cNvPr id="36" name="Symbol zastępczy tekstu 6"/>
          <p:cNvSpPr>
            <a:spLocks noGrp="1"/>
          </p:cNvSpPr>
          <p:nvPr>
            <p:ph type="body" sz="quarter" idx="21"/>
          </p:nvPr>
        </p:nvSpPr>
        <p:spPr>
          <a:xfrm>
            <a:off x="5080235" y="3238962"/>
            <a:ext cx="1339850" cy="461962"/>
          </a:xfrm>
        </p:spPr>
        <p:txBody>
          <a:bodyPr anchor="b">
            <a:noAutofit/>
          </a:bodyPr>
          <a:lstStyle>
            <a:lvl1pPr marL="0" indent="0" algn="ctr">
              <a:buNone/>
              <a:defRPr sz="3200">
                <a:solidFill>
                  <a:srgbClr val="FFFFFF"/>
                </a:solidFill>
              </a:defRPr>
            </a:lvl1pPr>
          </a:lstStyle>
          <a:p>
            <a:pPr lvl="0"/>
            <a:r>
              <a:rPr lang="pl-PL"/>
              <a:t>Kliknij, aby edytować style wzorca tekstu</a:t>
            </a:r>
          </a:p>
        </p:txBody>
      </p:sp>
      <p:sp>
        <p:nvSpPr>
          <p:cNvPr id="37" name="Symbol zastępczy tekstu 6"/>
          <p:cNvSpPr>
            <a:spLocks noGrp="1"/>
          </p:cNvSpPr>
          <p:nvPr>
            <p:ph type="body" sz="quarter" idx="22"/>
          </p:nvPr>
        </p:nvSpPr>
        <p:spPr>
          <a:xfrm>
            <a:off x="5080235" y="3700237"/>
            <a:ext cx="1339850" cy="461962"/>
          </a:xfrm>
        </p:spPr>
        <p:txBody>
          <a:bodyPr>
            <a:noAutofit/>
          </a:bodyPr>
          <a:lstStyle>
            <a:lvl1pPr marL="0" indent="0" algn="ctr">
              <a:buNone/>
              <a:defRPr sz="1100">
                <a:solidFill>
                  <a:srgbClr val="FFFFFF"/>
                </a:solidFill>
              </a:defRPr>
            </a:lvl1pPr>
          </a:lstStyle>
          <a:p>
            <a:pPr lvl="0"/>
            <a:r>
              <a:rPr lang="pl-PL"/>
              <a:t>Kliknij, aby edytować style wzorca tekstu</a:t>
            </a:r>
          </a:p>
        </p:txBody>
      </p:sp>
      <p:sp>
        <p:nvSpPr>
          <p:cNvPr id="26" name="Symbol zastępczy tekstu 17"/>
          <p:cNvSpPr>
            <a:spLocks noGrp="1"/>
          </p:cNvSpPr>
          <p:nvPr>
            <p:ph type="body" sz="quarter" idx="25"/>
          </p:nvPr>
        </p:nvSpPr>
        <p:spPr>
          <a:xfrm>
            <a:off x="457200" y="109001"/>
            <a:ext cx="8235950" cy="692865"/>
          </a:xfrm>
        </p:spPr>
        <p:txBody>
          <a:bodyPr lIns="0" rIns="0" anchor="b">
            <a:normAutofit/>
          </a:bodyPr>
          <a:lstStyle>
            <a:lvl1pPr marL="0" indent="0">
              <a:buNone/>
              <a:defRPr lang="pl-PL" sz="2000" b="1" kern="1200" dirty="0">
                <a:solidFill>
                  <a:schemeClr val="tx1"/>
                </a:solidFill>
                <a:latin typeface="+mj-lt"/>
                <a:ea typeface="+mj-ea"/>
                <a:cs typeface="+mj-cs"/>
              </a:defRPr>
            </a:lvl1pPr>
          </a:lstStyle>
          <a:p>
            <a:pPr lvl="0"/>
            <a:r>
              <a:rPr lang="pl-PL"/>
              <a:t>Kliknij, aby edytować style wzorca tekstu</a:t>
            </a:r>
          </a:p>
        </p:txBody>
      </p:sp>
      <p:sp>
        <p:nvSpPr>
          <p:cNvPr id="18" name="Symbol zastępczy numeru slajdu 5"/>
          <p:cNvSpPr>
            <a:spLocks noGrp="1"/>
          </p:cNvSpPr>
          <p:nvPr>
            <p:ph type="sldNum" sz="quarter" idx="26"/>
          </p:nvPr>
        </p:nvSpPr>
        <p:spPr>
          <a:xfrm>
            <a:off x="457200" y="4767263"/>
            <a:ext cx="412750" cy="273050"/>
          </a:xfrm>
          <a:noFill/>
        </p:spPr>
        <p:txBody>
          <a:bodyPr/>
          <a:lstStyle>
            <a:lvl1pPr>
              <a:defRPr>
                <a:solidFill>
                  <a:schemeClr val="accent1"/>
                </a:solidFill>
              </a:defRPr>
            </a:lvl1pPr>
          </a:lstStyle>
          <a:p>
            <a:fld id="{261B75A0-62EE-444D-93C5-C37C68280AC1}" type="slidenum">
              <a:rPr lang="pl-PL" altLang="pl-PL">
                <a:solidFill>
                  <a:srgbClr val="26437E"/>
                </a:solidFill>
              </a:rPr>
              <a:pPr/>
              <a:t>‹#›</a:t>
            </a:fld>
            <a:endParaRPr lang="pl-PL" altLang="pl-PL">
              <a:solidFill>
                <a:srgbClr val="26437E"/>
              </a:solidFill>
            </a:endParaRPr>
          </a:p>
        </p:txBody>
      </p:sp>
    </p:spTree>
    <p:extLst>
      <p:ext uri="{BB962C8B-B14F-4D97-AF65-F5344CB8AC3E}">
        <p14:creationId xmlns:p14="http://schemas.microsoft.com/office/powerpoint/2010/main" val="130513621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Application Features ">
    <p:spTree>
      <p:nvGrpSpPr>
        <p:cNvPr id="1" name=""/>
        <p:cNvGrpSpPr/>
        <p:nvPr/>
      </p:nvGrpSpPr>
      <p:grpSpPr>
        <a:xfrm>
          <a:off x="0" y="0"/>
          <a:ext cx="0" cy="0"/>
          <a:chOff x="0" y="0"/>
          <a:chExt cx="0" cy="0"/>
        </a:xfrm>
      </p:grpSpPr>
      <p:pic>
        <p:nvPicPr>
          <p:cNvPr id="16" name="Obraz 5" descr="mackbook_white.jpg"/>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002088" y="1200150"/>
            <a:ext cx="4994275" cy="297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Obraz 7"/>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893050" y="4838700"/>
            <a:ext cx="800100" cy="12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Prostokąt 19"/>
          <p:cNvSpPr/>
          <p:nvPr userDrawn="1"/>
        </p:nvSpPr>
        <p:spPr>
          <a:xfrm flipV="1">
            <a:off x="0" y="808038"/>
            <a:ext cx="9144000" cy="46037"/>
          </a:xfrm>
          <a:prstGeom prst="rect">
            <a:avLst/>
          </a:prstGeom>
          <a:gradFill>
            <a:gsLst>
              <a:gs pos="0">
                <a:schemeClr val="tx2"/>
              </a:gs>
              <a:gs pos="100000">
                <a:schemeClr val="accent3"/>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pl-PL">
              <a:solidFill>
                <a:prstClr val="white"/>
              </a:solidFill>
            </a:endParaRPr>
          </a:p>
        </p:txBody>
      </p:sp>
      <p:sp>
        <p:nvSpPr>
          <p:cNvPr id="7" name="Symbol zastępczy tekstu 6"/>
          <p:cNvSpPr>
            <a:spLocks noGrp="1"/>
          </p:cNvSpPr>
          <p:nvPr>
            <p:ph type="body" sz="quarter" idx="15"/>
          </p:nvPr>
        </p:nvSpPr>
        <p:spPr>
          <a:xfrm>
            <a:off x="1168400" y="1185436"/>
            <a:ext cx="2660650" cy="215900"/>
          </a:xfrm>
        </p:spPr>
        <p:txBody>
          <a:bodyPr>
            <a:noAutofit/>
          </a:bodyPr>
          <a:lstStyle>
            <a:lvl1pPr marL="0" indent="0">
              <a:buNone/>
              <a:defRPr sz="1200">
                <a:solidFill>
                  <a:schemeClr val="accent3"/>
                </a:solidFill>
              </a:defRPr>
            </a:lvl1pPr>
            <a:lvl2pPr marL="457200" indent="0">
              <a:buNone/>
              <a:defRPr/>
            </a:lvl2pPr>
            <a:lvl3pPr marL="914400" indent="0">
              <a:buNone/>
              <a:defRPr/>
            </a:lvl3pPr>
            <a:lvl4pPr marL="1371600" indent="0">
              <a:buNone/>
              <a:defRPr/>
            </a:lvl4pPr>
            <a:lvl5pPr marL="1828800" indent="0">
              <a:buNone/>
              <a:defRPr/>
            </a:lvl5pPr>
          </a:lstStyle>
          <a:p>
            <a:pPr lvl="0"/>
            <a:r>
              <a:rPr lang="pl-PL"/>
              <a:t>Kliknij, aby edytować style wzorca tekstu</a:t>
            </a:r>
          </a:p>
        </p:txBody>
      </p:sp>
      <p:sp>
        <p:nvSpPr>
          <p:cNvPr id="12" name="Symbol zastępczy tekstu 11"/>
          <p:cNvSpPr>
            <a:spLocks noGrp="1"/>
          </p:cNvSpPr>
          <p:nvPr>
            <p:ph type="body" sz="quarter" idx="16"/>
          </p:nvPr>
        </p:nvSpPr>
        <p:spPr>
          <a:xfrm>
            <a:off x="1168400" y="1449828"/>
            <a:ext cx="2660650" cy="278538"/>
          </a:xfrm>
          <a:noFill/>
        </p:spPr>
        <p:txBody>
          <a:bodyPr rtlCol="0">
            <a:spAutoFit/>
          </a:bodyPr>
          <a:lstStyle>
            <a:lvl1pPr marL="0" indent="0">
              <a:lnSpc>
                <a:spcPct val="110000"/>
              </a:lnSpc>
              <a:buNone/>
              <a:defRPr lang="pl-PL" sz="1100" b="0" smtClean="0">
                <a:solidFill>
                  <a:srgbClr val="192D52"/>
                </a:solidFill>
              </a:defRPr>
            </a:lvl1pPr>
            <a:lvl2pPr>
              <a:defRPr lang="pl-PL" sz="1800" smtClean="0"/>
            </a:lvl2pPr>
            <a:lvl3pPr>
              <a:defRPr lang="pl-PL" sz="1800" smtClean="0"/>
            </a:lvl3pPr>
            <a:lvl4pPr>
              <a:defRPr lang="pl-PL" sz="1800" smtClean="0"/>
            </a:lvl4pPr>
            <a:lvl5pPr>
              <a:defRPr lang="pl-PL" sz="600" b="0" kern="1200">
                <a:solidFill>
                  <a:schemeClr val="accent5"/>
                </a:solidFill>
                <a:latin typeface="+mn-lt"/>
                <a:ea typeface="+mn-ea"/>
                <a:cs typeface="+mn-cs"/>
              </a:defRPr>
            </a:lvl5pPr>
          </a:lstStyle>
          <a:p>
            <a:pPr lvl="0"/>
            <a:r>
              <a:rPr lang="pl-PL"/>
              <a:t>Kliknij, aby edytować style wzorca tekstu</a:t>
            </a:r>
          </a:p>
        </p:txBody>
      </p:sp>
      <p:sp>
        <p:nvSpPr>
          <p:cNvPr id="17" name="Symbol zastępczy tekstu 6"/>
          <p:cNvSpPr>
            <a:spLocks noGrp="1"/>
          </p:cNvSpPr>
          <p:nvPr>
            <p:ph type="body" sz="quarter" idx="17"/>
          </p:nvPr>
        </p:nvSpPr>
        <p:spPr>
          <a:xfrm>
            <a:off x="1168400" y="2068086"/>
            <a:ext cx="2660650" cy="215900"/>
          </a:xfrm>
        </p:spPr>
        <p:txBody>
          <a:bodyPr>
            <a:noAutofit/>
          </a:bodyPr>
          <a:lstStyle>
            <a:lvl1pPr marL="0" indent="0">
              <a:buNone/>
              <a:defRPr sz="1200">
                <a:solidFill>
                  <a:schemeClr val="accent3"/>
                </a:solidFill>
              </a:defRPr>
            </a:lvl1pPr>
            <a:lvl2pPr marL="457200" indent="0">
              <a:buNone/>
              <a:defRPr/>
            </a:lvl2pPr>
            <a:lvl3pPr marL="914400" indent="0">
              <a:buNone/>
              <a:defRPr/>
            </a:lvl3pPr>
            <a:lvl4pPr marL="1371600" indent="0">
              <a:buNone/>
              <a:defRPr/>
            </a:lvl4pPr>
            <a:lvl5pPr marL="1828800" indent="0">
              <a:buNone/>
              <a:defRPr/>
            </a:lvl5pPr>
          </a:lstStyle>
          <a:p>
            <a:pPr lvl="0"/>
            <a:r>
              <a:rPr lang="pl-PL"/>
              <a:t>Kliknij, aby edytować style wzorca tekstu</a:t>
            </a:r>
          </a:p>
        </p:txBody>
      </p:sp>
      <p:sp>
        <p:nvSpPr>
          <p:cNvPr id="19" name="Symbol zastępczy tekstu 11"/>
          <p:cNvSpPr>
            <a:spLocks noGrp="1"/>
          </p:cNvSpPr>
          <p:nvPr>
            <p:ph type="body" sz="quarter" idx="18"/>
          </p:nvPr>
        </p:nvSpPr>
        <p:spPr>
          <a:xfrm>
            <a:off x="1168400" y="2332478"/>
            <a:ext cx="2660650" cy="278538"/>
          </a:xfrm>
          <a:noFill/>
        </p:spPr>
        <p:txBody>
          <a:bodyPr rtlCol="0">
            <a:spAutoFit/>
          </a:bodyPr>
          <a:lstStyle>
            <a:lvl1pPr marL="0" marR="0" indent="0" algn="l" defTabSz="457200" rtl="0" eaLnBrk="1" fontAlgn="auto" latinLnBrk="0" hangingPunct="1">
              <a:lnSpc>
                <a:spcPct val="110000"/>
              </a:lnSpc>
              <a:spcBef>
                <a:spcPct val="20000"/>
              </a:spcBef>
              <a:spcAft>
                <a:spcPts val="0"/>
              </a:spcAft>
              <a:buClrTx/>
              <a:buSzTx/>
              <a:buFont typeface="Arial"/>
              <a:buNone/>
              <a:tabLst/>
              <a:defRPr lang="pl-PL" sz="1100" b="0" smtClean="0">
                <a:solidFill>
                  <a:srgbClr val="192D52"/>
                </a:solidFill>
              </a:defRPr>
            </a:lvl1pPr>
            <a:lvl2pPr>
              <a:defRPr lang="pl-PL" sz="1800" smtClean="0"/>
            </a:lvl2pPr>
            <a:lvl3pPr>
              <a:defRPr lang="pl-PL" sz="1800" smtClean="0"/>
            </a:lvl3pPr>
            <a:lvl4pPr>
              <a:defRPr lang="pl-PL" sz="1800" smtClean="0"/>
            </a:lvl4pPr>
            <a:lvl5pPr>
              <a:defRPr lang="pl-PL" sz="600" b="0" kern="1200">
                <a:solidFill>
                  <a:schemeClr val="accent5"/>
                </a:solidFill>
                <a:latin typeface="+mn-lt"/>
                <a:ea typeface="+mn-ea"/>
                <a:cs typeface="+mn-cs"/>
              </a:defRPr>
            </a:lvl5pPr>
          </a:lstStyle>
          <a:p>
            <a:pPr lvl="0"/>
            <a:r>
              <a:rPr lang="pl-PL"/>
              <a:t>Kliknij, aby edytować style wzorca tekstu</a:t>
            </a:r>
          </a:p>
        </p:txBody>
      </p:sp>
      <p:sp>
        <p:nvSpPr>
          <p:cNvPr id="22" name="Symbol zastępczy tekstu 6"/>
          <p:cNvSpPr>
            <a:spLocks noGrp="1"/>
          </p:cNvSpPr>
          <p:nvPr>
            <p:ph type="body" sz="quarter" idx="19"/>
          </p:nvPr>
        </p:nvSpPr>
        <p:spPr>
          <a:xfrm>
            <a:off x="1168400" y="2898852"/>
            <a:ext cx="2660650" cy="215900"/>
          </a:xfrm>
        </p:spPr>
        <p:txBody>
          <a:bodyPr>
            <a:noAutofit/>
          </a:bodyPr>
          <a:lstStyle>
            <a:lvl1pPr marL="0" indent="0">
              <a:buNone/>
              <a:defRPr sz="1200">
                <a:solidFill>
                  <a:schemeClr val="accent3"/>
                </a:solidFill>
              </a:defRPr>
            </a:lvl1pPr>
            <a:lvl2pPr marL="457200" indent="0">
              <a:buNone/>
              <a:defRPr/>
            </a:lvl2pPr>
            <a:lvl3pPr marL="914400" indent="0">
              <a:buNone/>
              <a:defRPr/>
            </a:lvl3pPr>
            <a:lvl4pPr marL="1371600" indent="0">
              <a:buNone/>
              <a:defRPr/>
            </a:lvl4pPr>
            <a:lvl5pPr marL="1828800" indent="0">
              <a:buNone/>
              <a:defRPr/>
            </a:lvl5pPr>
          </a:lstStyle>
          <a:p>
            <a:pPr lvl="0"/>
            <a:r>
              <a:rPr lang="pl-PL"/>
              <a:t>Kliknij, aby edytować style wzorca tekstu</a:t>
            </a:r>
          </a:p>
        </p:txBody>
      </p:sp>
      <p:sp>
        <p:nvSpPr>
          <p:cNvPr id="23" name="Symbol zastępczy tekstu 11"/>
          <p:cNvSpPr>
            <a:spLocks noGrp="1"/>
          </p:cNvSpPr>
          <p:nvPr>
            <p:ph type="body" sz="quarter" idx="20"/>
          </p:nvPr>
        </p:nvSpPr>
        <p:spPr>
          <a:xfrm>
            <a:off x="1168400" y="3170678"/>
            <a:ext cx="2660650" cy="278538"/>
          </a:xfrm>
          <a:noFill/>
        </p:spPr>
        <p:txBody>
          <a:bodyPr rtlCol="0">
            <a:spAutoFit/>
          </a:bodyPr>
          <a:lstStyle>
            <a:lvl1pPr marL="0" indent="0">
              <a:lnSpc>
                <a:spcPct val="110000"/>
              </a:lnSpc>
              <a:buNone/>
              <a:defRPr lang="pl-PL" sz="1100" b="0" smtClean="0">
                <a:solidFill>
                  <a:srgbClr val="192D52"/>
                </a:solidFill>
              </a:defRPr>
            </a:lvl1pPr>
            <a:lvl2pPr>
              <a:defRPr lang="pl-PL" sz="1800" smtClean="0"/>
            </a:lvl2pPr>
            <a:lvl3pPr>
              <a:defRPr lang="pl-PL" sz="1800" smtClean="0"/>
            </a:lvl3pPr>
            <a:lvl4pPr>
              <a:defRPr lang="pl-PL" sz="1800" smtClean="0"/>
            </a:lvl4pPr>
            <a:lvl5pPr>
              <a:defRPr lang="pl-PL" sz="600" b="0" kern="1200">
                <a:solidFill>
                  <a:schemeClr val="accent5"/>
                </a:solidFill>
                <a:latin typeface="+mn-lt"/>
                <a:ea typeface="+mn-ea"/>
                <a:cs typeface="+mn-cs"/>
              </a:defRPr>
            </a:lvl5pPr>
          </a:lstStyle>
          <a:p>
            <a:pPr lvl="0"/>
            <a:r>
              <a:rPr lang="pl-PL"/>
              <a:t>Kliknij, aby edytować style wzorca tekstu</a:t>
            </a:r>
          </a:p>
        </p:txBody>
      </p:sp>
      <p:sp>
        <p:nvSpPr>
          <p:cNvPr id="25" name="Symbol zastępczy tekstu 6"/>
          <p:cNvSpPr>
            <a:spLocks noGrp="1"/>
          </p:cNvSpPr>
          <p:nvPr>
            <p:ph type="body" sz="quarter" idx="21"/>
          </p:nvPr>
        </p:nvSpPr>
        <p:spPr>
          <a:xfrm>
            <a:off x="1168400" y="3756102"/>
            <a:ext cx="2660650" cy="215900"/>
          </a:xfrm>
        </p:spPr>
        <p:txBody>
          <a:bodyPr>
            <a:noAutofit/>
          </a:bodyPr>
          <a:lstStyle>
            <a:lvl1pPr marL="0" indent="0">
              <a:buNone/>
              <a:defRPr sz="1200">
                <a:solidFill>
                  <a:schemeClr val="accent3"/>
                </a:solidFill>
              </a:defRPr>
            </a:lvl1pPr>
            <a:lvl2pPr marL="457200" indent="0">
              <a:buNone/>
              <a:defRPr/>
            </a:lvl2pPr>
            <a:lvl3pPr marL="914400" indent="0">
              <a:buNone/>
              <a:defRPr/>
            </a:lvl3pPr>
            <a:lvl4pPr marL="1371600" indent="0">
              <a:buNone/>
              <a:defRPr/>
            </a:lvl4pPr>
            <a:lvl5pPr marL="1828800" indent="0">
              <a:buNone/>
              <a:defRPr/>
            </a:lvl5pPr>
          </a:lstStyle>
          <a:p>
            <a:pPr lvl="0"/>
            <a:r>
              <a:rPr lang="pl-PL"/>
              <a:t>Kliknij, aby edytować style wzorca tekstu</a:t>
            </a:r>
          </a:p>
        </p:txBody>
      </p:sp>
      <p:sp>
        <p:nvSpPr>
          <p:cNvPr id="26" name="Symbol zastępczy tekstu 11"/>
          <p:cNvSpPr>
            <a:spLocks noGrp="1"/>
          </p:cNvSpPr>
          <p:nvPr>
            <p:ph type="body" sz="quarter" idx="22"/>
          </p:nvPr>
        </p:nvSpPr>
        <p:spPr>
          <a:xfrm>
            <a:off x="1168400" y="4027928"/>
            <a:ext cx="2660650" cy="278538"/>
          </a:xfrm>
          <a:noFill/>
        </p:spPr>
        <p:txBody>
          <a:bodyPr rtlCol="0">
            <a:spAutoFit/>
          </a:bodyPr>
          <a:lstStyle>
            <a:lvl1pPr marL="0" indent="0">
              <a:lnSpc>
                <a:spcPct val="110000"/>
              </a:lnSpc>
              <a:buNone/>
              <a:defRPr lang="pl-PL" sz="1100" b="0" smtClean="0">
                <a:solidFill>
                  <a:srgbClr val="192D52"/>
                </a:solidFill>
              </a:defRPr>
            </a:lvl1pPr>
            <a:lvl2pPr>
              <a:defRPr lang="pl-PL" sz="1800" smtClean="0"/>
            </a:lvl2pPr>
            <a:lvl3pPr>
              <a:defRPr lang="pl-PL" sz="1800" smtClean="0"/>
            </a:lvl3pPr>
            <a:lvl4pPr>
              <a:defRPr lang="pl-PL" sz="1800" smtClean="0"/>
            </a:lvl4pPr>
            <a:lvl5pPr>
              <a:defRPr lang="pl-PL" sz="600" b="0" kern="1200">
                <a:solidFill>
                  <a:schemeClr val="accent5"/>
                </a:solidFill>
                <a:latin typeface="+mn-lt"/>
                <a:ea typeface="+mn-ea"/>
                <a:cs typeface="+mn-cs"/>
              </a:defRPr>
            </a:lvl5pPr>
          </a:lstStyle>
          <a:p>
            <a:pPr lvl="0"/>
            <a:r>
              <a:rPr lang="pl-PL"/>
              <a:t>Kliknij, aby edytować style wzorca tekstu</a:t>
            </a:r>
          </a:p>
        </p:txBody>
      </p:sp>
      <p:sp>
        <p:nvSpPr>
          <p:cNvPr id="4" name="Symbol zastępczy obrazu 3"/>
          <p:cNvSpPr>
            <a:spLocks noGrp="1"/>
          </p:cNvSpPr>
          <p:nvPr>
            <p:ph type="pic" sz="quarter" idx="23"/>
          </p:nvPr>
        </p:nvSpPr>
        <p:spPr>
          <a:xfrm>
            <a:off x="558800" y="1274644"/>
            <a:ext cx="279400" cy="304800"/>
          </a:xfrm>
        </p:spPr>
        <p:txBody>
          <a:bodyPr rtlCol="0" anchor="ctr">
            <a:normAutofit/>
          </a:bodyPr>
          <a:lstStyle>
            <a:lvl1pPr marL="0" indent="0" algn="ctr">
              <a:buNone/>
              <a:defRPr sz="700">
                <a:solidFill>
                  <a:schemeClr val="accent3"/>
                </a:solidFill>
              </a:defRPr>
            </a:lvl1pPr>
          </a:lstStyle>
          <a:p>
            <a:pPr lvl="0"/>
            <a:r>
              <a:rPr lang="pl-PL" noProof="0"/>
              <a:t>Kliknij ikonę, aby dodać obraz</a:t>
            </a:r>
            <a:endParaRPr lang="pl-PL" noProof="0" dirty="0"/>
          </a:p>
        </p:txBody>
      </p:sp>
      <p:sp>
        <p:nvSpPr>
          <p:cNvPr id="30" name="Symbol zastępczy obrazu 3"/>
          <p:cNvSpPr>
            <a:spLocks noGrp="1"/>
          </p:cNvSpPr>
          <p:nvPr>
            <p:ph type="pic" sz="quarter" idx="24"/>
          </p:nvPr>
        </p:nvSpPr>
        <p:spPr>
          <a:xfrm>
            <a:off x="558800" y="2165916"/>
            <a:ext cx="279400" cy="304800"/>
          </a:xfrm>
        </p:spPr>
        <p:txBody>
          <a:bodyPr rtlCol="0" anchor="ctr">
            <a:normAutofit/>
          </a:bodyPr>
          <a:lstStyle>
            <a:lvl1pPr marL="0" indent="0" algn="ctr">
              <a:buNone/>
              <a:defRPr sz="700">
                <a:solidFill>
                  <a:schemeClr val="accent3"/>
                </a:solidFill>
              </a:defRPr>
            </a:lvl1pPr>
          </a:lstStyle>
          <a:p>
            <a:pPr lvl="0"/>
            <a:r>
              <a:rPr lang="pl-PL" noProof="0"/>
              <a:t>Kliknij ikonę, aby dodać obraz</a:t>
            </a:r>
            <a:endParaRPr lang="pl-PL" noProof="0" dirty="0"/>
          </a:p>
        </p:txBody>
      </p:sp>
      <p:sp>
        <p:nvSpPr>
          <p:cNvPr id="31" name="Symbol zastępczy obrazu 3"/>
          <p:cNvSpPr>
            <a:spLocks noGrp="1"/>
          </p:cNvSpPr>
          <p:nvPr>
            <p:ph type="pic" sz="quarter" idx="25"/>
          </p:nvPr>
        </p:nvSpPr>
        <p:spPr>
          <a:xfrm>
            <a:off x="558800" y="2995494"/>
            <a:ext cx="279400" cy="304800"/>
          </a:xfrm>
        </p:spPr>
        <p:txBody>
          <a:bodyPr rtlCol="0" anchor="ctr">
            <a:normAutofit/>
          </a:bodyPr>
          <a:lstStyle>
            <a:lvl1pPr marL="0" indent="0" algn="ctr">
              <a:buNone/>
              <a:defRPr sz="700">
                <a:solidFill>
                  <a:schemeClr val="accent3"/>
                </a:solidFill>
              </a:defRPr>
            </a:lvl1pPr>
          </a:lstStyle>
          <a:p>
            <a:pPr lvl="0"/>
            <a:r>
              <a:rPr lang="pl-PL" noProof="0"/>
              <a:t>Kliknij ikonę, aby dodać obraz</a:t>
            </a:r>
            <a:endParaRPr lang="pl-PL" noProof="0" dirty="0"/>
          </a:p>
        </p:txBody>
      </p:sp>
      <p:sp>
        <p:nvSpPr>
          <p:cNvPr id="32" name="Symbol zastępczy obrazu 3"/>
          <p:cNvSpPr>
            <a:spLocks noGrp="1"/>
          </p:cNvSpPr>
          <p:nvPr>
            <p:ph type="pic" sz="quarter" idx="26"/>
          </p:nvPr>
        </p:nvSpPr>
        <p:spPr>
          <a:xfrm>
            <a:off x="565322" y="3852744"/>
            <a:ext cx="279400" cy="304800"/>
          </a:xfrm>
        </p:spPr>
        <p:txBody>
          <a:bodyPr rtlCol="0" anchor="ctr">
            <a:normAutofit/>
          </a:bodyPr>
          <a:lstStyle>
            <a:lvl1pPr marL="0" indent="0" algn="ctr">
              <a:buNone/>
              <a:defRPr sz="700">
                <a:solidFill>
                  <a:schemeClr val="accent3"/>
                </a:solidFill>
              </a:defRPr>
            </a:lvl1pPr>
          </a:lstStyle>
          <a:p>
            <a:pPr lvl="0"/>
            <a:r>
              <a:rPr lang="pl-PL" noProof="0"/>
              <a:t>Kliknij ikonę, aby dodać obraz</a:t>
            </a:r>
            <a:endParaRPr lang="pl-PL" noProof="0" dirty="0"/>
          </a:p>
        </p:txBody>
      </p:sp>
      <p:sp>
        <p:nvSpPr>
          <p:cNvPr id="3" name="Symbol zastępczy obrazu 2"/>
          <p:cNvSpPr>
            <a:spLocks noGrp="1"/>
          </p:cNvSpPr>
          <p:nvPr>
            <p:ph type="pic" sz="quarter" idx="28"/>
          </p:nvPr>
        </p:nvSpPr>
        <p:spPr>
          <a:xfrm>
            <a:off x="4608513" y="1401763"/>
            <a:ext cx="3770312" cy="2354262"/>
          </a:xfrm>
        </p:spPr>
        <p:txBody>
          <a:bodyPr rtlCol="0" anchor="ctr">
            <a:normAutofit/>
          </a:bodyPr>
          <a:lstStyle>
            <a:lvl1pPr marL="0" indent="0" algn="ctr">
              <a:buNone/>
              <a:defRPr/>
            </a:lvl1pPr>
          </a:lstStyle>
          <a:p>
            <a:pPr lvl="0"/>
            <a:endParaRPr lang="pl-PL" noProof="0" dirty="0"/>
          </a:p>
        </p:txBody>
      </p:sp>
      <p:sp>
        <p:nvSpPr>
          <p:cNvPr id="24" name="Symbol zastępczy tekstu 17"/>
          <p:cNvSpPr>
            <a:spLocks noGrp="1"/>
          </p:cNvSpPr>
          <p:nvPr>
            <p:ph type="body" sz="quarter" idx="29"/>
          </p:nvPr>
        </p:nvSpPr>
        <p:spPr>
          <a:xfrm>
            <a:off x="457200" y="109001"/>
            <a:ext cx="8235950" cy="692865"/>
          </a:xfrm>
        </p:spPr>
        <p:txBody>
          <a:bodyPr lIns="0" rIns="0" anchor="b">
            <a:normAutofit/>
          </a:bodyPr>
          <a:lstStyle>
            <a:lvl1pPr marL="0" indent="0">
              <a:buNone/>
              <a:defRPr lang="pl-PL" sz="2000" b="1" kern="1200" dirty="0">
                <a:solidFill>
                  <a:schemeClr val="tx1"/>
                </a:solidFill>
                <a:latin typeface="+mj-lt"/>
                <a:ea typeface="+mj-ea"/>
                <a:cs typeface="+mj-cs"/>
              </a:defRPr>
            </a:lvl1pPr>
          </a:lstStyle>
          <a:p>
            <a:pPr lvl="0"/>
            <a:r>
              <a:rPr lang="pl-PL"/>
              <a:t>Kliknij, aby edytować style wzorca tekstu</a:t>
            </a:r>
          </a:p>
        </p:txBody>
      </p:sp>
      <p:sp>
        <p:nvSpPr>
          <p:cNvPr id="21" name="Symbol zastępczy numeru slajdu 5"/>
          <p:cNvSpPr>
            <a:spLocks noGrp="1"/>
          </p:cNvSpPr>
          <p:nvPr>
            <p:ph type="sldNum" sz="quarter" idx="30"/>
          </p:nvPr>
        </p:nvSpPr>
        <p:spPr>
          <a:xfrm>
            <a:off x="457200" y="4767263"/>
            <a:ext cx="412750" cy="273050"/>
          </a:xfrm>
          <a:noFill/>
        </p:spPr>
        <p:txBody>
          <a:bodyPr/>
          <a:lstStyle>
            <a:lvl1pPr>
              <a:defRPr>
                <a:solidFill>
                  <a:schemeClr val="accent1"/>
                </a:solidFill>
              </a:defRPr>
            </a:lvl1pPr>
          </a:lstStyle>
          <a:p>
            <a:fld id="{CC761F0A-9A42-4821-A53B-13C7F1AF8DCF}" type="slidenum">
              <a:rPr lang="pl-PL" altLang="pl-PL">
                <a:solidFill>
                  <a:srgbClr val="26437E"/>
                </a:solidFill>
              </a:rPr>
              <a:pPr/>
              <a:t>‹#›</a:t>
            </a:fld>
            <a:endParaRPr lang="pl-PL" altLang="pl-PL">
              <a:solidFill>
                <a:srgbClr val="26437E"/>
              </a:solidFill>
            </a:endParaRPr>
          </a:p>
        </p:txBody>
      </p:sp>
    </p:spTree>
    <p:extLst>
      <p:ext uri="{BB962C8B-B14F-4D97-AF65-F5344CB8AC3E}">
        <p14:creationId xmlns:p14="http://schemas.microsoft.com/office/powerpoint/2010/main" val="33923787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Application Features  2">
    <p:spTree>
      <p:nvGrpSpPr>
        <p:cNvPr id="1" name=""/>
        <p:cNvGrpSpPr/>
        <p:nvPr/>
      </p:nvGrpSpPr>
      <p:grpSpPr>
        <a:xfrm>
          <a:off x="0" y="0"/>
          <a:ext cx="0" cy="0"/>
          <a:chOff x="0" y="0"/>
          <a:chExt cx="0" cy="0"/>
        </a:xfrm>
      </p:grpSpPr>
      <p:sp>
        <p:nvSpPr>
          <p:cNvPr id="16" name="Owal 1"/>
          <p:cNvSpPr/>
          <p:nvPr userDrawn="1"/>
        </p:nvSpPr>
        <p:spPr>
          <a:xfrm>
            <a:off x="457200" y="1185863"/>
            <a:ext cx="476250" cy="476250"/>
          </a:xfrm>
          <a:prstGeom prst="ellipse">
            <a:avLst/>
          </a:prstGeom>
          <a:solidFill>
            <a:schemeClr val="bg1"/>
          </a:solidFill>
          <a:ln w="25400"/>
          <a:effectLst/>
        </p:spPr>
        <p:style>
          <a:lnRef idx="1">
            <a:schemeClr val="accent1"/>
          </a:lnRef>
          <a:fillRef idx="3">
            <a:schemeClr val="accent1"/>
          </a:fillRef>
          <a:effectRef idx="2">
            <a:schemeClr val="accent1"/>
          </a:effectRef>
          <a:fontRef idx="minor">
            <a:schemeClr val="lt1"/>
          </a:fontRef>
        </p:style>
        <p:txBody>
          <a:bodyPr/>
          <a:lstStyle/>
          <a:p>
            <a:pPr algn="ctr">
              <a:defRPr/>
            </a:pPr>
            <a:endParaRPr lang="pl-PL">
              <a:solidFill>
                <a:prstClr val="white"/>
              </a:solidFill>
            </a:endParaRPr>
          </a:p>
        </p:txBody>
      </p:sp>
      <p:sp>
        <p:nvSpPr>
          <p:cNvPr id="18" name="Owal 15"/>
          <p:cNvSpPr/>
          <p:nvPr userDrawn="1"/>
        </p:nvSpPr>
        <p:spPr>
          <a:xfrm>
            <a:off x="457200" y="2068513"/>
            <a:ext cx="476250" cy="476250"/>
          </a:xfrm>
          <a:prstGeom prst="ellipse">
            <a:avLst/>
          </a:prstGeom>
          <a:solidFill>
            <a:schemeClr val="bg1"/>
          </a:solidFill>
          <a:ln w="25400"/>
          <a:effectLst/>
        </p:spPr>
        <p:style>
          <a:lnRef idx="1">
            <a:schemeClr val="accent1"/>
          </a:lnRef>
          <a:fillRef idx="3">
            <a:schemeClr val="accent1"/>
          </a:fillRef>
          <a:effectRef idx="2">
            <a:schemeClr val="accent1"/>
          </a:effectRef>
          <a:fontRef idx="minor">
            <a:schemeClr val="lt1"/>
          </a:fontRef>
        </p:style>
        <p:txBody>
          <a:bodyPr/>
          <a:lstStyle/>
          <a:p>
            <a:pPr algn="ctr">
              <a:defRPr/>
            </a:pPr>
            <a:endParaRPr lang="pl-PL">
              <a:solidFill>
                <a:prstClr val="white"/>
              </a:solidFill>
            </a:endParaRPr>
          </a:p>
        </p:txBody>
      </p:sp>
      <p:sp>
        <p:nvSpPr>
          <p:cNvPr id="20" name="Owal 20"/>
          <p:cNvSpPr/>
          <p:nvPr userDrawn="1"/>
        </p:nvSpPr>
        <p:spPr>
          <a:xfrm>
            <a:off x="457200" y="2906713"/>
            <a:ext cx="476250" cy="476250"/>
          </a:xfrm>
          <a:prstGeom prst="ellipse">
            <a:avLst/>
          </a:prstGeom>
          <a:solidFill>
            <a:schemeClr val="bg1"/>
          </a:solidFill>
          <a:ln w="25400"/>
          <a:effectLst/>
        </p:spPr>
        <p:style>
          <a:lnRef idx="1">
            <a:schemeClr val="accent1"/>
          </a:lnRef>
          <a:fillRef idx="3">
            <a:schemeClr val="accent1"/>
          </a:fillRef>
          <a:effectRef idx="2">
            <a:schemeClr val="accent1"/>
          </a:effectRef>
          <a:fontRef idx="minor">
            <a:schemeClr val="lt1"/>
          </a:fontRef>
        </p:style>
        <p:txBody>
          <a:bodyPr/>
          <a:lstStyle/>
          <a:p>
            <a:pPr algn="ctr">
              <a:defRPr/>
            </a:pPr>
            <a:endParaRPr lang="pl-PL">
              <a:solidFill>
                <a:prstClr val="white"/>
              </a:solidFill>
            </a:endParaRPr>
          </a:p>
        </p:txBody>
      </p:sp>
      <p:sp>
        <p:nvSpPr>
          <p:cNvPr id="21" name="Owal 23"/>
          <p:cNvSpPr/>
          <p:nvPr userDrawn="1"/>
        </p:nvSpPr>
        <p:spPr>
          <a:xfrm>
            <a:off x="457200" y="3763963"/>
            <a:ext cx="476250" cy="476250"/>
          </a:xfrm>
          <a:prstGeom prst="ellipse">
            <a:avLst/>
          </a:prstGeom>
          <a:solidFill>
            <a:schemeClr val="bg1"/>
          </a:solidFill>
          <a:ln w="25400"/>
          <a:effectLst/>
        </p:spPr>
        <p:style>
          <a:lnRef idx="1">
            <a:schemeClr val="accent1"/>
          </a:lnRef>
          <a:fillRef idx="3">
            <a:schemeClr val="accent1"/>
          </a:fillRef>
          <a:effectRef idx="2">
            <a:schemeClr val="accent1"/>
          </a:effectRef>
          <a:fontRef idx="minor">
            <a:schemeClr val="lt1"/>
          </a:fontRef>
        </p:style>
        <p:txBody>
          <a:bodyPr/>
          <a:lstStyle/>
          <a:p>
            <a:pPr algn="ctr">
              <a:defRPr/>
            </a:pPr>
            <a:endParaRPr lang="pl-PL">
              <a:solidFill>
                <a:prstClr val="white"/>
              </a:solidFill>
            </a:endParaRPr>
          </a:p>
        </p:txBody>
      </p:sp>
      <p:pic>
        <p:nvPicPr>
          <p:cNvPr id="24" name="Obraz 11"/>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893050" y="4838700"/>
            <a:ext cx="800100" cy="12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 name="Obraz 12" descr="mackbook_white.jpg"/>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410075" y="1154113"/>
            <a:ext cx="6142038" cy="3662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 name="Prostokąt 28"/>
          <p:cNvSpPr/>
          <p:nvPr userDrawn="1"/>
        </p:nvSpPr>
        <p:spPr>
          <a:xfrm flipV="1">
            <a:off x="0" y="808038"/>
            <a:ext cx="9144000" cy="46037"/>
          </a:xfrm>
          <a:prstGeom prst="rect">
            <a:avLst/>
          </a:prstGeom>
          <a:gradFill>
            <a:gsLst>
              <a:gs pos="0">
                <a:schemeClr val="tx2"/>
              </a:gs>
              <a:gs pos="100000">
                <a:schemeClr val="accent3"/>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pl-PL">
              <a:solidFill>
                <a:prstClr val="white"/>
              </a:solidFill>
            </a:endParaRPr>
          </a:p>
        </p:txBody>
      </p:sp>
      <p:sp>
        <p:nvSpPr>
          <p:cNvPr id="7" name="Symbol zastępczy tekstu 6"/>
          <p:cNvSpPr>
            <a:spLocks noGrp="1"/>
          </p:cNvSpPr>
          <p:nvPr>
            <p:ph type="body" sz="quarter" idx="15"/>
          </p:nvPr>
        </p:nvSpPr>
        <p:spPr>
          <a:xfrm>
            <a:off x="1168400" y="1178002"/>
            <a:ext cx="1993900" cy="215900"/>
          </a:xfrm>
        </p:spPr>
        <p:txBody>
          <a:bodyPr>
            <a:noAutofit/>
          </a:bodyPr>
          <a:lstStyle>
            <a:lvl1pPr marL="0" indent="0">
              <a:buNone/>
              <a:defRPr sz="1200">
                <a:solidFill>
                  <a:schemeClr val="accent3"/>
                </a:solidFill>
              </a:defRPr>
            </a:lvl1pPr>
            <a:lvl2pPr marL="457200" indent="0">
              <a:buNone/>
              <a:defRPr/>
            </a:lvl2pPr>
            <a:lvl3pPr marL="914400" indent="0">
              <a:buNone/>
              <a:defRPr/>
            </a:lvl3pPr>
            <a:lvl4pPr marL="1371600" indent="0">
              <a:buNone/>
              <a:defRPr/>
            </a:lvl4pPr>
            <a:lvl5pPr marL="1828800" indent="0">
              <a:buNone/>
              <a:defRPr/>
            </a:lvl5pPr>
          </a:lstStyle>
          <a:p>
            <a:pPr lvl="0"/>
            <a:r>
              <a:rPr lang="pl-PL"/>
              <a:t>Kliknij, aby edytować style wzorca tekstu</a:t>
            </a:r>
          </a:p>
        </p:txBody>
      </p:sp>
      <p:sp>
        <p:nvSpPr>
          <p:cNvPr id="12" name="Symbol zastępczy tekstu 11"/>
          <p:cNvSpPr>
            <a:spLocks noGrp="1"/>
          </p:cNvSpPr>
          <p:nvPr>
            <p:ph type="body" sz="quarter" idx="16"/>
          </p:nvPr>
        </p:nvSpPr>
        <p:spPr>
          <a:xfrm>
            <a:off x="1168400" y="1449828"/>
            <a:ext cx="2660650" cy="278538"/>
          </a:xfrm>
          <a:noFill/>
        </p:spPr>
        <p:txBody>
          <a:bodyPr rtlCol="0">
            <a:spAutoFit/>
          </a:bodyPr>
          <a:lstStyle>
            <a:lvl1pPr marL="0" indent="0">
              <a:lnSpc>
                <a:spcPct val="110000"/>
              </a:lnSpc>
              <a:buNone/>
              <a:defRPr lang="pl-PL" sz="1100" b="0" smtClean="0">
                <a:solidFill>
                  <a:schemeClr val="accent1">
                    <a:lumMod val="50000"/>
                  </a:schemeClr>
                </a:solidFill>
              </a:defRPr>
            </a:lvl1pPr>
            <a:lvl2pPr>
              <a:defRPr lang="pl-PL" sz="1800" smtClean="0"/>
            </a:lvl2pPr>
            <a:lvl3pPr>
              <a:defRPr lang="pl-PL" sz="1800" smtClean="0"/>
            </a:lvl3pPr>
            <a:lvl4pPr>
              <a:defRPr lang="pl-PL" sz="1800" smtClean="0"/>
            </a:lvl4pPr>
            <a:lvl5pPr>
              <a:defRPr lang="pl-PL" sz="600" b="0" kern="1200">
                <a:solidFill>
                  <a:schemeClr val="accent5"/>
                </a:solidFill>
                <a:latin typeface="+mn-lt"/>
                <a:ea typeface="+mn-ea"/>
                <a:cs typeface="+mn-cs"/>
              </a:defRPr>
            </a:lvl5pPr>
          </a:lstStyle>
          <a:p>
            <a:pPr lvl="0"/>
            <a:r>
              <a:rPr lang="pl-PL"/>
              <a:t>Kliknij, aby edytować style wzorca tekstu</a:t>
            </a:r>
          </a:p>
        </p:txBody>
      </p:sp>
      <p:sp>
        <p:nvSpPr>
          <p:cNvPr id="17" name="Symbol zastępczy tekstu 6"/>
          <p:cNvSpPr>
            <a:spLocks noGrp="1"/>
          </p:cNvSpPr>
          <p:nvPr>
            <p:ph type="body" sz="quarter" idx="17"/>
          </p:nvPr>
        </p:nvSpPr>
        <p:spPr>
          <a:xfrm>
            <a:off x="1168400" y="2060652"/>
            <a:ext cx="1993900" cy="215900"/>
          </a:xfrm>
        </p:spPr>
        <p:txBody>
          <a:bodyPr>
            <a:noAutofit/>
          </a:bodyPr>
          <a:lstStyle>
            <a:lvl1pPr marL="0" indent="0">
              <a:buNone/>
              <a:defRPr sz="1200">
                <a:solidFill>
                  <a:schemeClr val="accent3"/>
                </a:solidFill>
              </a:defRPr>
            </a:lvl1pPr>
            <a:lvl2pPr marL="457200" indent="0">
              <a:buNone/>
              <a:defRPr/>
            </a:lvl2pPr>
            <a:lvl3pPr marL="914400" indent="0">
              <a:buNone/>
              <a:defRPr/>
            </a:lvl3pPr>
            <a:lvl4pPr marL="1371600" indent="0">
              <a:buNone/>
              <a:defRPr/>
            </a:lvl4pPr>
            <a:lvl5pPr marL="1828800" indent="0">
              <a:buNone/>
              <a:defRPr/>
            </a:lvl5pPr>
          </a:lstStyle>
          <a:p>
            <a:pPr lvl="0"/>
            <a:r>
              <a:rPr lang="pl-PL"/>
              <a:t>Kliknij, aby edytować style wzorca tekstu</a:t>
            </a:r>
          </a:p>
        </p:txBody>
      </p:sp>
      <p:sp>
        <p:nvSpPr>
          <p:cNvPr id="19" name="Symbol zastępczy tekstu 11"/>
          <p:cNvSpPr>
            <a:spLocks noGrp="1"/>
          </p:cNvSpPr>
          <p:nvPr>
            <p:ph type="body" sz="quarter" idx="18"/>
          </p:nvPr>
        </p:nvSpPr>
        <p:spPr>
          <a:xfrm>
            <a:off x="1168400" y="2332478"/>
            <a:ext cx="2660650" cy="278538"/>
          </a:xfrm>
          <a:noFill/>
        </p:spPr>
        <p:txBody>
          <a:bodyPr rtlCol="0">
            <a:spAutoFit/>
          </a:bodyPr>
          <a:lstStyle>
            <a:lvl1pPr marL="0" marR="0" indent="0" algn="l" defTabSz="457200" rtl="0" eaLnBrk="1" fontAlgn="auto" latinLnBrk="0" hangingPunct="1">
              <a:lnSpc>
                <a:spcPct val="110000"/>
              </a:lnSpc>
              <a:spcBef>
                <a:spcPct val="20000"/>
              </a:spcBef>
              <a:spcAft>
                <a:spcPts val="0"/>
              </a:spcAft>
              <a:buClrTx/>
              <a:buSzTx/>
              <a:buFont typeface="Arial"/>
              <a:buNone/>
              <a:tabLst/>
              <a:defRPr lang="pl-PL" sz="1100" b="0" smtClean="0">
                <a:solidFill>
                  <a:schemeClr val="accent1">
                    <a:lumMod val="50000"/>
                  </a:schemeClr>
                </a:solidFill>
              </a:defRPr>
            </a:lvl1pPr>
            <a:lvl2pPr>
              <a:defRPr lang="pl-PL" sz="1800" smtClean="0"/>
            </a:lvl2pPr>
            <a:lvl3pPr>
              <a:defRPr lang="pl-PL" sz="1800" smtClean="0"/>
            </a:lvl3pPr>
            <a:lvl4pPr>
              <a:defRPr lang="pl-PL" sz="1800" smtClean="0"/>
            </a:lvl4pPr>
            <a:lvl5pPr>
              <a:defRPr lang="pl-PL" sz="600" b="0" kern="1200">
                <a:solidFill>
                  <a:schemeClr val="accent5"/>
                </a:solidFill>
                <a:latin typeface="+mn-lt"/>
                <a:ea typeface="+mn-ea"/>
                <a:cs typeface="+mn-cs"/>
              </a:defRPr>
            </a:lvl5pPr>
          </a:lstStyle>
          <a:p>
            <a:pPr lvl="0"/>
            <a:r>
              <a:rPr lang="pl-PL"/>
              <a:t>Kliknij, aby edytować style wzorca tekstu</a:t>
            </a:r>
          </a:p>
        </p:txBody>
      </p:sp>
      <p:sp>
        <p:nvSpPr>
          <p:cNvPr id="22" name="Symbol zastępczy tekstu 6"/>
          <p:cNvSpPr>
            <a:spLocks noGrp="1"/>
          </p:cNvSpPr>
          <p:nvPr>
            <p:ph type="body" sz="quarter" idx="19"/>
          </p:nvPr>
        </p:nvSpPr>
        <p:spPr>
          <a:xfrm>
            <a:off x="1168400" y="2898852"/>
            <a:ext cx="1993900" cy="215900"/>
          </a:xfrm>
        </p:spPr>
        <p:txBody>
          <a:bodyPr>
            <a:noAutofit/>
          </a:bodyPr>
          <a:lstStyle>
            <a:lvl1pPr marL="0" indent="0">
              <a:buNone/>
              <a:defRPr sz="1200">
                <a:solidFill>
                  <a:schemeClr val="accent3"/>
                </a:solidFill>
              </a:defRPr>
            </a:lvl1pPr>
            <a:lvl2pPr marL="457200" indent="0">
              <a:buNone/>
              <a:defRPr/>
            </a:lvl2pPr>
            <a:lvl3pPr marL="914400" indent="0">
              <a:buNone/>
              <a:defRPr/>
            </a:lvl3pPr>
            <a:lvl4pPr marL="1371600" indent="0">
              <a:buNone/>
              <a:defRPr/>
            </a:lvl4pPr>
            <a:lvl5pPr marL="1828800" indent="0">
              <a:buNone/>
              <a:defRPr/>
            </a:lvl5pPr>
          </a:lstStyle>
          <a:p>
            <a:pPr lvl="0"/>
            <a:r>
              <a:rPr lang="pl-PL"/>
              <a:t>Kliknij, aby edytować style wzorca tekstu</a:t>
            </a:r>
          </a:p>
        </p:txBody>
      </p:sp>
      <p:sp>
        <p:nvSpPr>
          <p:cNvPr id="23" name="Symbol zastępczy tekstu 11"/>
          <p:cNvSpPr>
            <a:spLocks noGrp="1"/>
          </p:cNvSpPr>
          <p:nvPr>
            <p:ph type="body" sz="quarter" idx="20"/>
          </p:nvPr>
        </p:nvSpPr>
        <p:spPr>
          <a:xfrm>
            <a:off x="1168400" y="3170678"/>
            <a:ext cx="2660650" cy="278538"/>
          </a:xfrm>
          <a:noFill/>
        </p:spPr>
        <p:txBody>
          <a:bodyPr rtlCol="0">
            <a:spAutoFit/>
          </a:bodyPr>
          <a:lstStyle>
            <a:lvl1pPr marL="0" indent="0">
              <a:lnSpc>
                <a:spcPct val="110000"/>
              </a:lnSpc>
              <a:buNone/>
              <a:defRPr lang="pl-PL" sz="1100" b="0" smtClean="0">
                <a:solidFill>
                  <a:schemeClr val="accent1">
                    <a:lumMod val="50000"/>
                  </a:schemeClr>
                </a:solidFill>
              </a:defRPr>
            </a:lvl1pPr>
            <a:lvl2pPr>
              <a:defRPr lang="pl-PL" sz="1800" smtClean="0"/>
            </a:lvl2pPr>
            <a:lvl3pPr>
              <a:defRPr lang="pl-PL" sz="1800" smtClean="0"/>
            </a:lvl3pPr>
            <a:lvl4pPr>
              <a:defRPr lang="pl-PL" sz="1800" smtClean="0"/>
            </a:lvl4pPr>
            <a:lvl5pPr>
              <a:defRPr lang="pl-PL" sz="600" b="0" kern="1200">
                <a:solidFill>
                  <a:schemeClr val="accent5"/>
                </a:solidFill>
                <a:latin typeface="+mn-lt"/>
                <a:ea typeface="+mn-ea"/>
                <a:cs typeface="+mn-cs"/>
              </a:defRPr>
            </a:lvl5pPr>
          </a:lstStyle>
          <a:p>
            <a:pPr lvl="0"/>
            <a:r>
              <a:rPr lang="pl-PL"/>
              <a:t>Kliknij, aby edytować style wzorca tekstu</a:t>
            </a:r>
          </a:p>
        </p:txBody>
      </p:sp>
      <p:sp>
        <p:nvSpPr>
          <p:cNvPr id="25" name="Symbol zastępczy tekstu 6"/>
          <p:cNvSpPr>
            <a:spLocks noGrp="1"/>
          </p:cNvSpPr>
          <p:nvPr>
            <p:ph type="body" sz="quarter" idx="21"/>
          </p:nvPr>
        </p:nvSpPr>
        <p:spPr>
          <a:xfrm>
            <a:off x="1168400" y="3756102"/>
            <a:ext cx="1993900" cy="215900"/>
          </a:xfrm>
        </p:spPr>
        <p:txBody>
          <a:bodyPr>
            <a:noAutofit/>
          </a:bodyPr>
          <a:lstStyle>
            <a:lvl1pPr marL="0" indent="0">
              <a:buNone/>
              <a:defRPr sz="1200">
                <a:solidFill>
                  <a:schemeClr val="accent3"/>
                </a:solidFill>
              </a:defRPr>
            </a:lvl1pPr>
            <a:lvl2pPr marL="457200" indent="0">
              <a:buNone/>
              <a:defRPr/>
            </a:lvl2pPr>
            <a:lvl3pPr marL="914400" indent="0">
              <a:buNone/>
              <a:defRPr/>
            </a:lvl3pPr>
            <a:lvl4pPr marL="1371600" indent="0">
              <a:buNone/>
              <a:defRPr/>
            </a:lvl4pPr>
            <a:lvl5pPr marL="1828800" indent="0">
              <a:buNone/>
              <a:defRPr/>
            </a:lvl5pPr>
          </a:lstStyle>
          <a:p>
            <a:pPr lvl="0"/>
            <a:r>
              <a:rPr lang="pl-PL"/>
              <a:t>Kliknij, aby edytować style wzorca tekstu</a:t>
            </a:r>
          </a:p>
        </p:txBody>
      </p:sp>
      <p:sp>
        <p:nvSpPr>
          <p:cNvPr id="26" name="Symbol zastępczy tekstu 11"/>
          <p:cNvSpPr>
            <a:spLocks noGrp="1"/>
          </p:cNvSpPr>
          <p:nvPr>
            <p:ph type="body" sz="quarter" idx="22"/>
          </p:nvPr>
        </p:nvSpPr>
        <p:spPr>
          <a:xfrm>
            <a:off x="1168400" y="4027928"/>
            <a:ext cx="2660650" cy="278538"/>
          </a:xfrm>
          <a:noFill/>
        </p:spPr>
        <p:txBody>
          <a:bodyPr rtlCol="0">
            <a:spAutoFit/>
          </a:bodyPr>
          <a:lstStyle>
            <a:lvl1pPr marL="0" indent="0">
              <a:lnSpc>
                <a:spcPct val="110000"/>
              </a:lnSpc>
              <a:buNone/>
              <a:defRPr lang="pl-PL" sz="1100" b="0" smtClean="0">
                <a:solidFill>
                  <a:schemeClr val="accent1">
                    <a:lumMod val="50000"/>
                  </a:schemeClr>
                </a:solidFill>
              </a:defRPr>
            </a:lvl1pPr>
            <a:lvl2pPr>
              <a:defRPr lang="pl-PL" sz="1800" smtClean="0"/>
            </a:lvl2pPr>
            <a:lvl3pPr>
              <a:defRPr lang="pl-PL" sz="1800" smtClean="0"/>
            </a:lvl3pPr>
            <a:lvl4pPr>
              <a:defRPr lang="pl-PL" sz="1800" smtClean="0"/>
            </a:lvl4pPr>
            <a:lvl5pPr>
              <a:defRPr lang="pl-PL" sz="600" b="0" kern="1200">
                <a:solidFill>
                  <a:schemeClr val="accent5"/>
                </a:solidFill>
                <a:latin typeface="+mn-lt"/>
                <a:ea typeface="+mn-ea"/>
                <a:cs typeface="+mn-cs"/>
              </a:defRPr>
            </a:lvl5pPr>
          </a:lstStyle>
          <a:p>
            <a:pPr lvl="0"/>
            <a:r>
              <a:rPr lang="pl-PL"/>
              <a:t>Kliknij, aby edytować style wzorca tekstu</a:t>
            </a:r>
          </a:p>
        </p:txBody>
      </p:sp>
      <p:sp>
        <p:nvSpPr>
          <p:cNvPr id="4" name="Symbol zastępczy obrazu 3"/>
          <p:cNvSpPr>
            <a:spLocks noGrp="1"/>
          </p:cNvSpPr>
          <p:nvPr>
            <p:ph type="pic" sz="quarter" idx="23"/>
          </p:nvPr>
        </p:nvSpPr>
        <p:spPr>
          <a:xfrm>
            <a:off x="558800" y="1274644"/>
            <a:ext cx="279400" cy="304800"/>
          </a:xfrm>
        </p:spPr>
        <p:txBody>
          <a:bodyPr rtlCol="0" anchor="ctr">
            <a:normAutofit/>
          </a:bodyPr>
          <a:lstStyle>
            <a:lvl1pPr marL="0" indent="0" algn="ctr">
              <a:buNone/>
              <a:defRPr sz="700">
                <a:solidFill>
                  <a:schemeClr val="accent3"/>
                </a:solidFill>
              </a:defRPr>
            </a:lvl1pPr>
          </a:lstStyle>
          <a:p>
            <a:pPr lvl="0"/>
            <a:r>
              <a:rPr lang="pl-PL" noProof="0"/>
              <a:t>Kliknij ikonę, aby dodać obraz</a:t>
            </a:r>
            <a:endParaRPr lang="pl-PL" noProof="0" dirty="0"/>
          </a:p>
        </p:txBody>
      </p:sp>
      <p:sp>
        <p:nvSpPr>
          <p:cNvPr id="30" name="Symbol zastępczy obrazu 3"/>
          <p:cNvSpPr>
            <a:spLocks noGrp="1"/>
          </p:cNvSpPr>
          <p:nvPr>
            <p:ph type="pic" sz="quarter" idx="24"/>
          </p:nvPr>
        </p:nvSpPr>
        <p:spPr>
          <a:xfrm>
            <a:off x="558800" y="2165916"/>
            <a:ext cx="279400" cy="304800"/>
          </a:xfrm>
        </p:spPr>
        <p:txBody>
          <a:bodyPr rtlCol="0" anchor="ctr">
            <a:normAutofit/>
          </a:bodyPr>
          <a:lstStyle>
            <a:lvl1pPr marL="0" indent="0" algn="ctr">
              <a:buNone/>
              <a:defRPr sz="700">
                <a:solidFill>
                  <a:schemeClr val="accent3"/>
                </a:solidFill>
              </a:defRPr>
            </a:lvl1pPr>
          </a:lstStyle>
          <a:p>
            <a:pPr lvl="0"/>
            <a:r>
              <a:rPr lang="pl-PL" noProof="0"/>
              <a:t>Kliknij ikonę, aby dodać obraz</a:t>
            </a:r>
            <a:endParaRPr lang="pl-PL" noProof="0" dirty="0"/>
          </a:p>
        </p:txBody>
      </p:sp>
      <p:sp>
        <p:nvSpPr>
          <p:cNvPr id="31" name="Symbol zastępczy obrazu 3"/>
          <p:cNvSpPr>
            <a:spLocks noGrp="1"/>
          </p:cNvSpPr>
          <p:nvPr>
            <p:ph type="pic" sz="quarter" idx="25"/>
          </p:nvPr>
        </p:nvSpPr>
        <p:spPr>
          <a:xfrm>
            <a:off x="558800" y="2995494"/>
            <a:ext cx="279400" cy="304800"/>
          </a:xfrm>
        </p:spPr>
        <p:txBody>
          <a:bodyPr rtlCol="0" anchor="ctr">
            <a:normAutofit/>
          </a:bodyPr>
          <a:lstStyle>
            <a:lvl1pPr marL="0" indent="0" algn="ctr">
              <a:buNone/>
              <a:defRPr sz="700">
                <a:solidFill>
                  <a:schemeClr val="accent3"/>
                </a:solidFill>
              </a:defRPr>
            </a:lvl1pPr>
          </a:lstStyle>
          <a:p>
            <a:pPr lvl="0"/>
            <a:r>
              <a:rPr lang="pl-PL" noProof="0"/>
              <a:t>Kliknij ikonę, aby dodać obraz</a:t>
            </a:r>
            <a:endParaRPr lang="pl-PL" noProof="0" dirty="0"/>
          </a:p>
        </p:txBody>
      </p:sp>
      <p:sp>
        <p:nvSpPr>
          <p:cNvPr id="32" name="Symbol zastępczy obrazu 3"/>
          <p:cNvSpPr>
            <a:spLocks noGrp="1"/>
          </p:cNvSpPr>
          <p:nvPr>
            <p:ph type="pic" sz="quarter" idx="26"/>
          </p:nvPr>
        </p:nvSpPr>
        <p:spPr>
          <a:xfrm>
            <a:off x="565322" y="3852744"/>
            <a:ext cx="279400" cy="304800"/>
          </a:xfrm>
        </p:spPr>
        <p:txBody>
          <a:bodyPr rtlCol="0" anchor="ctr">
            <a:normAutofit/>
          </a:bodyPr>
          <a:lstStyle>
            <a:lvl1pPr marL="0" indent="0" algn="ctr">
              <a:buNone/>
              <a:defRPr sz="700">
                <a:solidFill>
                  <a:schemeClr val="accent3"/>
                </a:solidFill>
              </a:defRPr>
            </a:lvl1pPr>
          </a:lstStyle>
          <a:p>
            <a:pPr lvl="0"/>
            <a:r>
              <a:rPr lang="pl-PL" noProof="0"/>
              <a:t>Kliknij ikonę, aby dodać obraz</a:t>
            </a:r>
            <a:endParaRPr lang="pl-PL" noProof="0" dirty="0"/>
          </a:p>
        </p:txBody>
      </p:sp>
      <p:sp>
        <p:nvSpPr>
          <p:cNvPr id="5" name="Symbol zastępczy obrazu 4"/>
          <p:cNvSpPr>
            <a:spLocks noGrp="1"/>
          </p:cNvSpPr>
          <p:nvPr>
            <p:ph type="pic" sz="quarter" idx="28"/>
          </p:nvPr>
        </p:nvSpPr>
        <p:spPr>
          <a:xfrm>
            <a:off x="5167313" y="1408769"/>
            <a:ext cx="4622800" cy="2878061"/>
          </a:xfrm>
        </p:spPr>
        <p:txBody>
          <a:bodyPr rtlCol="0">
            <a:normAutofit/>
          </a:bodyPr>
          <a:lstStyle>
            <a:lvl1pPr marL="0" indent="0">
              <a:buNone/>
              <a:defRPr/>
            </a:lvl1pPr>
          </a:lstStyle>
          <a:p>
            <a:pPr lvl="0"/>
            <a:endParaRPr lang="pl-PL" noProof="0" dirty="0"/>
          </a:p>
        </p:txBody>
      </p:sp>
      <p:sp>
        <p:nvSpPr>
          <p:cNvPr id="28" name="Symbol zastępczy tekstu 17"/>
          <p:cNvSpPr>
            <a:spLocks noGrp="1"/>
          </p:cNvSpPr>
          <p:nvPr>
            <p:ph type="body" sz="quarter" idx="29"/>
          </p:nvPr>
        </p:nvSpPr>
        <p:spPr>
          <a:xfrm>
            <a:off x="457200" y="109001"/>
            <a:ext cx="8235950" cy="692865"/>
          </a:xfrm>
        </p:spPr>
        <p:txBody>
          <a:bodyPr lIns="0" rIns="0" anchor="b">
            <a:normAutofit/>
          </a:bodyPr>
          <a:lstStyle>
            <a:lvl1pPr marL="0" indent="0">
              <a:buNone/>
              <a:defRPr lang="pl-PL" sz="2000" b="1" kern="1200" dirty="0">
                <a:solidFill>
                  <a:schemeClr val="tx1"/>
                </a:solidFill>
                <a:latin typeface="+mj-lt"/>
                <a:ea typeface="+mj-ea"/>
                <a:cs typeface="+mj-cs"/>
              </a:defRPr>
            </a:lvl1pPr>
          </a:lstStyle>
          <a:p>
            <a:pPr lvl="0"/>
            <a:r>
              <a:rPr lang="pl-PL"/>
              <a:t>Kliknij, aby edytować style wzorca tekstu</a:t>
            </a:r>
          </a:p>
        </p:txBody>
      </p:sp>
      <p:sp>
        <p:nvSpPr>
          <p:cNvPr id="33" name="Symbol zastępczy numeru slajdu 5"/>
          <p:cNvSpPr>
            <a:spLocks noGrp="1"/>
          </p:cNvSpPr>
          <p:nvPr>
            <p:ph type="sldNum" sz="quarter" idx="30"/>
          </p:nvPr>
        </p:nvSpPr>
        <p:spPr>
          <a:xfrm>
            <a:off x="457200" y="4767263"/>
            <a:ext cx="412750" cy="273050"/>
          </a:xfrm>
          <a:noFill/>
        </p:spPr>
        <p:txBody>
          <a:bodyPr/>
          <a:lstStyle>
            <a:lvl1pPr>
              <a:defRPr>
                <a:solidFill>
                  <a:schemeClr val="accent1"/>
                </a:solidFill>
              </a:defRPr>
            </a:lvl1pPr>
          </a:lstStyle>
          <a:p>
            <a:fld id="{23875C0B-3D91-475D-9490-562AC552B99E}" type="slidenum">
              <a:rPr lang="pl-PL" altLang="pl-PL">
                <a:solidFill>
                  <a:srgbClr val="26437E"/>
                </a:solidFill>
              </a:rPr>
              <a:pPr/>
              <a:t>‹#›</a:t>
            </a:fld>
            <a:endParaRPr lang="pl-PL" altLang="pl-PL">
              <a:solidFill>
                <a:srgbClr val="26437E"/>
              </a:solidFill>
            </a:endParaRPr>
          </a:p>
        </p:txBody>
      </p:sp>
    </p:spTree>
    <p:extLst>
      <p:ext uri="{BB962C8B-B14F-4D97-AF65-F5344CB8AC3E}">
        <p14:creationId xmlns:p14="http://schemas.microsoft.com/office/powerpoint/2010/main" val="16010862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Features  1">
    <p:spTree>
      <p:nvGrpSpPr>
        <p:cNvPr id="1" name=""/>
        <p:cNvGrpSpPr/>
        <p:nvPr/>
      </p:nvGrpSpPr>
      <p:grpSpPr>
        <a:xfrm>
          <a:off x="0" y="0"/>
          <a:ext cx="0" cy="0"/>
          <a:chOff x="0" y="0"/>
          <a:chExt cx="0" cy="0"/>
        </a:xfrm>
      </p:grpSpPr>
      <p:pic>
        <p:nvPicPr>
          <p:cNvPr id="27" name="Obraz 5"/>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893050" y="4838700"/>
            <a:ext cx="800100" cy="12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 name="Prostokąt 27"/>
          <p:cNvSpPr/>
          <p:nvPr userDrawn="1"/>
        </p:nvSpPr>
        <p:spPr>
          <a:xfrm flipV="1">
            <a:off x="0" y="808038"/>
            <a:ext cx="9144000" cy="46037"/>
          </a:xfrm>
          <a:prstGeom prst="rect">
            <a:avLst/>
          </a:prstGeom>
          <a:gradFill>
            <a:gsLst>
              <a:gs pos="0">
                <a:schemeClr val="tx2"/>
              </a:gs>
              <a:gs pos="100000">
                <a:schemeClr val="accent3"/>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pl-PL">
              <a:solidFill>
                <a:prstClr val="white"/>
              </a:solidFill>
            </a:endParaRPr>
          </a:p>
        </p:txBody>
      </p:sp>
      <p:sp>
        <p:nvSpPr>
          <p:cNvPr id="86" name="Symbol zastępczy tekstu 6"/>
          <p:cNvSpPr>
            <a:spLocks noGrp="1"/>
          </p:cNvSpPr>
          <p:nvPr>
            <p:ph type="body" sz="quarter" idx="15"/>
          </p:nvPr>
        </p:nvSpPr>
        <p:spPr>
          <a:xfrm>
            <a:off x="1168400" y="1178002"/>
            <a:ext cx="3017024" cy="215900"/>
          </a:xfrm>
        </p:spPr>
        <p:txBody>
          <a:bodyPr>
            <a:noAutofit/>
          </a:bodyPr>
          <a:lstStyle>
            <a:lvl1pPr marL="0" indent="0">
              <a:buNone/>
              <a:defRPr sz="1200">
                <a:solidFill>
                  <a:schemeClr val="accent3"/>
                </a:solidFill>
              </a:defRPr>
            </a:lvl1pPr>
            <a:lvl2pPr marL="457200" indent="0">
              <a:buNone/>
              <a:defRPr/>
            </a:lvl2pPr>
            <a:lvl3pPr marL="914400" indent="0">
              <a:buNone/>
              <a:defRPr/>
            </a:lvl3pPr>
            <a:lvl4pPr marL="1371600" indent="0">
              <a:buNone/>
              <a:defRPr/>
            </a:lvl4pPr>
            <a:lvl5pPr marL="1828800" indent="0">
              <a:buNone/>
              <a:defRPr/>
            </a:lvl5pPr>
          </a:lstStyle>
          <a:p>
            <a:pPr lvl="0"/>
            <a:r>
              <a:rPr lang="pl-PL"/>
              <a:t>Kliknij, aby edytować style wzorca tekstu</a:t>
            </a:r>
          </a:p>
        </p:txBody>
      </p:sp>
      <p:sp>
        <p:nvSpPr>
          <p:cNvPr id="87" name="Symbol zastępczy tekstu 11"/>
          <p:cNvSpPr>
            <a:spLocks noGrp="1"/>
          </p:cNvSpPr>
          <p:nvPr>
            <p:ph type="body" sz="quarter" idx="16"/>
          </p:nvPr>
        </p:nvSpPr>
        <p:spPr>
          <a:xfrm>
            <a:off x="1168400" y="1449828"/>
            <a:ext cx="3017024" cy="242374"/>
          </a:xfrm>
          <a:noFill/>
        </p:spPr>
        <p:txBody>
          <a:bodyPr rtlCol="0">
            <a:spAutoFit/>
          </a:bodyPr>
          <a:lstStyle>
            <a:lvl1pPr marL="0" indent="0">
              <a:lnSpc>
                <a:spcPct val="110000"/>
              </a:lnSpc>
              <a:buNone/>
              <a:defRPr lang="pl-PL" sz="900" b="0" smtClean="0">
                <a:solidFill>
                  <a:schemeClr val="bg2">
                    <a:lumMod val="10000"/>
                  </a:schemeClr>
                </a:solidFill>
              </a:defRPr>
            </a:lvl1pPr>
            <a:lvl2pPr>
              <a:defRPr lang="pl-PL" sz="1800" smtClean="0"/>
            </a:lvl2pPr>
            <a:lvl3pPr>
              <a:defRPr lang="pl-PL" sz="1800" smtClean="0"/>
            </a:lvl3pPr>
            <a:lvl4pPr>
              <a:defRPr lang="pl-PL" sz="1800" smtClean="0"/>
            </a:lvl4pPr>
            <a:lvl5pPr>
              <a:defRPr lang="pl-PL" sz="600" b="0" kern="1200">
                <a:solidFill>
                  <a:schemeClr val="accent5"/>
                </a:solidFill>
                <a:latin typeface="+mn-lt"/>
                <a:ea typeface="+mn-ea"/>
                <a:cs typeface="+mn-cs"/>
              </a:defRPr>
            </a:lvl5pPr>
          </a:lstStyle>
          <a:p>
            <a:pPr lvl="0"/>
            <a:r>
              <a:rPr lang="pl-PL"/>
              <a:t>Kliknij, aby edytować style wzorca tekstu</a:t>
            </a:r>
          </a:p>
        </p:txBody>
      </p:sp>
      <p:sp>
        <p:nvSpPr>
          <p:cNvPr id="89" name="Symbol zastępczy tekstu 6"/>
          <p:cNvSpPr>
            <a:spLocks noGrp="1"/>
          </p:cNvSpPr>
          <p:nvPr>
            <p:ph type="body" sz="quarter" idx="17"/>
          </p:nvPr>
        </p:nvSpPr>
        <p:spPr>
          <a:xfrm>
            <a:off x="1168400" y="2060652"/>
            <a:ext cx="3017024" cy="215900"/>
          </a:xfrm>
        </p:spPr>
        <p:txBody>
          <a:bodyPr>
            <a:noAutofit/>
          </a:bodyPr>
          <a:lstStyle>
            <a:lvl1pPr marL="0" indent="0">
              <a:buNone/>
              <a:defRPr sz="1200">
                <a:solidFill>
                  <a:schemeClr val="accent3"/>
                </a:solidFill>
              </a:defRPr>
            </a:lvl1pPr>
            <a:lvl2pPr marL="457200" indent="0">
              <a:buNone/>
              <a:defRPr/>
            </a:lvl2pPr>
            <a:lvl3pPr marL="914400" indent="0">
              <a:buNone/>
              <a:defRPr/>
            </a:lvl3pPr>
            <a:lvl4pPr marL="1371600" indent="0">
              <a:buNone/>
              <a:defRPr/>
            </a:lvl4pPr>
            <a:lvl5pPr marL="1828800" indent="0">
              <a:buNone/>
              <a:defRPr/>
            </a:lvl5pPr>
          </a:lstStyle>
          <a:p>
            <a:pPr lvl="0"/>
            <a:r>
              <a:rPr lang="pl-PL"/>
              <a:t>Kliknij, aby edytować style wzorca tekstu</a:t>
            </a:r>
          </a:p>
        </p:txBody>
      </p:sp>
      <p:sp>
        <p:nvSpPr>
          <p:cNvPr id="90" name="Symbol zastępczy tekstu 11"/>
          <p:cNvSpPr>
            <a:spLocks noGrp="1"/>
          </p:cNvSpPr>
          <p:nvPr>
            <p:ph type="body" sz="quarter" idx="18"/>
          </p:nvPr>
        </p:nvSpPr>
        <p:spPr>
          <a:xfrm>
            <a:off x="1168400" y="2332478"/>
            <a:ext cx="3017024" cy="244682"/>
          </a:xfrm>
          <a:noFill/>
        </p:spPr>
        <p:txBody>
          <a:bodyPr rtlCol="0">
            <a:spAutoFit/>
          </a:bodyPr>
          <a:lstStyle>
            <a:lvl1pPr marL="0" marR="0" indent="0" algn="l" defTabSz="457200" rtl="0" eaLnBrk="1" fontAlgn="auto" latinLnBrk="0" hangingPunct="1">
              <a:lnSpc>
                <a:spcPct val="110000"/>
              </a:lnSpc>
              <a:spcBef>
                <a:spcPct val="20000"/>
              </a:spcBef>
              <a:spcAft>
                <a:spcPts val="0"/>
              </a:spcAft>
              <a:buClrTx/>
              <a:buSzTx/>
              <a:buFont typeface="Arial"/>
              <a:buNone/>
              <a:tabLst/>
              <a:defRPr lang="pl-PL" sz="900" b="0" smtClean="0">
                <a:solidFill>
                  <a:schemeClr val="bg2">
                    <a:lumMod val="10000"/>
                  </a:schemeClr>
                </a:solidFill>
              </a:defRPr>
            </a:lvl1pPr>
            <a:lvl2pPr>
              <a:defRPr lang="pl-PL" sz="1800" smtClean="0"/>
            </a:lvl2pPr>
            <a:lvl3pPr>
              <a:defRPr lang="pl-PL" sz="1800" smtClean="0"/>
            </a:lvl3pPr>
            <a:lvl4pPr>
              <a:defRPr lang="pl-PL" sz="1800" smtClean="0"/>
            </a:lvl4pPr>
            <a:lvl5pPr>
              <a:defRPr lang="pl-PL" sz="600" b="0" kern="1200">
                <a:solidFill>
                  <a:schemeClr val="accent5"/>
                </a:solidFill>
                <a:latin typeface="+mn-lt"/>
                <a:ea typeface="+mn-ea"/>
                <a:cs typeface="+mn-cs"/>
              </a:defRPr>
            </a:lvl5pPr>
          </a:lstStyle>
          <a:p>
            <a:pPr lvl="0"/>
            <a:r>
              <a:rPr lang="pl-PL"/>
              <a:t>Kliknij, aby edytować style wzorca tekstu</a:t>
            </a:r>
          </a:p>
        </p:txBody>
      </p:sp>
      <p:sp>
        <p:nvSpPr>
          <p:cNvPr id="92" name="Symbol zastępczy tekstu 6"/>
          <p:cNvSpPr>
            <a:spLocks noGrp="1"/>
          </p:cNvSpPr>
          <p:nvPr>
            <p:ph type="body" sz="quarter" idx="19"/>
          </p:nvPr>
        </p:nvSpPr>
        <p:spPr>
          <a:xfrm>
            <a:off x="1168400" y="2898852"/>
            <a:ext cx="3017024" cy="215900"/>
          </a:xfrm>
        </p:spPr>
        <p:txBody>
          <a:bodyPr>
            <a:noAutofit/>
          </a:bodyPr>
          <a:lstStyle>
            <a:lvl1pPr marL="0" indent="0">
              <a:buNone/>
              <a:defRPr sz="1200">
                <a:solidFill>
                  <a:schemeClr val="accent3"/>
                </a:solidFill>
              </a:defRPr>
            </a:lvl1pPr>
            <a:lvl2pPr marL="457200" indent="0">
              <a:buNone/>
              <a:defRPr/>
            </a:lvl2pPr>
            <a:lvl3pPr marL="914400" indent="0">
              <a:buNone/>
              <a:defRPr/>
            </a:lvl3pPr>
            <a:lvl4pPr marL="1371600" indent="0">
              <a:buNone/>
              <a:defRPr/>
            </a:lvl4pPr>
            <a:lvl5pPr marL="1828800" indent="0">
              <a:buNone/>
              <a:defRPr/>
            </a:lvl5pPr>
          </a:lstStyle>
          <a:p>
            <a:pPr lvl="0"/>
            <a:r>
              <a:rPr lang="pl-PL"/>
              <a:t>Kliknij, aby edytować style wzorca tekstu</a:t>
            </a:r>
          </a:p>
        </p:txBody>
      </p:sp>
      <p:sp>
        <p:nvSpPr>
          <p:cNvPr id="93" name="Symbol zastępczy tekstu 11"/>
          <p:cNvSpPr>
            <a:spLocks noGrp="1"/>
          </p:cNvSpPr>
          <p:nvPr>
            <p:ph type="body" sz="quarter" idx="20"/>
          </p:nvPr>
        </p:nvSpPr>
        <p:spPr>
          <a:xfrm>
            <a:off x="1168400" y="3170678"/>
            <a:ext cx="3017024" cy="244682"/>
          </a:xfrm>
          <a:noFill/>
        </p:spPr>
        <p:txBody>
          <a:bodyPr rtlCol="0">
            <a:spAutoFit/>
          </a:bodyPr>
          <a:lstStyle>
            <a:lvl1pPr marL="0" indent="0">
              <a:lnSpc>
                <a:spcPct val="110000"/>
              </a:lnSpc>
              <a:buNone/>
              <a:defRPr lang="pl-PL" sz="900" b="0" smtClean="0">
                <a:solidFill>
                  <a:schemeClr val="bg2">
                    <a:lumMod val="10000"/>
                  </a:schemeClr>
                </a:solidFill>
              </a:defRPr>
            </a:lvl1pPr>
            <a:lvl2pPr>
              <a:defRPr lang="pl-PL" sz="1800" smtClean="0"/>
            </a:lvl2pPr>
            <a:lvl3pPr>
              <a:defRPr lang="pl-PL" sz="1800" smtClean="0"/>
            </a:lvl3pPr>
            <a:lvl4pPr>
              <a:defRPr lang="pl-PL" sz="1800" smtClean="0"/>
            </a:lvl4pPr>
            <a:lvl5pPr>
              <a:defRPr lang="pl-PL" sz="600" b="0" kern="1200">
                <a:solidFill>
                  <a:schemeClr val="accent5"/>
                </a:solidFill>
                <a:latin typeface="+mn-lt"/>
                <a:ea typeface="+mn-ea"/>
                <a:cs typeface="+mn-cs"/>
              </a:defRPr>
            </a:lvl5pPr>
          </a:lstStyle>
          <a:p>
            <a:pPr lvl="0"/>
            <a:r>
              <a:rPr lang="pl-PL"/>
              <a:t>Kliknij, aby edytować style wzorca tekstu</a:t>
            </a:r>
          </a:p>
        </p:txBody>
      </p:sp>
      <p:sp>
        <p:nvSpPr>
          <p:cNvPr id="95" name="Symbol zastępczy tekstu 6"/>
          <p:cNvSpPr>
            <a:spLocks noGrp="1"/>
          </p:cNvSpPr>
          <p:nvPr>
            <p:ph type="body" sz="quarter" idx="21"/>
          </p:nvPr>
        </p:nvSpPr>
        <p:spPr>
          <a:xfrm>
            <a:off x="1168400" y="3756102"/>
            <a:ext cx="3017024" cy="215900"/>
          </a:xfrm>
        </p:spPr>
        <p:txBody>
          <a:bodyPr>
            <a:noAutofit/>
          </a:bodyPr>
          <a:lstStyle>
            <a:lvl1pPr marL="0" indent="0">
              <a:buNone/>
              <a:defRPr sz="1200">
                <a:solidFill>
                  <a:schemeClr val="accent3"/>
                </a:solidFill>
              </a:defRPr>
            </a:lvl1pPr>
            <a:lvl2pPr marL="457200" indent="0">
              <a:buNone/>
              <a:defRPr/>
            </a:lvl2pPr>
            <a:lvl3pPr marL="914400" indent="0">
              <a:buNone/>
              <a:defRPr/>
            </a:lvl3pPr>
            <a:lvl4pPr marL="1371600" indent="0">
              <a:buNone/>
              <a:defRPr/>
            </a:lvl4pPr>
            <a:lvl5pPr marL="1828800" indent="0">
              <a:buNone/>
              <a:defRPr/>
            </a:lvl5pPr>
          </a:lstStyle>
          <a:p>
            <a:pPr lvl="0"/>
            <a:r>
              <a:rPr lang="pl-PL"/>
              <a:t>Kliknij, aby edytować style wzorca tekstu</a:t>
            </a:r>
          </a:p>
        </p:txBody>
      </p:sp>
      <p:sp>
        <p:nvSpPr>
          <p:cNvPr id="96" name="Symbol zastępczy tekstu 11"/>
          <p:cNvSpPr>
            <a:spLocks noGrp="1"/>
          </p:cNvSpPr>
          <p:nvPr>
            <p:ph type="body" sz="quarter" idx="22"/>
          </p:nvPr>
        </p:nvSpPr>
        <p:spPr>
          <a:xfrm>
            <a:off x="1168400" y="4027928"/>
            <a:ext cx="3017024" cy="244682"/>
          </a:xfrm>
          <a:noFill/>
        </p:spPr>
        <p:txBody>
          <a:bodyPr rtlCol="0">
            <a:spAutoFit/>
          </a:bodyPr>
          <a:lstStyle>
            <a:lvl1pPr marL="0" indent="0">
              <a:lnSpc>
                <a:spcPct val="110000"/>
              </a:lnSpc>
              <a:buNone/>
              <a:defRPr lang="pl-PL" sz="900" b="0" smtClean="0">
                <a:solidFill>
                  <a:schemeClr val="bg2">
                    <a:lumMod val="10000"/>
                  </a:schemeClr>
                </a:solidFill>
              </a:defRPr>
            </a:lvl1pPr>
            <a:lvl2pPr>
              <a:defRPr lang="pl-PL" sz="1800" smtClean="0"/>
            </a:lvl2pPr>
            <a:lvl3pPr>
              <a:defRPr lang="pl-PL" sz="1800" smtClean="0"/>
            </a:lvl3pPr>
            <a:lvl4pPr>
              <a:defRPr lang="pl-PL" sz="1800" smtClean="0"/>
            </a:lvl4pPr>
            <a:lvl5pPr>
              <a:defRPr lang="pl-PL" sz="600" b="0" kern="1200">
                <a:solidFill>
                  <a:schemeClr val="accent5"/>
                </a:solidFill>
                <a:latin typeface="+mn-lt"/>
                <a:ea typeface="+mn-ea"/>
                <a:cs typeface="+mn-cs"/>
              </a:defRPr>
            </a:lvl5pPr>
          </a:lstStyle>
          <a:p>
            <a:pPr lvl="0"/>
            <a:r>
              <a:rPr lang="pl-PL"/>
              <a:t>Kliknij, aby edytować style wzorca tekstu</a:t>
            </a:r>
          </a:p>
        </p:txBody>
      </p:sp>
      <p:sp>
        <p:nvSpPr>
          <p:cNvPr id="97" name="Symbol zastępczy obrazu 3"/>
          <p:cNvSpPr>
            <a:spLocks noGrp="1"/>
          </p:cNvSpPr>
          <p:nvPr>
            <p:ph type="pic" sz="quarter" idx="23"/>
          </p:nvPr>
        </p:nvSpPr>
        <p:spPr>
          <a:xfrm>
            <a:off x="558800" y="1274644"/>
            <a:ext cx="279400" cy="304800"/>
          </a:xfrm>
        </p:spPr>
        <p:txBody>
          <a:bodyPr rtlCol="0" anchor="ctr">
            <a:normAutofit/>
          </a:bodyPr>
          <a:lstStyle>
            <a:lvl1pPr marL="0" indent="0" algn="ctr">
              <a:buNone/>
              <a:defRPr sz="700">
                <a:solidFill>
                  <a:schemeClr val="accent3"/>
                </a:solidFill>
              </a:defRPr>
            </a:lvl1pPr>
          </a:lstStyle>
          <a:p>
            <a:pPr lvl="0"/>
            <a:r>
              <a:rPr lang="pl-PL" noProof="0"/>
              <a:t>Kliknij ikonę, aby dodać obraz</a:t>
            </a:r>
            <a:endParaRPr lang="pl-PL" noProof="0" dirty="0"/>
          </a:p>
        </p:txBody>
      </p:sp>
      <p:sp>
        <p:nvSpPr>
          <p:cNvPr id="98" name="Symbol zastępczy obrazu 3"/>
          <p:cNvSpPr>
            <a:spLocks noGrp="1"/>
          </p:cNvSpPr>
          <p:nvPr>
            <p:ph type="pic" sz="quarter" idx="24"/>
          </p:nvPr>
        </p:nvSpPr>
        <p:spPr>
          <a:xfrm>
            <a:off x="558800" y="2165916"/>
            <a:ext cx="279400" cy="304800"/>
          </a:xfrm>
        </p:spPr>
        <p:txBody>
          <a:bodyPr rtlCol="0" anchor="ctr">
            <a:normAutofit/>
          </a:bodyPr>
          <a:lstStyle>
            <a:lvl1pPr marL="0" indent="0" algn="ctr">
              <a:buNone/>
              <a:defRPr sz="700">
                <a:solidFill>
                  <a:schemeClr val="accent3"/>
                </a:solidFill>
              </a:defRPr>
            </a:lvl1pPr>
          </a:lstStyle>
          <a:p>
            <a:pPr lvl="0"/>
            <a:r>
              <a:rPr lang="pl-PL" noProof="0"/>
              <a:t>Kliknij ikonę, aby dodać obraz</a:t>
            </a:r>
            <a:endParaRPr lang="pl-PL" noProof="0" dirty="0"/>
          </a:p>
        </p:txBody>
      </p:sp>
      <p:sp>
        <p:nvSpPr>
          <p:cNvPr id="99" name="Symbol zastępczy obrazu 3"/>
          <p:cNvSpPr>
            <a:spLocks noGrp="1"/>
          </p:cNvSpPr>
          <p:nvPr>
            <p:ph type="pic" sz="quarter" idx="25"/>
          </p:nvPr>
        </p:nvSpPr>
        <p:spPr>
          <a:xfrm>
            <a:off x="558800" y="2995494"/>
            <a:ext cx="279400" cy="304800"/>
          </a:xfrm>
        </p:spPr>
        <p:txBody>
          <a:bodyPr rtlCol="0" anchor="ctr">
            <a:normAutofit/>
          </a:bodyPr>
          <a:lstStyle>
            <a:lvl1pPr marL="0" indent="0" algn="ctr">
              <a:buNone/>
              <a:defRPr sz="700">
                <a:solidFill>
                  <a:schemeClr val="accent3"/>
                </a:solidFill>
              </a:defRPr>
            </a:lvl1pPr>
          </a:lstStyle>
          <a:p>
            <a:pPr lvl="0"/>
            <a:r>
              <a:rPr lang="pl-PL" noProof="0"/>
              <a:t>Kliknij ikonę, aby dodać obraz</a:t>
            </a:r>
            <a:endParaRPr lang="pl-PL" noProof="0" dirty="0"/>
          </a:p>
        </p:txBody>
      </p:sp>
      <p:sp>
        <p:nvSpPr>
          <p:cNvPr id="100" name="Symbol zastępczy obrazu 3"/>
          <p:cNvSpPr>
            <a:spLocks noGrp="1"/>
          </p:cNvSpPr>
          <p:nvPr>
            <p:ph type="pic" sz="quarter" idx="26"/>
          </p:nvPr>
        </p:nvSpPr>
        <p:spPr>
          <a:xfrm>
            <a:off x="565322" y="3852744"/>
            <a:ext cx="279400" cy="304800"/>
          </a:xfrm>
        </p:spPr>
        <p:txBody>
          <a:bodyPr rtlCol="0" anchor="ctr">
            <a:normAutofit/>
          </a:bodyPr>
          <a:lstStyle>
            <a:lvl1pPr marL="0" indent="0" algn="ctr">
              <a:buNone/>
              <a:defRPr sz="700">
                <a:solidFill>
                  <a:schemeClr val="accent3"/>
                </a:solidFill>
              </a:defRPr>
            </a:lvl1pPr>
          </a:lstStyle>
          <a:p>
            <a:pPr lvl="0"/>
            <a:r>
              <a:rPr lang="pl-PL" noProof="0"/>
              <a:t>Kliknij ikonę, aby dodać obraz</a:t>
            </a:r>
            <a:endParaRPr lang="pl-PL" noProof="0" dirty="0"/>
          </a:p>
        </p:txBody>
      </p:sp>
      <p:sp>
        <p:nvSpPr>
          <p:cNvPr id="102" name="Symbol zastępczy tekstu 6"/>
          <p:cNvSpPr>
            <a:spLocks noGrp="1"/>
          </p:cNvSpPr>
          <p:nvPr>
            <p:ph type="body" sz="quarter" idx="40"/>
          </p:nvPr>
        </p:nvSpPr>
        <p:spPr>
          <a:xfrm>
            <a:off x="5647473" y="1185126"/>
            <a:ext cx="3046074" cy="215900"/>
          </a:xfrm>
        </p:spPr>
        <p:txBody>
          <a:bodyPr>
            <a:noAutofit/>
          </a:bodyPr>
          <a:lstStyle>
            <a:lvl1pPr marL="0" indent="0">
              <a:buNone/>
              <a:defRPr sz="1200">
                <a:solidFill>
                  <a:schemeClr val="accent3"/>
                </a:solidFill>
              </a:defRPr>
            </a:lvl1pPr>
            <a:lvl2pPr marL="457200" indent="0">
              <a:buNone/>
              <a:defRPr/>
            </a:lvl2pPr>
            <a:lvl3pPr marL="914400" indent="0">
              <a:buNone/>
              <a:defRPr/>
            </a:lvl3pPr>
            <a:lvl4pPr marL="1371600" indent="0">
              <a:buNone/>
              <a:defRPr/>
            </a:lvl4pPr>
            <a:lvl5pPr marL="1828800" indent="0">
              <a:buNone/>
              <a:defRPr/>
            </a:lvl5pPr>
          </a:lstStyle>
          <a:p>
            <a:pPr lvl="0"/>
            <a:r>
              <a:rPr lang="pl-PL"/>
              <a:t>Kliknij, aby edytować style wzorca tekstu</a:t>
            </a:r>
          </a:p>
        </p:txBody>
      </p:sp>
      <p:sp>
        <p:nvSpPr>
          <p:cNvPr id="103" name="Symbol zastępczy tekstu 11"/>
          <p:cNvSpPr>
            <a:spLocks noGrp="1"/>
          </p:cNvSpPr>
          <p:nvPr>
            <p:ph type="body" sz="quarter" idx="41"/>
          </p:nvPr>
        </p:nvSpPr>
        <p:spPr>
          <a:xfrm>
            <a:off x="5647473" y="1456952"/>
            <a:ext cx="3046074" cy="242374"/>
          </a:xfrm>
          <a:noFill/>
        </p:spPr>
        <p:txBody>
          <a:bodyPr rtlCol="0">
            <a:spAutoFit/>
          </a:bodyPr>
          <a:lstStyle>
            <a:lvl1pPr marL="0" indent="0">
              <a:lnSpc>
                <a:spcPct val="110000"/>
              </a:lnSpc>
              <a:buNone/>
              <a:defRPr lang="pl-PL" sz="900" b="0" smtClean="0">
                <a:solidFill>
                  <a:schemeClr val="bg2">
                    <a:lumMod val="10000"/>
                  </a:schemeClr>
                </a:solidFill>
              </a:defRPr>
            </a:lvl1pPr>
            <a:lvl2pPr>
              <a:defRPr lang="pl-PL" sz="1800" smtClean="0"/>
            </a:lvl2pPr>
            <a:lvl3pPr>
              <a:defRPr lang="pl-PL" sz="1800" smtClean="0"/>
            </a:lvl3pPr>
            <a:lvl4pPr>
              <a:defRPr lang="pl-PL" sz="1800" smtClean="0"/>
            </a:lvl4pPr>
            <a:lvl5pPr>
              <a:defRPr lang="pl-PL" sz="600" b="0" kern="1200">
                <a:solidFill>
                  <a:schemeClr val="accent5"/>
                </a:solidFill>
                <a:latin typeface="+mn-lt"/>
                <a:ea typeface="+mn-ea"/>
                <a:cs typeface="+mn-cs"/>
              </a:defRPr>
            </a:lvl5pPr>
          </a:lstStyle>
          <a:p>
            <a:pPr lvl="0"/>
            <a:r>
              <a:rPr lang="pl-PL"/>
              <a:t>Kliknij, aby edytować style wzorca tekstu</a:t>
            </a:r>
          </a:p>
        </p:txBody>
      </p:sp>
      <p:sp>
        <p:nvSpPr>
          <p:cNvPr id="105" name="Symbol zastępczy tekstu 6"/>
          <p:cNvSpPr>
            <a:spLocks noGrp="1"/>
          </p:cNvSpPr>
          <p:nvPr>
            <p:ph type="body" sz="quarter" idx="42"/>
          </p:nvPr>
        </p:nvSpPr>
        <p:spPr>
          <a:xfrm>
            <a:off x="5647472" y="2067776"/>
            <a:ext cx="3046075" cy="215900"/>
          </a:xfrm>
        </p:spPr>
        <p:txBody>
          <a:bodyPr>
            <a:noAutofit/>
          </a:bodyPr>
          <a:lstStyle>
            <a:lvl1pPr marL="0" indent="0">
              <a:buNone/>
              <a:defRPr sz="1200">
                <a:solidFill>
                  <a:schemeClr val="accent3"/>
                </a:solidFill>
              </a:defRPr>
            </a:lvl1pPr>
            <a:lvl2pPr marL="457200" indent="0">
              <a:buNone/>
              <a:defRPr/>
            </a:lvl2pPr>
            <a:lvl3pPr marL="914400" indent="0">
              <a:buNone/>
              <a:defRPr/>
            </a:lvl3pPr>
            <a:lvl4pPr marL="1371600" indent="0">
              <a:buNone/>
              <a:defRPr/>
            </a:lvl4pPr>
            <a:lvl5pPr marL="1828800" indent="0">
              <a:buNone/>
              <a:defRPr/>
            </a:lvl5pPr>
          </a:lstStyle>
          <a:p>
            <a:pPr lvl="0"/>
            <a:r>
              <a:rPr lang="pl-PL"/>
              <a:t>Kliknij, aby edytować style wzorca tekstu</a:t>
            </a:r>
          </a:p>
        </p:txBody>
      </p:sp>
      <p:sp>
        <p:nvSpPr>
          <p:cNvPr id="106" name="Symbol zastępczy tekstu 11"/>
          <p:cNvSpPr>
            <a:spLocks noGrp="1"/>
          </p:cNvSpPr>
          <p:nvPr>
            <p:ph type="body" sz="quarter" idx="43"/>
          </p:nvPr>
        </p:nvSpPr>
        <p:spPr>
          <a:xfrm>
            <a:off x="5647473" y="2339602"/>
            <a:ext cx="3046074" cy="244682"/>
          </a:xfrm>
          <a:noFill/>
        </p:spPr>
        <p:txBody>
          <a:bodyPr rtlCol="0">
            <a:spAutoFit/>
          </a:bodyPr>
          <a:lstStyle>
            <a:lvl1pPr marL="0" marR="0" indent="0" algn="l" defTabSz="457200" rtl="0" eaLnBrk="1" fontAlgn="auto" latinLnBrk="0" hangingPunct="1">
              <a:lnSpc>
                <a:spcPct val="110000"/>
              </a:lnSpc>
              <a:spcBef>
                <a:spcPct val="20000"/>
              </a:spcBef>
              <a:spcAft>
                <a:spcPts val="0"/>
              </a:spcAft>
              <a:buClrTx/>
              <a:buSzTx/>
              <a:buFont typeface="Arial"/>
              <a:buNone/>
              <a:tabLst/>
              <a:defRPr lang="pl-PL" sz="900" b="0" smtClean="0">
                <a:solidFill>
                  <a:schemeClr val="bg2">
                    <a:lumMod val="10000"/>
                  </a:schemeClr>
                </a:solidFill>
              </a:defRPr>
            </a:lvl1pPr>
            <a:lvl2pPr>
              <a:defRPr lang="pl-PL" sz="1800" smtClean="0"/>
            </a:lvl2pPr>
            <a:lvl3pPr>
              <a:defRPr lang="pl-PL" sz="1800" smtClean="0"/>
            </a:lvl3pPr>
            <a:lvl4pPr>
              <a:defRPr lang="pl-PL" sz="1800" smtClean="0"/>
            </a:lvl4pPr>
            <a:lvl5pPr>
              <a:defRPr lang="pl-PL" sz="600" b="0" kern="1200">
                <a:solidFill>
                  <a:schemeClr val="accent5"/>
                </a:solidFill>
                <a:latin typeface="+mn-lt"/>
                <a:ea typeface="+mn-ea"/>
                <a:cs typeface="+mn-cs"/>
              </a:defRPr>
            </a:lvl5pPr>
          </a:lstStyle>
          <a:p>
            <a:pPr lvl="0"/>
            <a:r>
              <a:rPr lang="pl-PL"/>
              <a:t>Kliknij, aby edytować style wzorca tekstu</a:t>
            </a:r>
          </a:p>
        </p:txBody>
      </p:sp>
      <p:sp>
        <p:nvSpPr>
          <p:cNvPr id="108" name="Symbol zastępczy tekstu 6"/>
          <p:cNvSpPr>
            <a:spLocks noGrp="1"/>
          </p:cNvSpPr>
          <p:nvPr>
            <p:ph type="body" sz="quarter" idx="44"/>
          </p:nvPr>
        </p:nvSpPr>
        <p:spPr>
          <a:xfrm>
            <a:off x="5647473" y="2905976"/>
            <a:ext cx="3046074" cy="215900"/>
          </a:xfrm>
        </p:spPr>
        <p:txBody>
          <a:bodyPr>
            <a:noAutofit/>
          </a:bodyPr>
          <a:lstStyle>
            <a:lvl1pPr marL="0" indent="0">
              <a:buNone/>
              <a:defRPr sz="1200">
                <a:solidFill>
                  <a:schemeClr val="accent3"/>
                </a:solidFill>
              </a:defRPr>
            </a:lvl1pPr>
            <a:lvl2pPr marL="457200" indent="0">
              <a:buNone/>
              <a:defRPr/>
            </a:lvl2pPr>
            <a:lvl3pPr marL="914400" indent="0">
              <a:buNone/>
              <a:defRPr/>
            </a:lvl3pPr>
            <a:lvl4pPr marL="1371600" indent="0">
              <a:buNone/>
              <a:defRPr/>
            </a:lvl4pPr>
            <a:lvl5pPr marL="1828800" indent="0">
              <a:buNone/>
              <a:defRPr/>
            </a:lvl5pPr>
          </a:lstStyle>
          <a:p>
            <a:pPr lvl="0"/>
            <a:r>
              <a:rPr lang="pl-PL"/>
              <a:t>Kliknij, aby edytować style wzorca tekstu</a:t>
            </a:r>
          </a:p>
        </p:txBody>
      </p:sp>
      <p:sp>
        <p:nvSpPr>
          <p:cNvPr id="109" name="Symbol zastępczy tekstu 11"/>
          <p:cNvSpPr>
            <a:spLocks noGrp="1"/>
          </p:cNvSpPr>
          <p:nvPr>
            <p:ph type="body" sz="quarter" idx="45"/>
          </p:nvPr>
        </p:nvSpPr>
        <p:spPr>
          <a:xfrm>
            <a:off x="5647473" y="3177802"/>
            <a:ext cx="3046074" cy="244682"/>
          </a:xfrm>
          <a:noFill/>
        </p:spPr>
        <p:txBody>
          <a:bodyPr rtlCol="0">
            <a:spAutoFit/>
          </a:bodyPr>
          <a:lstStyle>
            <a:lvl1pPr marL="0" indent="0">
              <a:lnSpc>
                <a:spcPct val="110000"/>
              </a:lnSpc>
              <a:buNone/>
              <a:defRPr lang="pl-PL" sz="900" b="0" smtClean="0">
                <a:solidFill>
                  <a:schemeClr val="bg2">
                    <a:lumMod val="10000"/>
                  </a:schemeClr>
                </a:solidFill>
              </a:defRPr>
            </a:lvl1pPr>
            <a:lvl2pPr>
              <a:defRPr lang="pl-PL" sz="1800" smtClean="0"/>
            </a:lvl2pPr>
            <a:lvl3pPr>
              <a:defRPr lang="pl-PL" sz="1800" smtClean="0"/>
            </a:lvl3pPr>
            <a:lvl4pPr>
              <a:defRPr lang="pl-PL" sz="1800" smtClean="0"/>
            </a:lvl4pPr>
            <a:lvl5pPr>
              <a:defRPr lang="pl-PL" sz="600" b="0" kern="1200">
                <a:solidFill>
                  <a:schemeClr val="accent5"/>
                </a:solidFill>
                <a:latin typeface="+mn-lt"/>
                <a:ea typeface="+mn-ea"/>
                <a:cs typeface="+mn-cs"/>
              </a:defRPr>
            </a:lvl5pPr>
          </a:lstStyle>
          <a:p>
            <a:pPr lvl="0"/>
            <a:r>
              <a:rPr lang="pl-PL"/>
              <a:t>Kliknij, aby edytować style wzorca tekstu</a:t>
            </a:r>
          </a:p>
        </p:txBody>
      </p:sp>
      <p:sp>
        <p:nvSpPr>
          <p:cNvPr id="111" name="Symbol zastępczy tekstu 6"/>
          <p:cNvSpPr>
            <a:spLocks noGrp="1"/>
          </p:cNvSpPr>
          <p:nvPr>
            <p:ph type="body" sz="quarter" idx="46"/>
          </p:nvPr>
        </p:nvSpPr>
        <p:spPr>
          <a:xfrm>
            <a:off x="5647473" y="3763226"/>
            <a:ext cx="3046074" cy="215900"/>
          </a:xfrm>
        </p:spPr>
        <p:txBody>
          <a:bodyPr>
            <a:noAutofit/>
          </a:bodyPr>
          <a:lstStyle>
            <a:lvl1pPr marL="0" indent="0">
              <a:buNone/>
              <a:defRPr sz="1200">
                <a:solidFill>
                  <a:schemeClr val="accent3"/>
                </a:solidFill>
              </a:defRPr>
            </a:lvl1pPr>
            <a:lvl2pPr marL="457200" indent="0">
              <a:buNone/>
              <a:defRPr/>
            </a:lvl2pPr>
            <a:lvl3pPr marL="914400" indent="0">
              <a:buNone/>
              <a:defRPr/>
            </a:lvl3pPr>
            <a:lvl4pPr marL="1371600" indent="0">
              <a:buNone/>
              <a:defRPr/>
            </a:lvl4pPr>
            <a:lvl5pPr marL="1828800" indent="0">
              <a:buNone/>
              <a:defRPr/>
            </a:lvl5pPr>
          </a:lstStyle>
          <a:p>
            <a:pPr lvl="0"/>
            <a:r>
              <a:rPr lang="pl-PL"/>
              <a:t>Kliknij, aby edytować style wzorca tekstu</a:t>
            </a:r>
          </a:p>
        </p:txBody>
      </p:sp>
      <p:sp>
        <p:nvSpPr>
          <p:cNvPr id="112" name="Symbol zastępczy tekstu 11"/>
          <p:cNvSpPr>
            <a:spLocks noGrp="1"/>
          </p:cNvSpPr>
          <p:nvPr>
            <p:ph type="body" sz="quarter" idx="47"/>
          </p:nvPr>
        </p:nvSpPr>
        <p:spPr>
          <a:xfrm>
            <a:off x="5647473" y="4035052"/>
            <a:ext cx="3046074" cy="244682"/>
          </a:xfrm>
          <a:noFill/>
        </p:spPr>
        <p:txBody>
          <a:bodyPr rtlCol="0">
            <a:spAutoFit/>
          </a:bodyPr>
          <a:lstStyle>
            <a:lvl1pPr marL="0" indent="0">
              <a:lnSpc>
                <a:spcPct val="110000"/>
              </a:lnSpc>
              <a:buNone/>
              <a:defRPr lang="pl-PL" sz="900" b="0" smtClean="0">
                <a:solidFill>
                  <a:schemeClr val="bg2">
                    <a:lumMod val="10000"/>
                  </a:schemeClr>
                </a:solidFill>
              </a:defRPr>
            </a:lvl1pPr>
            <a:lvl2pPr>
              <a:defRPr lang="pl-PL" sz="1800" smtClean="0"/>
            </a:lvl2pPr>
            <a:lvl3pPr>
              <a:defRPr lang="pl-PL" sz="1800" smtClean="0"/>
            </a:lvl3pPr>
            <a:lvl4pPr>
              <a:defRPr lang="pl-PL" sz="1800" smtClean="0"/>
            </a:lvl4pPr>
            <a:lvl5pPr>
              <a:defRPr lang="pl-PL" sz="600" b="0" kern="1200">
                <a:solidFill>
                  <a:schemeClr val="accent5"/>
                </a:solidFill>
                <a:latin typeface="+mn-lt"/>
                <a:ea typeface="+mn-ea"/>
                <a:cs typeface="+mn-cs"/>
              </a:defRPr>
            </a:lvl5pPr>
          </a:lstStyle>
          <a:p>
            <a:pPr lvl="0"/>
            <a:r>
              <a:rPr lang="pl-PL"/>
              <a:t>Kliknij, aby edytować style wzorca tekstu</a:t>
            </a:r>
          </a:p>
        </p:txBody>
      </p:sp>
      <p:sp>
        <p:nvSpPr>
          <p:cNvPr id="113" name="Symbol zastępczy obrazu 3"/>
          <p:cNvSpPr>
            <a:spLocks noGrp="1"/>
          </p:cNvSpPr>
          <p:nvPr>
            <p:ph type="pic" sz="quarter" idx="48"/>
          </p:nvPr>
        </p:nvSpPr>
        <p:spPr>
          <a:xfrm>
            <a:off x="5037873" y="1281768"/>
            <a:ext cx="279400" cy="304800"/>
          </a:xfrm>
        </p:spPr>
        <p:txBody>
          <a:bodyPr rtlCol="0" anchor="ctr">
            <a:normAutofit/>
          </a:bodyPr>
          <a:lstStyle>
            <a:lvl1pPr marL="0" indent="0" algn="ctr">
              <a:buNone/>
              <a:defRPr sz="700">
                <a:solidFill>
                  <a:schemeClr val="accent3"/>
                </a:solidFill>
              </a:defRPr>
            </a:lvl1pPr>
          </a:lstStyle>
          <a:p>
            <a:pPr lvl="0"/>
            <a:r>
              <a:rPr lang="pl-PL" noProof="0"/>
              <a:t>Kliknij ikonę, aby dodać obraz</a:t>
            </a:r>
            <a:endParaRPr lang="pl-PL" noProof="0" dirty="0"/>
          </a:p>
        </p:txBody>
      </p:sp>
      <p:sp>
        <p:nvSpPr>
          <p:cNvPr id="114" name="Symbol zastępczy obrazu 3"/>
          <p:cNvSpPr>
            <a:spLocks noGrp="1"/>
          </p:cNvSpPr>
          <p:nvPr>
            <p:ph type="pic" sz="quarter" idx="49"/>
          </p:nvPr>
        </p:nvSpPr>
        <p:spPr>
          <a:xfrm>
            <a:off x="5037873" y="2173040"/>
            <a:ext cx="279400" cy="304800"/>
          </a:xfrm>
        </p:spPr>
        <p:txBody>
          <a:bodyPr rtlCol="0" anchor="ctr">
            <a:normAutofit/>
          </a:bodyPr>
          <a:lstStyle>
            <a:lvl1pPr marL="0" indent="0" algn="ctr">
              <a:buNone/>
              <a:defRPr sz="700">
                <a:solidFill>
                  <a:schemeClr val="accent3"/>
                </a:solidFill>
              </a:defRPr>
            </a:lvl1pPr>
          </a:lstStyle>
          <a:p>
            <a:pPr lvl="0"/>
            <a:r>
              <a:rPr lang="pl-PL" noProof="0"/>
              <a:t>Kliknij ikonę, aby dodać obraz</a:t>
            </a:r>
            <a:endParaRPr lang="pl-PL" noProof="0" dirty="0"/>
          </a:p>
        </p:txBody>
      </p:sp>
      <p:sp>
        <p:nvSpPr>
          <p:cNvPr id="115" name="Symbol zastępczy obrazu 3"/>
          <p:cNvSpPr>
            <a:spLocks noGrp="1"/>
          </p:cNvSpPr>
          <p:nvPr>
            <p:ph type="pic" sz="quarter" idx="50"/>
          </p:nvPr>
        </p:nvSpPr>
        <p:spPr>
          <a:xfrm>
            <a:off x="5037873" y="3002618"/>
            <a:ext cx="279400" cy="304800"/>
          </a:xfrm>
        </p:spPr>
        <p:txBody>
          <a:bodyPr rtlCol="0" anchor="ctr">
            <a:normAutofit/>
          </a:bodyPr>
          <a:lstStyle>
            <a:lvl1pPr marL="0" indent="0" algn="ctr">
              <a:buNone/>
              <a:defRPr sz="700">
                <a:solidFill>
                  <a:schemeClr val="accent3"/>
                </a:solidFill>
              </a:defRPr>
            </a:lvl1pPr>
          </a:lstStyle>
          <a:p>
            <a:pPr lvl="0"/>
            <a:r>
              <a:rPr lang="pl-PL" noProof="0"/>
              <a:t>Kliknij ikonę, aby dodać obraz</a:t>
            </a:r>
            <a:endParaRPr lang="pl-PL" noProof="0" dirty="0"/>
          </a:p>
        </p:txBody>
      </p:sp>
      <p:sp>
        <p:nvSpPr>
          <p:cNvPr id="116" name="Symbol zastępczy obrazu 3"/>
          <p:cNvSpPr>
            <a:spLocks noGrp="1"/>
          </p:cNvSpPr>
          <p:nvPr>
            <p:ph type="pic" sz="quarter" idx="51"/>
          </p:nvPr>
        </p:nvSpPr>
        <p:spPr>
          <a:xfrm>
            <a:off x="5044395" y="3859868"/>
            <a:ext cx="279400" cy="304800"/>
          </a:xfrm>
        </p:spPr>
        <p:txBody>
          <a:bodyPr rtlCol="0" anchor="ctr">
            <a:normAutofit/>
          </a:bodyPr>
          <a:lstStyle>
            <a:lvl1pPr marL="0" indent="0" algn="ctr">
              <a:buNone/>
              <a:defRPr sz="700">
                <a:solidFill>
                  <a:schemeClr val="accent3"/>
                </a:solidFill>
              </a:defRPr>
            </a:lvl1pPr>
          </a:lstStyle>
          <a:p>
            <a:pPr lvl="0"/>
            <a:r>
              <a:rPr lang="pl-PL" noProof="0"/>
              <a:t>Kliknij ikonę, aby dodać obraz</a:t>
            </a:r>
            <a:endParaRPr lang="pl-PL" noProof="0" dirty="0"/>
          </a:p>
        </p:txBody>
      </p:sp>
      <p:sp>
        <p:nvSpPr>
          <p:cNvPr id="33" name="Symbol zastępczy tekstu 17"/>
          <p:cNvSpPr>
            <a:spLocks noGrp="1"/>
          </p:cNvSpPr>
          <p:nvPr>
            <p:ph type="body" sz="quarter" idx="52"/>
          </p:nvPr>
        </p:nvSpPr>
        <p:spPr>
          <a:xfrm>
            <a:off x="457200" y="109001"/>
            <a:ext cx="8235950" cy="692865"/>
          </a:xfrm>
        </p:spPr>
        <p:txBody>
          <a:bodyPr lIns="0" rIns="0" anchor="b">
            <a:normAutofit/>
          </a:bodyPr>
          <a:lstStyle>
            <a:lvl1pPr marL="0" indent="0">
              <a:buNone/>
              <a:defRPr lang="pl-PL" sz="2000" b="1" kern="1200" dirty="0">
                <a:solidFill>
                  <a:schemeClr val="tx1"/>
                </a:solidFill>
                <a:latin typeface="+mj-lt"/>
                <a:ea typeface="+mj-ea"/>
                <a:cs typeface="+mj-cs"/>
              </a:defRPr>
            </a:lvl1pPr>
          </a:lstStyle>
          <a:p>
            <a:pPr lvl="0"/>
            <a:r>
              <a:rPr lang="pl-PL"/>
              <a:t>Kliknij, aby edytować style wzorca tekstu</a:t>
            </a:r>
          </a:p>
        </p:txBody>
      </p:sp>
      <p:sp>
        <p:nvSpPr>
          <p:cNvPr id="29" name="Symbol zastępczy numeru slajdu 5"/>
          <p:cNvSpPr>
            <a:spLocks noGrp="1"/>
          </p:cNvSpPr>
          <p:nvPr>
            <p:ph type="sldNum" sz="quarter" idx="53"/>
          </p:nvPr>
        </p:nvSpPr>
        <p:spPr>
          <a:xfrm>
            <a:off x="457200" y="4767263"/>
            <a:ext cx="412750" cy="273050"/>
          </a:xfrm>
          <a:noFill/>
        </p:spPr>
        <p:txBody>
          <a:bodyPr/>
          <a:lstStyle>
            <a:lvl1pPr>
              <a:defRPr>
                <a:solidFill>
                  <a:schemeClr val="accent1"/>
                </a:solidFill>
              </a:defRPr>
            </a:lvl1pPr>
          </a:lstStyle>
          <a:p>
            <a:fld id="{2FC3EF2B-0C27-4FA3-ABA2-7BE076417306}" type="slidenum">
              <a:rPr lang="pl-PL" altLang="pl-PL">
                <a:solidFill>
                  <a:srgbClr val="26437E"/>
                </a:solidFill>
              </a:rPr>
              <a:pPr/>
              <a:t>‹#›</a:t>
            </a:fld>
            <a:endParaRPr lang="pl-PL" altLang="pl-PL">
              <a:solidFill>
                <a:srgbClr val="26437E"/>
              </a:solidFill>
            </a:endParaRPr>
          </a:p>
        </p:txBody>
      </p:sp>
    </p:spTree>
    <p:extLst>
      <p:ext uri="{BB962C8B-B14F-4D97-AF65-F5344CB8AC3E}">
        <p14:creationId xmlns:p14="http://schemas.microsoft.com/office/powerpoint/2010/main" val="81652373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Features  2">
    <p:spTree>
      <p:nvGrpSpPr>
        <p:cNvPr id="1" name=""/>
        <p:cNvGrpSpPr/>
        <p:nvPr/>
      </p:nvGrpSpPr>
      <p:grpSpPr>
        <a:xfrm>
          <a:off x="0" y="0"/>
          <a:ext cx="0" cy="0"/>
          <a:chOff x="0" y="0"/>
          <a:chExt cx="0" cy="0"/>
        </a:xfrm>
      </p:grpSpPr>
      <p:sp>
        <p:nvSpPr>
          <p:cNvPr id="15" name="Prostokąt 14"/>
          <p:cNvSpPr/>
          <p:nvPr userDrawn="1"/>
        </p:nvSpPr>
        <p:spPr>
          <a:xfrm>
            <a:off x="4875213" y="0"/>
            <a:ext cx="4268787" cy="5143500"/>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pl-PL">
              <a:solidFill>
                <a:prstClr val="white"/>
              </a:solidFill>
            </a:endParaRPr>
          </a:p>
        </p:txBody>
      </p:sp>
      <p:pic>
        <p:nvPicPr>
          <p:cNvPr id="16" name="Obraz 7"/>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893050" y="4838700"/>
            <a:ext cx="800100" cy="12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Prostokąt 16"/>
          <p:cNvSpPr/>
          <p:nvPr userDrawn="1"/>
        </p:nvSpPr>
        <p:spPr>
          <a:xfrm flipV="1">
            <a:off x="0" y="808038"/>
            <a:ext cx="9144000" cy="46037"/>
          </a:xfrm>
          <a:prstGeom prst="rect">
            <a:avLst/>
          </a:prstGeom>
          <a:gradFill>
            <a:gsLst>
              <a:gs pos="0">
                <a:schemeClr val="tx2"/>
              </a:gs>
              <a:gs pos="100000">
                <a:schemeClr val="accent3"/>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pl-PL">
              <a:solidFill>
                <a:prstClr val="white"/>
              </a:solidFill>
            </a:endParaRPr>
          </a:p>
        </p:txBody>
      </p:sp>
      <p:sp>
        <p:nvSpPr>
          <p:cNvPr id="30" name="Symbol zastępczy tekstu 17"/>
          <p:cNvSpPr>
            <a:spLocks noGrp="1"/>
          </p:cNvSpPr>
          <p:nvPr>
            <p:ph type="body" sz="quarter" idx="25"/>
          </p:nvPr>
        </p:nvSpPr>
        <p:spPr>
          <a:xfrm>
            <a:off x="5289559" y="109001"/>
            <a:ext cx="3371851" cy="692865"/>
          </a:xfrm>
        </p:spPr>
        <p:txBody>
          <a:bodyPr lIns="0" rIns="0" anchor="b">
            <a:normAutofit/>
          </a:bodyPr>
          <a:lstStyle>
            <a:lvl1pPr marL="0" indent="0">
              <a:buNone/>
              <a:defRPr lang="pl-PL" sz="2000" b="1" kern="1200" dirty="0">
                <a:solidFill>
                  <a:schemeClr val="tx1"/>
                </a:solidFill>
                <a:latin typeface="+mj-lt"/>
                <a:ea typeface="+mj-ea"/>
                <a:cs typeface="+mj-cs"/>
              </a:defRPr>
            </a:lvl1pPr>
          </a:lstStyle>
          <a:p>
            <a:pPr lvl="0"/>
            <a:r>
              <a:rPr lang="pl-PL"/>
              <a:t>Kliknij, aby edytować style wzorca tekstu</a:t>
            </a:r>
          </a:p>
        </p:txBody>
      </p:sp>
      <p:sp>
        <p:nvSpPr>
          <p:cNvPr id="34" name="Symbol zastępczy tekstu 6"/>
          <p:cNvSpPr>
            <a:spLocks noGrp="1"/>
          </p:cNvSpPr>
          <p:nvPr>
            <p:ph type="body" sz="quarter" idx="40"/>
          </p:nvPr>
        </p:nvSpPr>
        <p:spPr>
          <a:xfrm>
            <a:off x="6000759" y="1185126"/>
            <a:ext cx="2660651" cy="215900"/>
          </a:xfrm>
        </p:spPr>
        <p:txBody>
          <a:bodyPr>
            <a:noAutofit/>
          </a:bodyPr>
          <a:lstStyle>
            <a:lvl1pPr marL="0" indent="0">
              <a:buNone/>
              <a:defRPr sz="1200">
                <a:solidFill>
                  <a:schemeClr val="accent3"/>
                </a:solidFill>
              </a:defRPr>
            </a:lvl1pPr>
            <a:lvl2pPr marL="457200" indent="0">
              <a:buNone/>
              <a:defRPr/>
            </a:lvl2pPr>
            <a:lvl3pPr marL="914400" indent="0">
              <a:buNone/>
              <a:defRPr/>
            </a:lvl3pPr>
            <a:lvl4pPr marL="1371600" indent="0">
              <a:buNone/>
              <a:defRPr/>
            </a:lvl4pPr>
            <a:lvl5pPr marL="1828800" indent="0">
              <a:buNone/>
              <a:defRPr/>
            </a:lvl5pPr>
          </a:lstStyle>
          <a:p>
            <a:pPr lvl="0"/>
            <a:r>
              <a:rPr lang="pl-PL"/>
              <a:t>Kliknij, aby edytować style wzorca tekstu</a:t>
            </a:r>
          </a:p>
        </p:txBody>
      </p:sp>
      <p:sp>
        <p:nvSpPr>
          <p:cNvPr id="35" name="Symbol zastępczy tekstu 11"/>
          <p:cNvSpPr>
            <a:spLocks noGrp="1"/>
          </p:cNvSpPr>
          <p:nvPr>
            <p:ph type="body" sz="quarter" idx="41"/>
          </p:nvPr>
        </p:nvSpPr>
        <p:spPr>
          <a:xfrm>
            <a:off x="6000759" y="1456952"/>
            <a:ext cx="2660651" cy="278538"/>
          </a:xfrm>
          <a:noFill/>
        </p:spPr>
        <p:txBody>
          <a:bodyPr rtlCol="0">
            <a:spAutoFit/>
          </a:bodyPr>
          <a:lstStyle>
            <a:lvl1pPr marL="0" indent="0">
              <a:lnSpc>
                <a:spcPct val="110000"/>
              </a:lnSpc>
              <a:buNone/>
              <a:defRPr lang="pl-PL" sz="1100" b="0" smtClean="0">
                <a:solidFill>
                  <a:schemeClr val="bg2">
                    <a:lumMod val="10000"/>
                  </a:schemeClr>
                </a:solidFill>
              </a:defRPr>
            </a:lvl1pPr>
            <a:lvl2pPr>
              <a:defRPr lang="pl-PL" sz="1800" smtClean="0"/>
            </a:lvl2pPr>
            <a:lvl3pPr>
              <a:defRPr lang="pl-PL" sz="1800" smtClean="0"/>
            </a:lvl3pPr>
            <a:lvl4pPr>
              <a:defRPr lang="pl-PL" sz="1800" smtClean="0"/>
            </a:lvl4pPr>
            <a:lvl5pPr>
              <a:defRPr lang="pl-PL" sz="600" b="0" kern="1200">
                <a:solidFill>
                  <a:schemeClr val="accent5"/>
                </a:solidFill>
                <a:latin typeface="+mn-lt"/>
                <a:ea typeface="+mn-ea"/>
                <a:cs typeface="+mn-cs"/>
              </a:defRPr>
            </a:lvl5pPr>
          </a:lstStyle>
          <a:p>
            <a:pPr lvl="0"/>
            <a:r>
              <a:rPr lang="pl-PL"/>
              <a:t>Kliknij, aby edytować style wzorca tekstu</a:t>
            </a:r>
          </a:p>
        </p:txBody>
      </p:sp>
      <p:sp>
        <p:nvSpPr>
          <p:cNvPr id="37" name="Symbol zastępczy tekstu 6"/>
          <p:cNvSpPr>
            <a:spLocks noGrp="1"/>
          </p:cNvSpPr>
          <p:nvPr>
            <p:ph type="body" sz="quarter" idx="42"/>
          </p:nvPr>
        </p:nvSpPr>
        <p:spPr>
          <a:xfrm>
            <a:off x="6000759" y="2067776"/>
            <a:ext cx="2660652" cy="215900"/>
          </a:xfrm>
        </p:spPr>
        <p:txBody>
          <a:bodyPr>
            <a:noAutofit/>
          </a:bodyPr>
          <a:lstStyle>
            <a:lvl1pPr marL="0" indent="0">
              <a:buNone/>
              <a:defRPr sz="1200">
                <a:solidFill>
                  <a:schemeClr val="accent3"/>
                </a:solidFill>
              </a:defRPr>
            </a:lvl1pPr>
            <a:lvl2pPr marL="457200" indent="0">
              <a:buNone/>
              <a:defRPr/>
            </a:lvl2pPr>
            <a:lvl3pPr marL="914400" indent="0">
              <a:buNone/>
              <a:defRPr/>
            </a:lvl3pPr>
            <a:lvl4pPr marL="1371600" indent="0">
              <a:buNone/>
              <a:defRPr/>
            </a:lvl4pPr>
            <a:lvl5pPr marL="1828800" indent="0">
              <a:buNone/>
              <a:defRPr/>
            </a:lvl5pPr>
          </a:lstStyle>
          <a:p>
            <a:pPr lvl="0"/>
            <a:r>
              <a:rPr lang="pl-PL"/>
              <a:t>Kliknij, aby edytować style wzorca tekstu</a:t>
            </a:r>
          </a:p>
        </p:txBody>
      </p:sp>
      <p:sp>
        <p:nvSpPr>
          <p:cNvPr id="38" name="Symbol zastępczy tekstu 11"/>
          <p:cNvSpPr>
            <a:spLocks noGrp="1"/>
          </p:cNvSpPr>
          <p:nvPr>
            <p:ph type="body" sz="quarter" idx="43"/>
          </p:nvPr>
        </p:nvSpPr>
        <p:spPr>
          <a:xfrm>
            <a:off x="6000759" y="2339602"/>
            <a:ext cx="2660651" cy="278538"/>
          </a:xfrm>
          <a:noFill/>
        </p:spPr>
        <p:txBody>
          <a:bodyPr rtlCol="0">
            <a:spAutoFit/>
          </a:bodyPr>
          <a:lstStyle>
            <a:lvl1pPr marL="0" marR="0" indent="0" algn="l" defTabSz="457200" rtl="0" eaLnBrk="1" fontAlgn="auto" latinLnBrk="0" hangingPunct="1">
              <a:lnSpc>
                <a:spcPct val="110000"/>
              </a:lnSpc>
              <a:spcBef>
                <a:spcPct val="20000"/>
              </a:spcBef>
              <a:spcAft>
                <a:spcPts val="0"/>
              </a:spcAft>
              <a:buClrTx/>
              <a:buSzTx/>
              <a:buFont typeface="Arial"/>
              <a:buNone/>
              <a:tabLst/>
              <a:defRPr lang="pl-PL" sz="1100" b="0" smtClean="0">
                <a:solidFill>
                  <a:schemeClr val="bg2">
                    <a:lumMod val="10000"/>
                  </a:schemeClr>
                </a:solidFill>
              </a:defRPr>
            </a:lvl1pPr>
            <a:lvl2pPr>
              <a:defRPr lang="pl-PL" sz="1800" smtClean="0"/>
            </a:lvl2pPr>
            <a:lvl3pPr>
              <a:defRPr lang="pl-PL" sz="1800" smtClean="0"/>
            </a:lvl3pPr>
            <a:lvl4pPr>
              <a:defRPr lang="pl-PL" sz="1800" smtClean="0"/>
            </a:lvl4pPr>
            <a:lvl5pPr>
              <a:defRPr lang="pl-PL" sz="600" b="0" kern="1200">
                <a:solidFill>
                  <a:schemeClr val="accent5"/>
                </a:solidFill>
                <a:latin typeface="+mn-lt"/>
                <a:ea typeface="+mn-ea"/>
                <a:cs typeface="+mn-cs"/>
              </a:defRPr>
            </a:lvl5pPr>
          </a:lstStyle>
          <a:p>
            <a:pPr lvl="0"/>
            <a:r>
              <a:rPr lang="pl-PL"/>
              <a:t>Kliknij, aby edytować style wzorca tekstu</a:t>
            </a:r>
          </a:p>
        </p:txBody>
      </p:sp>
      <p:sp>
        <p:nvSpPr>
          <p:cNvPr id="40" name="Symbol zastępczy tekstu 6"/>
          <p:cNvSpPr>
            <a:spLocks noGrp="1"/>
          </p:cNvSpPr>
          <p:nvPr>
            <p:ph type="body" sz="quarter" idx="44"/>
          </p:nvPr>
        </p:nvSpPr>
        <p:spPr>
          <a:xfrm>
            <a:off x="6000759" y="2905976"/>
            <a:ext cx="2660651" cy="215900"/>
          </a:xfrm>
        </p:spPr>
        <p:txBody>
          <a:bodyPr>
            <a:noAutofit/>
          </a:bodyPr>
          <a:lstStyle>
            <a:lvl1pPr marL="0" indent="0">
              <a:buNone/>
              <a:defRPr sz="1200">
                <a:solidFill>
                  <a:schemeClr val="accent3"/>
                </a:solidFill>
              </a:defRPr>
            </a:lvl1pPr>
            <a:lvl2pPr marL="457200" indent="0">
              <a:buNone/>
              <a:defRPr/>
            </a:lvl2pPr>
            <a:lvl3pPr marL="914400" indent="0">
              <a:buNone/>
              <a:defRPr/>
            </a:lvl3pPr>
            <a:lvl4pPr marL="1371600" indent="0">
              <a:buNone/>
              <a:defRPr/>
            </a:lvl4pPr>
            <a:lvl5pPr marL="1828800" indent="0">
              <a:buNone/>
              <a:defRPr/>
            </a:lvl5pPr>
          </a:lstStyle>
          <a:p>
            <a:pPr lvl="0"/>
            <a:r>
              <a:rPr lang="pl-PL"/>
              <a:t>Kliknij, aby edytować style wzorca tekstu</a:t>
            </a:r>
          </a:p>
        </p:txBody>
      </p:sp>
      <p:sp>
        <p:nvSpPr>
          <p:cNvPr id="41" name="Symbol zastępczy tekstu 11"/>
          <p:cNvSpPr>
            <a:spLocks noGrp="1"/>
          </p:cNvSpPr>
          <p:nvPr>
            <p:ph type="body" sz="quarter" idx="45"/>
          </p:nvPr>
        </p:nvSpPr>
        <p:spPr>
          <a:xfrm>
            <a:off x="6000759" y="3177802"/>
            <a:ext cx="2660651" cy="278538"/>
          </a:xfrm>
          <a:noFill/>
        </p:spPr>
        <p:txBody>
          <a:bodyPr rtlCol="0">
            <a:spAutoFit/>
          </a:bodyPr>
          <a:lstStyle>
            <a:lvl1pPr marL="0" indent="0">
              <a:lnSpc>
                <a:spcPct val="110000"/>
              </a:lnSpc>
              <a:buNone/>
              <a:defRPr lang="pl-PL" sz="1100" b="0" smtClean="0">
                <a:solidFill>
                  <a:schemeClr val="bg2">
                    <a:lumMod val="10000"/>
                  </a:schemeClr>
                </a:solidFill>
              </a:defRPr>
            </a:lvl1pPr>
            <a:lvl2pPr>
              <a:defRPr lang="pl-PL" sz="1800" smtClean="0"/>
            </a:lvl2pPr>
            <a:lvl3pPr>
              <a:defRPr lang="pl-PL" sz="1800" smtClean="0"/>
            </a:lvl3pPr>
            <a:lvl4pPr>
              <a:defRPr lang="pl-PL" sz="1800" smtClean="0"/>
            </a:lvl4pPr>
            <a:lvl5pPr>
              <a:defRPr lang="pl-PL" sz="600" b="0" kern="1200">
                <a:solidFill>
                  <a:schemeClr val="accent5"/>
                </a:solidFill>
                <a:latin typeface="+mn-lt"/>
                <a:ea typeface="+mn-ea"/>
                <a:cs typeface="+mn-cs"/>
              </a:defRPr>
            </a:lvl5pPr>
          </a:lstStyle>
          <a:p>
            <a:pPr lvl="0"/>
            <a:r>
              <a:rPr lang="pl-PL"/>
              <a:t>Kliknij, aby edytować style wzorca tekstu</a:t>
            </a:r>
          </a:p>
        </p:txBody>
      </p:sp>
      <p:sp>
        <p:nvSpPr>
          <p:cNvPr id="43" name="Symbol zastępczy tekstu 6"/>
          <p:cNvSpPr>
            <a:spLocks noGrp="1"/>
          </p:cNvSpPr>
          <p:nvPr>
            <p:ph type="body" sz="quarter" idx="46"/>
          </p:nvPr>
        </p:nvSpPr>
        <p:spPr>
          <a:xfrm>
            <a:off x="6000759" y="3763226"/>
            <a:ext cx="2660651" cy="215900"/>
          </a:xfrm>
        </p:spPr>
        <p:txBody>
          <a:bodyPr>
            <a:noAutofit/>
          </a:bodyPr>
          <a:lstStyle>
            <a:lvl1pPr marL="0" indent="0">
              <a:buNone/>
              <a:defRPr sz="1200">
                <a:solidFill>
                  <a:schemeClr val="accent3"/>
                </a:solidFill>
              </a:defRPr>
            </a:lvl1pPr>
            <a:lvl2pPr marL="457200" indent="0">
              <a:buNone/>
              <a:defRPr/>
            </a:lvl2pPr>
            <a:lvl3pPr marL="914400" indent="0">
              <a:buNone/>
              <a:defRPr/>
            </a:lvl3pPr>
            <a:lvl4pPr marL="1371600" indent="0">
              <a:buNone/>
              <a:defRPr/>
            </a:lvl4pPr>
            <a:lvl5pPr marL="1828800" indent="0">
              <a:buNone/>
              <a:defRPr/>
            </a:lvl5pPr>
          </a:lstStyle>
          <a:p>
            <a:pPr lvl="0"/>
            <a:r>
              <a:rPr lang="pl-PL"/>
              <a:t>Kliknij, aby edytować style wzorca tekstu</a:t>
            </a:r>
          </a:p>
        </p:txBody>
      </p:sp>
      <p:sp>
        <p:nvSpPr>
          <p:cNvPr id="44" name="Symbol zastępczy tekstu 11"/>
          <p:cNvSpPr>
            <a:spLocks noGrp="1"/>
          </p:cNvSpPr>
          <p:nvPr>
            <p:ph type="body" sz="quarter" idx="47"/>
          </p:nvPr>
        </p:nvSpPr>
        <p:spPr>
          <a:xfrm>
            <a:off x="6000759" y="4035052"/>
            <a:ext cx="2660651" cy="278538"/>
          </a:xfrm>
          <a:noFill/>
        </p:spPr>
        <p:txBody>
          <a:bodyPr rtlCol="0">
            <a:spAutoFit/>
          </a:bodyPr>
          <a:lstStyle>
            <a:lvl1pPr marL="0" indent="0">
              <a:lnSpc>
                <a:spcPct val="110000"/>
              </a:lnSpc>
              <a:buNone/>
              <a:defRPr lang="pl-PL" sz="1100" b="0" smtClean="0">
                <a:solidFill>
                  <a:schemeClr val="bg2">
                    <a:lumMod val="10000"/>
                  </a:schemeClr>
                </a:solidFill>
              </a:defRPr>
            </a:lvl1pPr>
            <a:lvl2pPr>
              <a:defRPr lang="pl-PL" sz="1800" smtClean="0"/>
            </a:lvl2pPr>
            <a:lvl3pPr>
              <a:defRPr lang="pl-PL" sz="1800" smtClean="0"/>
            </a:lvl3pPr>
            <a:lvl4pPr>
              <a:defRPr lang="pl-PL" sz="1800" smtClean="0"/>
            </a:lvl4pPr>
            <a:lvl5pPr>
              <a:defRPr lang="pl-PL" sz="600" b="0" kern="1200">
                <a:solidFill>
                  <a:schemeClr val="accent5"/>
                </a:solidFill>
                <a:latin typeface="+mn-lt"/>
                <a:ea typeface="+mn-ea"/>
                <a:cs typeface="+mn-cs"/>
              </a:defRPr>
            </a:lvl5pPr>
          </a:lstStyle>
          <a:p>
            <a:pPr lvl="0"/>
            <a:r>
              <a:rPr lang="pl-PL"/>
              <a:t>Kliknij, aby edytować style wzorca tekstu</a:t>
            </a:r>
          </a:p>
        </p:txBody>
      </p:sp>
      <p:sp>
        <p:nvSpPr>
          <p:cNvPr id="45" name="Symbol zastępczy obrazu 3"/>
          <p:cNvSpPr>
            <a:spLocks noGrp="1"/>
          </p:cNvSpPr>
          <p:nvPr>
            <p:ph type="pic" sz="quarter" idx="48"/>
          </p:nvPr>
        </p:nvSpPr>
        <p:spPr>
          <a:xfrm>
            <a:off x="5391159" y="1281768"/>
            <a:ext cx="279400" cy="304800"/>
          </a:xfrm>
        </p:spPr>
        <p:txBody>
          <a:bodyPr rtlCol="0" anchor="ctr">
            <a:normAutofit/>
          </a:bodyPr>
          <a:lstStyle>
            <a:lvl1pPr marL="0" indent="0" algn="ctr">
              <a:buNone/>
              <a:defRPr sz="700">
                <a:solidFill>
                  <a:schemeClr val="accent3"/>
                </a:solidFill>
              </a:defRPr>
            </a:lvl1pPr>
          </a:lstStyle>
          <a:p>
            <a:pPr lvl="0"/>
            <a:r>
              <a:rPr lang="pl-PL" noProof="0"/>
              <a:t>Kliknij ikonę, aby dodać obraz</a:t>
            </a:r>
            <a:endParaRPr lang="pl-PL" noProof="0" dirty="0"/>
          </a:p>
        </p:txBody>
      </p:sp>
      <p:sp>
        <p:nvSpPr>
          <p:cNvPr id="55" name="Symbol zastępczy obrazu 3"/>
          <p:cNvSpPr>
            <a:spLocks noGrp="1"/>
          </p:cNvSpPr>
          <p:nvPr>
            <p:ph type="pic" sz="quarter" idx="49"/>
          </p:nvPr>
        </p:nvSpPr>
        <p:spPr>
          <a:xfrm>
            <a:off x="5391159" y="2173040"/>
            <a:ext cx="279400" cy="304800"/>
          </a:xfrm>
        </p:spPr>
        <p:txBody>
          <a:bodyPr rtlCol="0" anchor="ctr">
            <a:normAutofit/>
          </a:bodyPr>
          <a:lstStyle>
            <a:lvl1pPr marL="0" indent="0" algn="ctr">
              <a:buNone/>
              <a:defRPr sz="700">
                <a:solidFill>
                  <a:schemeClr val="accent3"/>
                </a:solidFill>
              </a:defRPr>
            </a:lvl1pPr>
          </a:lstStyle>
          <a:p>
            <a:pPr lvl="0"/>
            <a:r>
              <a:rPr lang="pl-PL" noProof="0"/>
              <a:t>Kliknij ikonę, aby dodać obraz</a:t>
            </a:r>
            <a:endParaRPr lang="pl-PL" noProof="0" dirty="0"/>
          </a:p>
        </p:txBody>
      </p:sp>
      <p:sp>
        <p:nvSpPr>
          <p:cNvPr id="56" name="Symbol zastępczy obrazu 3"/>
          <p:cNvSpPr>
            <a:spLocks noGrp="1"/>
          </p:cNvSpPr>
          <p:nvPr>
            <p:ph type="pic" sz="quarter" idx="50"/>
          </p:nvPr>
        </p:nvSpPr>
        <p:spPr>
          <a:xfrm>
            <a:off x="5391159" y="3002618"/>
            <a:ext cx="279400" cy="304800"/>
          </a:xfrm>
        </p:spPr>
        <p:txBody>
          <a:bodyPr rtlCol="0" anchor="ctr">
            <a:normAutofit/>
          </a:bodyPr>
          <a:lstStyle>
            <a:lvl1pPr marL="0" indent="0" algn="ctr">
              <a:buNone/>
              <a:defRPr sz="700">
                <a:solidFill>
                  <a:schemeClr val="accent3"/>
                </a:solidFill>
              </a:defRPr>
            </a:lvl1pPr>
          </a:lstStyle>
          <a:p>
            <a:pPr lvl="0"/>
            <a:r>
              <a:rPr lang="pl-PL" noProof="0"/>
              <a:t>Kliknij ikonę, aby dodać obraz</a:t>
            </a:r>
            <a:endParaRPr lang="pl-PL" noProof="0" dirty="0"/>
          </a:p>
        </p:txBody>
      </p:sp>
      <p:sp>
        <p:nvSpPr>
          <p:cNvPr id="57" name="Symbol zastępczy obrazu 3"/>
          <p:cNvSpPr>
            <a:spLocks noGrp="1"/>
          </p:cNvSpPr>
          <p:nvPr>
            <p:ph type="pic" sz="quarter" idx="51"/>
          </p:nvPr>
        </p:nvSpPr>
        <p:spPr>
          <a:xfrm>
            <a:off x="5397681" y="3859868"/>
            <a:ext cx="279400" cy="304800"/>
          </a:xfrm>
        </p:spPr>
        <p:txBody>
          <a:bodyPr rtlCol="0" anchor="ctr">
            <a:normAutofit/>
          </a:bodyPr>
          <a:lstStyle>
            <a:lvl1pPr marL="0" indent="0" algn="ctr">
              <a:buNone/>
              <a:defRPr sz="700">
                <a:solidFill>
                  <a:schemeClr val="accent3"/>
                </a:solidFill>
              </a:defRPr>
            </a:lvl1pPr>
          </a:lstStyle>
          <a:p>
            <a:pPr lvl="0"/>
            <a:r>
              <a:rPr lang="pl-PL" noProof="0"/>
              <a:t>Kliknij ikonę, aby dodać obraz</a:t>
            </a:r>
            <a:endParaRPr lang="pl-PL" noProof="0" dirty="0"/>
          </a:p>
        </p:txBody>
      </p:sp>
      <p:sp>
        <p:nvSpPr>
          <p:cNvPr id="18" name="Symbol zastępczy numeru slajdu 5"/>
          <p:cNvSpPr>
            <a:spLocks noGrp="1"/>
          </p:cNvSpPr>
          <p:nvPr>
            <p:ph type="sldNum" sz="quarter" idx="52"/>
          </p:nvPr>
        </p:nvSpPr>
        <p:spPr>
          <a:xfrm>
            <a:off x="457200" y="4767263"/>
            <a:ext cx="412750" cy="273050"/>
          </a:xfrm>
          <a:noFill/>
        </p:spPr>
        <p:txBody>
          <a:bodyPr/>
          <a:lstStyle>
            <a:lvl1pPr>
              <a:defRPr/>
            </a:lvl1pPr>
          </a:lstStyle>
          <a:p>
            <a:fld id="{D7F67BA3-E7F9-40B6-A1BC-0C726EA451BD}" type="slidenum">
              <a:rPr lang="pl-PL" altLang="pl-PL"/>
              <a:pPr/>
              <a:t>‹#›</a:t>
            </a:fld>
            <a:endParaRPr lang="pl-PL" altLang="pl-PL"/>
          </a:p>
        </p:txBody>
      </p:sp>
    </p:spTree>
    <p:extLst>
      <p:ext uri="{BB962C8B-B14F-4D97-AF65-F5344CB8AC3E}">
        <p14:creationId xmlns:p14="http://schemas.microsoft.com/office/powerpoint/2010/main" val="269117403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Features  3">
    <p:spTree>
      <p:nvGrpSpPr>
        <p:cNvPr id="1" name=""/>
        <p:cNvGrpSpPr/>
        <p:nvPr/>
      </p:nvGrpSpPr>
      <p:grpSpPr>
        <a:xfrm>
          <a:off x="0" y="0"/>
          <a:ext cx="0" cy="0"/>
          <a:chOff x="0" y="0"/>
          <a:chExt cx="0" cy="0"/>
        </a:xfrm>
      </p:grpSpPr>
      <p:pic>
        <p:nvPicPr>
          <p:cNvPr id="15" name="Obraz 5"/>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893050" y="4838700"/>
            <a:ext cx="800100" cy="12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Prostokąt 15"/>
          <p:cNvSpPr/>
          <p:nvPr userDrawn="1"/>
        </p:nvSpPr>
        <p:spPr>
          <a:xfrm flipV="1">
            <a:off x="0" y="808038"/>
            <a:ext cx="9144000" cy="46037"/>
          </a:xfrm>
          <a:prstGeom prst="rect">
            <a:avLst/>
          </a:prstGeom>
          <a:gradFill>
            <a:gsLst>
              <a:gs pos="0">
                <a:schemeClr val="tx2"/>
              </a:gs>
              <a:gs pos="100000">
                <a:schemeClr val="accent3"/>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pl-PL">
              <a:solidFill>
                <a:prstClr val="white"/>
              </a:solidFill>
            </a:endParaRPr>
          </a:p>
        </p:txBody>
      </p:sp>
      <p:sp>
        <p:nvSpPr>
          <p:cNvPr id="7" name="Symbol zastępczy tekstu 6"/>
          <p:cNvSpPr>
            <a:spLocks noGrp="1"/>
          </p:cNvSpPr>
          <p:nvPr>
            <p:ph type="body" sz="quarter" idx="15"/>
          </p:nvPr>
        </p:nvSpPr>
        <p:spPr>
          <a:xfrm>
            <a:off x="1676401" y="1556996"/>
            <a:ext cx="2832100" cy="460440"/>
          </a:xfrm>
        </p:spPr>
        <p:txBody>
          <a:bodyPr anchor="b">
            <a:noAutofit/>
          </a:bodyPr>
          <a:lstStyle>
            <a:lvl1pPr marL="0" indent="0">
              <a:buNone/>
              <a:defRPr sz="1200">
                <a:solidFill>
                  <a:schemeClr val="accent3"/>
                </a:solidFill>
              </a:defRPr>
            </a:lvl1pPr>
            <a:lvl2pPr marL="457200" indent="0">
              <a:buNone/>
              <a:defRPr/>
            </a:lvl2pPr>
            <a:lvl3pPr marL="914400" indent="0">
              <a:buNone/>
              <a:defRPr/>
            </a:lvl3pPr>
            <a:lvl4pPr marL="1371600" indent="0">
              <a:buNone/>
              <a:defRPr/>
            </a:lvl4pPr>
            <a:lvl5pPr marL="1828800" indent="0">
              <a:buNone/>
              <a:defRPr/>
            </a:lvl5pPr>
          </a:lstStyle>
          <a:p>
            <a:pPr lvl="0"/>
            <a:r>
              <a:rPr lang="pl-PL"/>
              <a:t>Kliknij, aby edytować style wzorca tekstu</a:t>
            </a:r>
          </a:p>
        </p:txBody>
      </p:sp>
      <p:sp>
        <p:nvSpPr>
          <p:cNvPr id="12" name="Symbol zastępczy tekstu 11"/>
          <p:cNvSpPr>
            <a:spLocks noGrp="1"/>
          </p:cNvSpPr>
          <p:nvPr>
            <p:ph type="body" sz="quarter" idx="16"/>
          </p:nvPr>
        </p:nvSpPr>
        <p:spPr>
          <a:xfrm>
            <a:off x="1676401" y="2015848"/>
            <a:ext cx="2832099" cy="278538"/>
          </a:xfrm>
          <a:noFill/>
        </p:spPr>
        <p:txBody>
          <a:bodyPr rtlCol="0" anchor="b">
            <a:spAutoFit/>
          </a:bodyPr>
          <a:lstStyle>
            <a:lvl1pPr marL="0" indent="0">
              <a:buNone/>
              <a:defRPr lang="pl-PL" sz="1100" b="0" smtClean="0">
                <a:solidFill>
                  <a:srgbClr val="242424"/>
                </a:solidFill>
              </a:defRPr>
            </a:lvl1pPr>
            <a:lvl2pPr>
              <a:defRPr lang="pl-PL" sz="1800" smtClean="0"/>
            </a:lvl2pPr>
            <a:lvl3pPr>
              <a:defRPr lang="pl-PL" sz="1800" smtClean="0"/>
            </a:lvl3pPr>
            <a:lvl4pPr>
              <a:defRPr lang="pl-PL" sz="1800" smtClean="0"/>
            </a:lvl4pPr>
            <a:lvl5pPr>
              <a:defRPr lang="pl-PL" sz="600" b="0" kern="1200">
                <a:solidFill>
                  <a:schemeClr val="accent5"/>
                </a:solidFill>
                <a:latin typeface="+mn-lt"/>
                <a:ea typeface="+mn-ea"/>
                <a:cs typeface="+mn-cs"/>
              </a:defRPr>
            </a:lvl5pPr>
          </a:lstStyle>
          <a:p>
            <a:pPr lvl="0"/>
            <a:r>
              <a:rPr lang="pl-PL"/>
              <a:t>Kliknij, aby edytować style wzorca tekstu</a:t>
            </a:r>
          </a:p>
        </p:txBody>
      </p:sp>
      <p:sp>
        <p:nvSpPr>
          <p:cNvPr id="47" name="Symbol zastępczy tekstu 6"/>
          <p:cNvSpPr>
            <a:spLocks noGrp="1"/>
          </p:cNvSpPr>
          <p:nvPr>
            <p:ph type="body" sz="quarter" idx="24"/>
          </p:nvPr>
        </p:nvSpPr>
        <p:spPr>
          <a:xfrm>
            <a:off x="1676401" y="3087346"/>
            <a:ext cx="2832100" cy="460440"/>
          </a:xfrm>
        </p:spPr>
        <p:txBody>
          <a:bodyPr anchor="b">
            <a:noAutofit/>
          </a:bodyPr>
          <a:lstStyle>
            <a:lvl1pPr marL="0" indent="0">
              <a:buNone/>
              <a:defRPr sz="1200">
                <a:solidFill>
                  <a:schemeClr val="accent3"/>
                </a:solidFill>
              </a:defRPr>
            </a:lvl1pPr>
            <a:lvl2pPr marL="457200" indent="0">
              <a:buNone/>
              <a:defRPr/>
            </a:lvl2pPr>
            <a:lvl3pPr marL="914400" indent="0">
              <a:buNone/>
              <a:defRPr/>
            </a:lvl3pPr>
            <a:lvl4pPr marL="1371600" indent="0">
              <a:buNone/>
              <a:defRPr/>
            </a:lvl4pPr>
            <a:lvl5pPr marL="1828800" indent="0">
              <a:buNone/>
              <a:defRPr/>
            </a:lvl5pPr>
          </a:lstStyle>
          <a:p>
            <a:pPr lvl="0"/>
            <a:r>
              <a:rPr lang="pl-PL"/>
              <a:t>Kliknij, aby edytować style wzorca tekstu</a:t>
            </a:r>
          </a:p>
        </p:txBody>
      </p:sp>
      <p:sp>
        <p:nvSpPr>
          <p:cNvPr id="48" name="Symbol zastępczy tekstu 11"/>
          <p:cNvSpPr>
            <a:spLocks noGrp="1"/>
          </p:cNvSpPr>
          <p:nvPr>
            <p:ph type="body" sz="quarter" idx="25"/>
          </p:nvPr>
        </p:nvSpPr>
        <p:spPr>
          <a:xfrm>
            <a:off x="1676401" y="3538824"/>
            <a:ext cx="2832099" cy="278538"/>
          </a:xfrm>
          <a:noFill/>
        </p:spPr>
        <p:txBody>
          <a:bodyPr rtlCol="0" anchor="b">
            <a:spAutoFit/>
          </a:bodyPr>
          <a:lstStyle>
            <a:lvl1pPr marL="0" indent="0">
              <a:lnSpc>
                <a:spcPct val="110000"/>
              </a:lnSpc>
              <a:buNone/>
              <a:defRPr lang="pl-PL" sz="1100" b="0" smtClean="0">
                <a:solidFill>
                  <a:srgbClr val="242424"/>
                </a:solidFill>
              </a:defRPr>
            </a:lvl1pPr>
            <a:lvl2pPr>
              <a:defRPr lang="pl-PL" sz="1800" smtClean="0"/>
            </a:lvl2pPr>
            <a:lvl3pPr>
              <a:defRPr lang="pl-PL" sz="1800" smtClean="0"/>
            </a:lvl3pPr>
            <a:lvl4pPr>
              <a:defRPr lang="pl-PL" sz="1800" smtClean="0"/>
            </a:lvl4pPr>
            <a:lvl5pPr>
              <a:defRPr lang="pl-PL" sz="600" b="0" kern="1200">
                <a:solidFill>
                  <a:schemeClr val="accent5"/>
                </a:solidFill>
                <a:latin typeface="+mn-lt"/>
                <a:ea typeface="+mn-ea"/>
                <a:cs typeface="+mn-cs"/>
              </a:defRPr>
            </a:lvl5pPr>
          </a:lstStyle>
          <a:p>
            <a:pPr lvl="0"/>
            <a:r>
              <a:rPr lang="pl-PL"/>
              <a:t>Kliknij, aby edytować style wzorca tekstu</a:t>
            </a:r>
          </a:p>
        </p:txBody>
      </p:sp>
      <p:sp>
        <p:nvSpPr>
          <p:cNvPr id="24" name="Symbol zastępczy obrazu 3"/>
          <p:cNvSpPr>
            <a:spLocks noGrp="1"/>
          </p:cNvSpPr>
          <p:nvPr>
            <p:ph type="pic" sz="quarter" idx="33"/>
          </p:nvPr>
        </p:nvSpPr>
        <p:spPr>
          <a:xfrm>
            <a:off x="463255" y="1559089"/>
            <a:ext cx="981229" cy="981229"/>
          </a:xfrm>
          <a:prstGeom prst="ellipse">
            <a:avLst/>
          </a:prstGeom>
          <a:noFill/>
          <a:ln w="3175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lvl1pPr marL="0" indent="0" algn="ctr" defTabSz="457200" rtl="0" eaLnBrk="1" latinLnBrk="0" hangingPunct="1">
              <a:buNone/>
              <a:defRPr lang="pl-PL" sz="900" kern="1200" dirty="0">
                <a:solidFill>
                  <a:schemeClr val="accent3"/>
                </a:solidFill>
                <a:latin typeface="+mn-lt"/>
                <a:ea typeface="+mn-ea"/>
                <a:cs typeface="+mn-cs"/>
              </a:defRPr>
            </a:lvl1pPr>
          </a:lstStyle>
          <a:p>
            <a:pPr lvl="0"/>
            <a:r>
              <a:rPr lang="pl-PL" noProof="0"/>
              <a:t>Kliknij ikonę, aby dodać obraz</a:t>
            </a:r>
            <a:endParaRPr lang="pl-PL" noProof="0" dirty="0"/>
          </a:p>
        </p:txBody>
      </p:sp>
      <p:sp>
        <p:nvSpPr>
          <p:cNvPr id="25" name="Symbol zastępczy obrazu 3"/>
          <p:cNvSpPr>
            <a:spLocks noGrp="1"/>
          </p:cNvSpPr>
          <p:nvPr>
            <p:ph type="pic" sz="quarter" idx="34"/>
          </p:nvPr>
        </p:nvSpPr>
        <p:spPr>
          <a:xfrm>
            <a:off x="463255" y="3071816"/>
            <a:ext cx="981229" cy="981229"/>
          </a:xfrm>
          <a:prstGeom prst="ellipse">
            <a:avLst/>
          </a:prstGeom>
          <a:noFill/>
          <a:ln w="3175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lvl1pPr marL="0" indent="0" algn="ctr" defTabSz="457200" rtl="0" eaLnBrk="1" latinLnBrk="0" hangingPunct="1">
              <a:spcBef>
                <a:spcPct val="20000"/>
              </a:spcBef>
              <a:buFont typeface="Wingdings" charset="2"/>
              <a:buNone/>
              <a:defRPr lang="pl-PL" sz="900" b="1" kern="1200" dirty="0">
                <a:solidFill>
                  <a:schemeClr val="accent3"/>
                </a:solidFill>
                <a:latin typeface="+mn-lt"/>
                <a:ea typeface="+mn-ea"/>
                <a:cs typeface="+mn-cs"/>
              </a:defRPr>
            </a:lvl1pPr>
          </a:lstStyle>
          <a:p>
            <a:pPr lvl="0"/>
            <a:r>
              <a:rPr lang="pl-PL" noProof="0"/>
              <a:t>Kliknij ikonę, aby dodać obraz</a:t>
            </a:r>
            <a:endParaRPr lang="pl-PL" noProof="0" dirty="0"/>
          </a:p>
        </p:txBody>
      </p:sp>
      <p:sp>
        <p:nvSpPr>
          <p:cNvPr id="26" name="Symbol zastępczy tekstu 6"/>
          <p:cNvSpPr>
            <a:spLocks noGrp="1"/>
          </p:cNvSpPr>
          <p:nvPr>
            <p:ph type="body" sz="quarter" idx="35"/>
          </p:nvPr>
        </p:nvSpPr>
        <p:spPr>
          <a:xfrm>
            <a:off x="5856584" y="1556996"/>
            <a:ext cx="2832100" cy="460440"/>
          </a:xfrm>
        </p:spPr>
        <p:txBody>
          <a:bodyPr anchor="b">
            <a:noAutofit/>
          </a:bodyPr>
          <a:lstStyle>
            <a:lvl1pPr marL="0" indent="0">
              <a:buNone/>
              <a:defRPr sz="1200">
                <a:solidFill>
                  <a:schemeClr val="accent3"/>
                </a:solidFill>
              </a:defRPr>
            </a:lvl1pPr>
            <a:lvl2pPr marL="457200" indent="0">
              <a:buNone/>
              <a:defRPr/>
            </a:lvl2pPr>
            <a:lvl3pPr marL="914400" indent="0">
              <a:buNone/>
              <a:defRPr/>
            </a:lvl3pPr>
            <a:lvl4pPr marL="1371600" indent="0">
              <a:buNone/>
              <a:defRPr/>
            </a:lvl4pPr>
            <a:lvl5pPr marL="1828800" indent="0">
              <a:buNone/>
              <a:defRPr/>
            </a:lvl5pPr>
          </a:lstStyle>
          <a:p>
            <a:pPr lvl="0"/>
            <a:r>
              <a:rPr lang="pl-PL"/>
              <a:t>Kliknij, aby edytować style wzorca tekstu</a:t>
            </a:r>
          </a:p>
        </p:txBody>
      </p:sp>
      <p:sp>
        <p:nvSpPr>
          <p:cNvPr id="27" name="Symbol zastępczy tekstu 11"/>
          <p:cNvSpPr>
            <a:spLocks noGrp="1"/>
          </p:cNvSpPr>
          <p:nvPr>
            <p:ph type="body" sz="quarter" idx="36"/>
          </p:nvPr>
        </p:nvSpPr>
        <p:spPr>
          <a:xfrm>
            <a:off x="5856584" y="2008474"/>
            <a:ext cx="2832099" cy="278538"/>
          </a:xfrm>
          <a:noFill/>
        </p:spPr>
        <p:txBody>
          <a:bodyPr rtlCol="0" anchor="b">
            <a:spAutoFit/>
          </a:bodyPr>
          <a:lstStyle>
            <a:lvl1pPr marL="0" indent="0">
              <a:lnSpc>
                <a:spcPct val="110000"/>
              </a:lnSpc>
              <a:buNone/>
              <a:defRPr lang="pl-PL" sz="1100" b="0" smtClean="0">
                <a:solidFill>
                  <a:srgbClr val="242424"/>
                </a:solidFill>
              </a:defRPr>
            </a:lvl1pPr>
            <a:lvl2pPr>
              <a:defRPr lang="pl-PL" sz="1800" smtClean="0"/>
            </a:lvl2pPr>
            <a:lvl3pPr>
              <a:defRPr lang="pl-PL" sz="1800" smtClean="0"/>
            </a:lvl3pPr>
            <a:lvl4pPr>
              <a:defRPr lang="pl-PL" sz="1800" smtClean="0"/>
            </a:lvl4pPr>
            <a:lvl5pPr>
              <a:defRPr lang="pl-PL" sz="600" b="0" kern="1200">
                <a:solidFill>
                  <a:schemeClr val="accent5"/>
                </a:solidFill>
                <a:latin typeface="+mn-lt"/>
                <a:ea typeface="+mn-ea"/>
                <a:cs typeface="+mn-cs"/>
              </a:defRPr>
            </a:lvl5pPr>
          </a:lstStyle>
          <a:p>
            <a:pPr lvl="0"/>
            <a:r>
              <a:rPr lang="pl-PL"/>
              <a:t>Kliknij, aby edytować style wzorca tekstu</a:t>
            </a:r>
          </a:p>
        </p:txBody>
      </p:sp>
      <p:sp>
        <p:nvSpPr>
          <p:cNvPr id="28" name="Symbol zastępczy tekstu 6"/>
          <p:cNvSpPr>
            <a:spLocks noGrp="1"/>
          </p:cNvSpPr>
          <p:nvPr>
            <p:ph type="body" sz="quarter" idx="37"/>
          </p:nvPr>
        </p:nvSpPr>
        <p:spPr>
          <a:xfrm>
            <a:off x="5856584" y="3087346"/>
            <a:ext cx="2832100" cy="460440"/>
          </a:xfrm>
        </p:spPr>
        <p:txBody>
          <a:bodyPr anchor="b">
            <a:noAutofit/>
          </a:bodyPr>
          <a:lstStyle>
            <a:lvl1pPr marL="0" indent="0">
              <a:buNone/>
              <a:defRPr sz="1200">
                <a:solidFill>
                  <a:schemeClr val="accent3"/>
                </a:solidFill>
              </a:defRPr>
            </a:lvl1pPr>
            <a:lvl2pPr marL="457200" indent="0">
              <a:buNone/>
              <a:defRPr/>
            </a:lvl2pPr>
            <a:lvl3pPr marL="914400" indent="0">
              <a:buNone/>
              <a:defRPr/>
            </a:lvl3pPr>
            <a:lvl4pPr marL="1371600" indent="0">
              <a:buNone/>
              <a:defRPr/>
            </a:lvl4pPr>
            <a:lvl5pPr marL="1828800" indent="0">
              <a:buNone/>
              <a:defRPr/>
            </a:lvl5pPr>
          </a:lstStyle>
          <a:p>
            <a:pPr lvl="0"/>
            <a:r>
              <a:rPr lang="pl-PL"/>
              <a:t>Kliknij, aby edytować style wzorca tekstu</a:t>
            </a:r>
          </a:p>
        </p:txBody>
      </p:sp>
      <p:sp>
        <p:nvSpPr>
          <p:cNvPr id="29" name="Symbol zastępczy tekstu 11"/>
          <p:cNvSpPr>
            <a:spLocks noGrp="1"/>
          </p:cNvSpPr>
          <p:nvPr>
            <p:ph type="body" sz="quarter" idx="38"/>
          </p:nvPr>
        </p:nvSpPr>
        <p:spPr>
          <a:xfrm>
            <a:off x="5856584" y="3538824"/>
            <a:ext cx="2832099" cy="278538"/>
          </a:xfrm>
          <a:noFill/>
        </p:spPr>
        <p:txBody>
          <a:bodyPr rtlCol="0" anchor="b">
            <a:spAutoFit/>
          </a:bodyPr>
          <a:lstStyle>
            <a:lvl1pPr marL="0" indent="0">
              <a:lnSpc>
                <a:spcPct val="110000"/>
              </a:lnSpc>
              <a:buNone/>
              <a:defRPr lang="pl-PL" sz="1100" b="0" smtClean="0">
                <a:solidFill>
                  <a:srgbClr val="242424"/>
                </a:solidFill>
              </a:defRPr>
            </a:lvl1pPr>
            <a:lvl2pPr>
              <a:defRPr lang="pl-PL" sz="1800" smtClean="0"/>
            </a:lvl2pPr>
            <a:lvl3pPr>
              <a:defRPr lang="pl-PL" sz="1800" smtClean="0"/>
            </a:lvl3pPr>
            <a:lvl4pPr>
              <a:defRPr lang="pl-PL" sz="1800" smtClean="0"/>
            </a:lvl4pPr>
            <a:lvl5pPr>
              <a:defRPr lang="pl-PL" sz="600" b="0" kern="1200">
                <a:solidFill>
                  <a:schemeClr val="accent5"/>
                </a:solidFill>
                <a:latin typeface="+mn-lt"/>
                <a:ea typeface="+mn-ea"/>
                <a:cs typeface="+mn-cs"/>
              </a:defRPr>
            </a:lvl5pPr>
          </a:lstStyle>
          <a:p>
            <a:pPr lvl="0"/>
            <a:r>
              <a:rPr lang="pl-PL"/>
              <a:t>Kliknij, aby edytować style wzorca tekstu</a:t>
            </a:r>
          </a:p>
        </p:txBody>
      </p:sp>
      <p:sp>
        <p:nvSpPr>
          <p:cNvPr id="30" name="Symbol zastępczy obrazu 3"/>
          <p:cNvSpPr>
            <a:spLocks noGrp="1"/>
          </p:cNvSpPr>
          <p:nvPr>
            <p:ph type="pic" sz="quarter" idx="39"/>
          </p:nvPr>
        </p:nvSpPr>
        <p:spPr>
          <a:xfrm>
            <a:off x="4643438" y="1559089"/>
            <a:ext cx="981229" cy="981229"/>
          </a:xfrm>
          <a:prstGeom prst="ellipse">
            <a:avLst/>
          </a:prstGeom>
          <a:noFill/>
          <a:ln w="3175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lvl1pPr marL="0" indent="0" algn="ctr" defTabSz="457200" rtl="0" eaLnBrk="1" latinLnBrk="0" hangingPunct="1">
              <a:spcBef>
                <a:spcPct val="20000"/>
              </a:spcBef>
              <a:buFont typeface="Wingdings" charset="2"/>
              <a:buNone/>
              <a:defRPr lang="pl-PL" sz="900" b="1" kern="1200" dirty="0">
                <a:solidFill>
                  <a:schemeClr val="accent3"/>
                </a:solidFill>
                <a:latin typeface="+mn-lt"/>
                <a:ea typeface="+mn-ea"/>
                <a:cs typeface="+mn-cs"/>
              </a:defRPr>
            </a:lvl1pPr>
          </a:lstStyle>
          <a:p>
            <a:pPr lvl="0"/>
            <a:r>
              <a:rPr lang="pl-PL" noProof="0"/>
              <a:t>Kliknij ikonę, aby dodać obraz</a:t>
            </a:r>
            <a:endParaRPr lang="pl-PL" noProof="0" dirty="0"/>
          </a:p>
        </p:txBody>
      </p:sp>
      <p:sp>
        <p:nvSpPr>
          <p:cNvPr id="31" name="Symbol zastępczy obrazu 3"/>
          <p:cNvSpPr>
            <a:spLocks noGrp="1"/>
          </p:cNvSpPr>
          <p:nvPr>
            <p:ph type="pic" sz="quarter" idx="40"/>
          </p:nvPr>
        </p:nvSpPr>
        <p:spPr>
          <a:xfrm>
            <a:off x="4643438" y="3071816"/>
            <a:ext cx="981229" cy="981229"/>
          </a:xfrm>
          <a:prstGeom prst="ellipse">
            <a:avLst/>
          </a:prstGeom>
          <a:noFill/>
          <a:ln w="3175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lvl1pPr marL="0" indent="0" algn="ctr" defTabSz="457200" rtl="0" eaLnBrk="1" latinLnBrk="0" hangingPunct="1">
              <a:spcBef>
                <a:spcPct val="20000"/>
              </a:spcBef>
              <a:buFont typeface="Wingdings" charset="2"/>
              <a:buNone/>
              <a:defRPr lang="pl-PL" sz="900" b="1" kern="1200" dirty="0">
                <a:solidFill>
                  <a:schemeClr val="accent3"/>
                </a:solidFill>
                <a:latin typeface="+mn-lt"/>
                <a:ea typeface="+mn-ea"/>
                <a:cs typeface="+mn-cs"/>
              </a:defRPr>
            </a:lvl1pPr>
          </a:lstStyle>
          <a:p>
            <a:pPr lvl="0"/>
            <a:r>
              <a:rPr lang="pl-PL" noProof="0"/>
              <a:t>Kliknij ikonę, aby dodać obraz</a:t>
            </a:r>
            <a:endParaRPr lang="pl-PL" noProof="0" dirty="0"/>
          </a:p>
        </p:txBody>
      </p:sp>
      <p:sp>
        <p:nvSpPr>
          <p:cNvPr id="22" name="Symbol zastępczy tekstu 17"/>
          <p:cNvSpPr>
            <a:spLocks noGrp="1"/>
          </p:cNvSpPr>
          <p:nvPr>
            <p:ph type="body" sz="quarter" idx="41"/>
          </p:nvPr>
        </p:nvSpPr>
        <p:spPr>
          <a:xfrm>
            <a:off x="457200" y="109001"/>
            <a:ext cx="8235950" cy="692865"/>
          </a:xfrm>
        </p:spPr>
        <p:txBody>
          <a:bodyPr lIns="0" rIns="0" anchor="b">
            <a:normAutofit/>
          </a:bodyPr>
          <a:lstStyle>
            <a:lvl1pPr marL="0" indent="0">
              <a:buNone/>
              <a:defRPr lang="pl-PL" sz="2000" b="1" kern="1200" dirty="0">
                <a:solidFill>
                  <a:schemeClr val="tx1"/>
                </a:solidFill>
                <a:latin typeface="+mj-lt"/>
                <a:ea typeface="+mj-ea"/>
                <a:cs typeface="+mj-cs"/>
              </a:defRPr>
            </a:lvl1pPr>
          </a:lstStyle>
          <a:p>
            <a:pPr lvl="0"/>
            <a:r>
              <a:rPr lang="pl-PL"/>
              <a:t>Kliknij, aby edytować style wzorca tekstu</a:t>
            </a:r>
          </a:p>
        </p:txBody>
      </p:sp>
      <p:sp>
        <p:nvSpPr>
          <p:cNvPr id="17" name="Symbol zastępczy numeru slajdu 5"/>
          <p:cNvSpPr>
            <a:spLocks noGrp="1"/>
          </p:cNvSpPr>
          <p:nvPr>
            <p:ph type="sldNum" sz="quarter" idx="42"/>
          </p:nvPr>
        </p:nvSpPr>
        <p:spPr>
          <a:xfrm>
            <a:off x="457200" y="4767263"/>
            <a:ext cx="412750" cy="273050"/>
          </a:xfrm>
          <a:noFill/>
        </p:spPr>
        <p:txBody>
          <a:bodyPr/>
          <a:lstStyle>
            <a:lvl1pPr>
              <a:defRPr>
                <a:solidFill>
                  <a:schemeClr val="accent1"/>
                </a:solidFill>
              </a:defRPr>
            </a:lvl1pPr>
          </a:lstStyle>
          <a:p>
            <a:fld id="{A72800AD-26FA-4F5D-B825-D5BDA05E5338}" type="slidenum">
              <a:rPr lang="pl-PL" altLang="pl-PL">
                <a:solidFill>
                  <a:srgbClr val="26437E"/>
                </a:solidFill>
              </a:rPr>
              <a:pPr/>
              <a:t>‹#›</a:t>
            </a:fld>
            <a:endParaRPr lang="pl-PL" altLang="pl-PL">
              <a:solidFill>
                <a:srgbClr val="26437E"/>
              </a:solidFill>
            </a:endParaRPr>
          </a:p>
        </p:txBody>
      </p:sp>
    </p:spTree>
    <p:extLst>
      <p:ext uri="{BB962C8B-B14F-4D97-AF65-F5344CB8AC3E}">
        <p14:creationId xmlns:p14="http://schemas.microsoft.com/office/powerpoint/2010/main" val="117375638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Mockup 1">
    <p:bg>
      <p:bgPr>
        <a:solidFill>
          <a:schemeClr val="bg2"/>
        </a:solidFill>
        <a:effectLst/>
      </p:bgPr>
    </p:bg>
    <p:spTree>
      <p:nvGrpSpPr>
        <p:cNvPr id="1" name=""/>
        <p:cNvGrpSpPr/>
        <p:nvPr/>
      </p:nvGrpSpPr>
      <p:grpSpPr>
        <a:xfrm>
          <a:off x="0" y="0"/>
          <a:ext cx="0" cy="0"/>
          <a:chOff x="0" y="0"/>
          <a:chExt cx="0" cy="0"/>
        </a:xfrm>
      </p:grpSpPr>
      <p:sp>
        <p:nvSpPr>
          <p:cNvPr id="6" name="Prostokąt 5"/>
          <p:cNvSpPr/>
          <p:nvPr userDrawn="1"/>
        </p:nvSpPr>
        <p:spPr>
          <a:xfrm flipV="1">
            <a:off x="0" y="808038"/>
            <a:ext cx="9144000" cy="46037"/>
          </a:xfrm>
          <a:prstGeom prst="rect">
            <a:avLst/>
          </a:prstGeom>
          <a:gradFill>
            <a:gsLst>
              <a:gs pos="0">
                <a:schemeClr val="tx2"/>
              </a:gs>
              <a:gs pos="100000">
                <a:schemeClr val="accent3"/>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pl-PL">
              <a:solidFill>
                <a:prstClr val="white"/>
              </a:solidFill>
            </a:endParaRPr>
          </a:p>
        </p:txBody>
      </p:sp>
      <p:pic>
        <p:nvPicPr>
          <p:cNvPr id="7" name="Obraz 7"/>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893050" y="4838700"/>
            <a:ext cx="800100" cy="12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Obraz 9" descr="iPad.png"/>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653088" y="430213"/>
            <a:ext cx="2620962" cy="3705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ymbol zastępczy tekstu 2"/>
          <p:cNvSpPr>
            <a:spLocks noGrp="1"/>
          </p:cNvSpPr>
          <p:nvPr>
            <p:ph type="body" sz="quarter" idx="31"/>
          </p:nvPr>
        </p:nvSpPr>
        <p:spPr>
          <a:xfrm>
            <a:off x="457199" y="853641"/>
            <a:ext cx="3937001" cy="3222326"/>
          </a:xfrm>
        </p:spPr>
        <p:txBody>
          <a:bodyPr>
            <a:normAutofit/>
          </a:bodyPr>
          <a:lstStyle>
            <a:lvl1pPr marL="0" indent="0">
              <a:buNone/>
              <a:defRPr sz="1400" b="0">
                <a:solidFill>
                  <a:schemeClr val="tx1"/>
                </a:solidFill>
              </a:defRPr>
            </a:lvl1pPr>
            <a:lvl2pPr marL="457200" indent="0">
              <a:buNone/>
              <a:defRPr sz="1400" b="0">
                <a:solidFill>
                  <a:schemeClr val="tx1"/>
                </a:solidFill>
              </a:defRPr>
            </a:lvl2pPr>
            <a:lvl3pPr marL="914400" indent="0">
              <a:buNone/>
              <a:defRPr sz="1400" b="0">
                <a:solidFill>
                  <a:schemeClr val="tx1"/>
                </a:solidFill>
              </a:defRPr>
            </a:lvl3pPr>
            <a:lvl4pPr marL="1371600" indent="0">
              <a:buNone/>
              <a:defRPr sz="1400" b="0">
                <a:solidFill>
                  <a:schemeClr val="tx1"/>
                </a:solidFill>
              </a:defRPr>
            </a:lvl4pPr>
            <a:lvl5pPr marL="1828800" indent="0">
              <a:buNone/>
              <a:defRPr sz="1400" b="0">
                <a:solidFill>
                  <a:schemeClr val="tx1"/>
                </a:solidFill>
              </a:defRPr>
            </a:lvl5pPr>
          </a:lstStyle>
          <a:p>
            <a:pPr lvl="0"/>
            <a:r>
              <a:rPr lang="pl-PL"/>
              <a:t>Kliknij, aby edytować style wzorca tekstu</a:t>
            </a:r>
          </a:p>
        </p:txBody>
      </p:sp>
      <p:sp>
        <p:nvSpPr>
          <p:cNvPr id="18" name="Symbol zastępczy tekstu 17"/>
          <p:cNvSpPr>
            <a:spLocks noGrp="1"/>
          </p:cNvSpPr>
          <p:nvPr>
            <p:ph type="body" sz="quarter" idx="25"/>
          </p:nvPr>
        </p:nvSpPr>
        <p:spPr>
          <a:xfrm>
            <a:off x="457200" y="109001"/>
            <a:ext cx="8235950" cy="692865"/>
          </a:xfrm>
        </p:spPr>
        <p:txBody>
          <a:bodyPr lIns="0" rIns="0" anchor="b">
            <a:normAutofit/>
          </a:bodyPr>
          <a:lstStyle>
            <a:lvl1pPr marL="0" indent="0">
              <a:buNone/>
              <a:defRPr lang="pl-PL" sz="2000" b="1" kern="1200" dirty="0">
                <a:solidFill>
                  <a:schemeClr val="tx1"/>
                </a:solidFill>
                <a:latin typeface="+mj-lt"/>
                <a:ea typeface="+mj-ea"/>
                <a:cs typeface="+mj-cs"/>
              </a:defRPr>
            </a:lvl1pPr>
          </a:lstStyle>
          <a:p>
            <a:pPr lvl="0"/>
            <a:r>
              <a:rPr lang="pl-PL"/>
              <a:t>Kliknij, aby edytować style wzorca tekstu</a:t>
            </a:r>
          </a:p>
        </p:txBody>
      </p:sp>
      <p:sp>
        <p:nvSpPr>
          <p:cNvPr id="5" name="Symbol zastępczy obrazu 4"/>
          <p:cNvSpPr>
            <a:spLocks noGrp="1"/>
          </p:cNvSpPr>
          <p:nvPr>
            <p:ph type="pic" sz="quarter" idx="32"/>
          </p:nvPr>
        </p:nvSpPr>
        <p:spPr>
          <a:xfrm>
            <a:off x="5805488" y="758825"/>
            <a:ext cx="2305050" cy="3040063"/>
          </a:xfrm>
        </p:spPr>
        <p:txBody>
          <a:bodyPr rtlCol="0" anchor="ctr">
            <a:normAutofit/>
          </a:bodyPr>
          <a:lstStyle>
            <a:lvl1pPr algn="ctr">
              <a:buNone/>
              <a:defRPr>
                <a:solidFill>
                  <a:schemeClr val="bg2"/>
                </a:solidFill>
              </a:defRPr>
            </a:lvl1pPr>
          </a:lstStyle>
          <a:p>
            <a:pPr lvl="0"/>
            <a:endParaRPr lang="pl-PL" noProof="0"/>
          </a:p>
        </p:txBody>
      </p:sp>
      <p:sp>
        <p:nvSpPr>
          <p:cNvPr id="9" name="Symbol zastępczy numeru slajdu 5"/>
          <p:cNvSpPr>
            <a:spLocks noGrp="1"/>
          </p:cNvSpPr>
          <p:nvPr>
            <p:ph type="sldNum" sz="quarter" idx="33"/>
          </p:nvPr>
        </p:nvSpPr>
        <p:spPr>
          <a:xfrm>
            <a:off x="457200" y="4767263"/>
            <a:ext cx="412750" cy="273050"/>
          </a:xfrm>
          <a:noFill/>
        </p:spPr>
        <p:txBody>
          <a:bodyPr/>
          <a:lstStyle>
            <a:lvl1pPr>
              <a:defRPr>
                <a:solidFill>
                  <a:schemeClr val="accent1"/>
                </a:solidFill>
              </a:defRPr>
            </a:lvl1pPr>
          </a:lstStyle>
          <a:p>
            <a:fld id="{13C099D3-4959-47E5-A8D3-35DACBFA42B8}" type="slidenum">
              <a:rPr lang="pl-PL" altLang="pl-PL">
                <a:solidFill>
                  <a:srgbClr val="26437E"/>
                </a:solidFill>
              </a:rPr>
              <a:pPr/>
              <a:t>‹#›</a:t>
            </a:fld>
            <a:endParaRPr lang="pl-PL" altLang="pl-PL">
              <a:solidFill>
                <a:srgbClr val="26437E"/>
              </a:solidFill>
            </a:endParaRPr>
          </a:p>
        </p:txBody>
      </p:sp>
    </p:spTree>
    <p:extLst>
      <p:ext uri="{BB962C8B-B14F-4D97-AF65-F5344CB8AC3E}">
        <p14:creationId xmlns:p14="http://schemas.microsoft.com/office/powerpoint/2010/main" val="303746230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Mockup 2">
    <p:bg>
      <p:bgPr>
        <a:solidFill>
          <a:schemeClr val="bg2"/>
        </a:solidFill>
        <a:effectLst/>
      </p:bgPr>
    </p:bg>
    <p:spTree>
      <p:nvGrpSpPr>
        <p:cNvPr id="1" name=""/>
        <p:cNvGrpSpPr/>
        <p:nvPr/>
      </p:nvGrpSpPr>
      <p:grpSpPr>
        <a:xfrm>
          <a:off x="0" y="0"/>
          <a:ext cx="0" cy="0"/>
          <a:chOff x="0" y="0"/>
          <a:chExt cx="0" cy="0"/>
        </a:xfrm>
      </p:grpSpPr>
      <p:sp>
        <p:nvSpPr>
          <p:cNvPr id="5" name="Prostokąt 4"/>
          <p:cNvSpPr/>
          <p:nvPr userDrawn="1"/>
        </p:nvSpPr>
        <p:spPr>
          <a:xfrm flipV="1">
            <a:off x="0" y="808038"/>
            <a:ext cx="9144000" cy="46037"/>
          </a:xfrm>
          <a:prstGeom prst="rect">
            <a:avLst/>
          </a:prstGeom>
          <a:gradFill>
            <a:gsLst>
              <a:gs pos="0">
                <a:schemeClr val="tx2"/>
              </a:gs>
              <a:gs pos="100000">
                <a:schemeClr val="accent3"/>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pl-PL">
              <a:solidFill>
                <a:prstClr val="white"/>
              </a:solidFill>
            </a:endParaRPr>
          </a:p>
        </p:txBody>
      </p:sp>
      <p:pic>
        <p:nvPicPr>
          <p:cNvPr id="6" name="Obraz 7"/>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893050" y="4838700"/>
            <a:ext cx="800100" cy="12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Obraz 9" descr="iPhone.png"/>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727700" y="436563"/>
            <a:ext cx="1816100" cy="369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Symbol zastępczy tekstu 2"/>
          <p:cNvSpPr>
            <a:spLocks noGrp="1"/>
          </p:cNvSpPr>
          <p:nvPr>
            <p:ph type="body" sz="quarter" idx="31"/>
          </p:nvPr>
        </p:nvSpPr>
        <p:spPr>
          <a:xfrm>
            <a:off x="457199" y="853641"/>
            <a:ext cx="3937001" cy="3222325"/>
          </a:xfrm>
        </p:spPr>
        <p:txBody>
          <a:bodyPr>
            <a:normAutofit/>
          </a:bodyPr>
          <a:lstStyle>
            <a:lvl1pPr marL="0" indent="0">
              <a:buNone/>
              <a:defRPr sz="1400" b="0">
                <a:solidFill>
                  <a:schemeClr val="tx1"/>
                </a:solidFill>
              </a:defRPr>
            </a:lvl1pPr>
            <a:lvl2pPr marL="457200" indent="0">
              <a:buNone/>
              <a:defRPr sz="1400" b="0">
                <a:solidFill>
                  <a:schemeClr val="tx1"/>
                </a:solidFill>
              </a:defRPr>
            </a:lvl2pPr>
            <a:lvl3pPr marL="914400" indent="0">
              <a:buNone/>
              <a:defRPr sz="1400" b="0">
                <a:solidFill>
                  <a:schemeClr val="tx1"/>
                </a:solidFill>
              </a:defRPr>
            </a:lvl3pPr>
            <a:lvl4pPr marL="1371600" indent="0">
              <a:buNone/>
              <a:defRPr sz="1400" b="0">
                <a:solidFill>
                  <a:schemeClr val="tx1"/>
                </a:solidFill>
              </a:defRPr>
            </a:lvl4pPr>
            <a:lvl5pPr marL="1828800" indent="0">
              <a:buNone/>
              <a:defRPr sz="1400" b="0">
                <a:solidFill>
                  <a:schemeClr val="tx1"/>
                </a:solidFill>
              </a:defRPr>
            </a:lvl5pPr>
          </a:lstStyle>
          <a:p>
            <a:pPr lvl="0"/>
            <a:r>
              <a:rPr lang="pl-PL"/>
              <a:t>Kliknij, aby edytować style wzorca tekstu</a:t>
            </a:r>
          </a:p>
        </p:txBody>
      </p:sp>
      <p:sp>
        <p:nvSpPr>
          <p:cNvPr id="18" name="Symbol zastępczy tekstu 17"/>
          <p:cNvSpPr>
            <a:spLocks noGrp="1"/>
          </p:cNvSpPr>
          <p:nvPr>
            <p:ph type="body" sz="quarter" idx="25"/>
          </p:nvPr>
        </p:nvSpPr>
        <p:spPr>
          <a:xfrm>
            <a:off x="457200" y="109001"/>
            <a:ext cx="8235950" cy="692865"/>
          </a:xfrm>
        </p:spPr>
        <p:txBody>
          <a:bodyPr lIns="0" rIns="0" anchor="b">
            <a:normAutofit/>
          </a:bodyPr>
          <a:lstStyle>
            <a:lvl1pPr marL="0" indent="0">
              <a:buNone/>
              <a:defRPr lang="pl-PL" sz="2000" b="1" kern="1200" dirty="0">
                <a:solidFill>
                  <a:schemeClr val="tx1"/>
                </a:solidFill>
                <a:latin typeface="+mj-lt"/>
                <a:ea typeface="+mj-ea"/>
                <a:cs typeface="+mj-cs"/>
              </a:defRPr>
            </a:lvl1pPr>
          </a:lstStyle>
          <a:p>
            <a:pPr lvl="0"/>
            <a:r>
              <a:rPr lang="pl-PL"/>
              <a:t>Kliknij, aby edytować style wzorca tekstu</a:t>
            </a:r>
          </a:p>
        </p:txBody>
      </p:sp>
      <p:sp>
        <p:nvSpPr>
          <p:cNvPr id="3" name="Symbol zastępczy obrazu 2"/>
          <p:cNvSpPr>
            <a:spLocks noGrp="1"/>
          </p:cNvSpPr>
          <p:nvPr>
            <p:ph type="pic" sz="quarter" idx="32"/>
          </p:nvPr>
        </p:nvSpPr>
        <p:spPr>
          <a:xfrm>
            <a:off x="5843588" y="877888"/>
            <a:ext cx="1582737" cy="2809875"/>
          </a:xfrm>
        </p:spPr>
        <p:txBody>
          <a:bodyPr rtlCol="0" anchor="ctr">
            <a:normAutofit/>
          </a:bodyPr>
          <a:lstStyle>
            <a:lvl1pPr marL="342900" indent="-342900" algn="ctr" defTabSz="457200" rtl="0" eaLnBrk="1" latinLnBrk="0" hangingPunct="1">
              <a:spcBef>
                <a:spcPct val="20000"/>
              </a:spcBef>
              <a:buFont typeface="Wingdings" charset="2"/>
              <a:buNone/>
              <a:defRPr lang="pl-PL" sz="1800" b="1" kern="1200">
                <a:solidFill>
                  <a:schemeClr val="bg2"/>
                </a:solidFill>
                <a:latin typeface="+mn-lt"/>
                <a:ea typeface="+mn-ea"/>
                <a:cs typeface="+mn-cs"/>
              </a:defRPr>
            </a:lvl1pPr>
          </a:lstStyle>
          <a:p>
            <a:pPr lvl="0"/>
            <a:endParaRPr lang="pl-PL" noProof="0"/>
          </a:p>
        </p:txBody>
      </p:sp>
      <p:sp>
        <p:nvSpPr>
          <p:cNvPr id="8" name="Symbol zastępczy numeru slajdu 5"/>
          <p:cNvSpPr>
            <a:spLocks noGrp="1"/>
          </p:cNvSpPr>
          <p:nvPr>
            <p:ph type="sldNum" sz="quarter" idx="33"/>
          </p:nvPr>
        </p:nvSpPr>
        <p:spPr>
          <a:xfrm>
            <a:off x="457200" y="4767263"/>
            <a:ext cx="412750" cy="273050"/>
          </a:xfrm>
          <a:noFill/>
        </p:spPr>
        <p:txBody>
          <a:bodyPr/>
          <a:lstStyle>
            <a:lvl1pPr>
              <a:defRPr>
                <a:solidFill>
                  <a:schemeClr val="accent1"/>
                </a:solidFill>
              </a:defRPr>
            </a:lvl1pPr>
          </a:lstStyle>
          <a:p>
            <a:fld id="{B38988D0-E1B2-4DEC-B7DF-135E197CB849}" type="slidenum">
              <a:rPr lang="pl-PL" altLang="pl-PL">
                <a:solidFill>
                  <a:srgbClr val="26437E"/>
                </a:solidFill>
              </a:rPr>
              <a:pPr/>
              <a:t>‹#›</a:t>
            </a:fld>
            <a:endParaRPr lang="pl-PL" altLang="pl-PL">
              <a:solidFill>
                <a:srgbClr val="26437E"/>
              </a:solidFill>
            </a:endParaRPr>
          </a:p>
        </p:txBody>
      </p:sp>
    </p:spTree>
    <p:extLst>
      <p:ext uri="{BB962C8B-B14F-4D97-AF65-F5344CB8AC3E}">
        <p14:creationId xmlns:p14="http://schemas.microsoft.com/office/powerpoint/2010/main" val="301376450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Mockup 3">
    <p:bg>
      <p:bgPr>
        <a:solidFill>
          <a:schemeClr val="bg2"/>
        </a:solidFill>
        <a:effectLst/>
      </p:bgPr>
    </p:bg>
    <p:spTree>
      <p:nvGrpSpPr>
        <p:cNvPr id="1" name=""/>
        <p:cNvGrpSpPr/>
        <p:nvPr/>
      </p:nvGrpSpPr>
      <p:grpSpPr>
        <a:xfrm>
          <a:off x="0" y="0"/>
          <a:ext cx="0" cy="0"/>
          <a:chOff x="0" y="0"/>
          <a:chExt cx="0" cy="0"/>
        </a:xfrm>
      </p:grpSpPr>
      <p:sp>
        <p:nvSpPr>
          <p:cNvPr id="6" name="Prostokąt 5"/>
          <p:cNvSpPr/>
          <p:nvPr userDrawn="1"/>
        </p:nvSpPr>
        <p:spPr>
          <a:xfrm flipV="1">
            <a:off x="0" y="808038"/>
            <a:ext cx="9144000" cy="46037"/>
          </a:xfrm>
          <a:prstGeom prst="rect">
            <a:avLst/>
          </a:prstGeom>
          <a:gradFill>
            <a:gsLst>
              <a:gs pos="0">
                <a:schemeClr val="tx2"/>
              </a:gs>
              <a:gs pos="100000">
                <a:schemeClr val="accent3"/>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pl-PL">
              <a:solidFill>
                <a:prstClr val="white"/>
              </a:solidFill>
            </a:endParaRPr>
          </a:p>
        </p:txBody>
      </p:sp>
      <p:pic>
        <p:nvPicPr>
          <p:cNvPr id="7" name="Obraz 7"/>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893050" y="4838700"/>
            <a:ext cx="800100" cy="12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Obraz 9" descr="iPad.png"/>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879975" y="436563"/>
            <a:ext cx="2620963" cy="3706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Obraz 10" descr="iPhone.png"/>
          <p:cNvPicPr>
            <a:picLocks noChangeAspect="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7389813" y="1862138"/>
            <a:ext cx="1120775" cy="2281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Symbol zastępczy tekstu 2"/>
          <p:cNvSpPr>
            <a:spLocks noGrp="1"/>
          </p:cNvSpPr>
          <p:nvPr>
            <p:ph type="body" sz="quarter" idx="31"/>
          </p:nvPr>
        </p:nvSpPr>
        <p:spPr>
          <a:xfrm>
            <a:off x="457199" y="853641"/>
            <a:ext cx="3937001" cy="3222326"/>
          </a:xfrm>
        </p:spPr>
        <p:txBody>
          <a:bodyPr>
            <a:normAutofit/>
          </a:bodyPr>
          <a:lstStyle>
            <a:lvl1pPr marL="0" marR="0" indent="0" algn="l" defTabSz="457200" rtl="0" eaLnBrk="1" fontAlgn="auto" latinLnBrk="0" hangingPunct="1">
              <a:lnSpc>
                <a:spcPct val="100000"/>
              </a:lnSpc>
              <a:spcBef>
                <a:spcPct val="20000"/>
              </a:spcBef>
              <a:spcAft>
                <a:spcPts val="0"/>
              </a:spcAft>
              <a:buClrTx/>
              <a:buSzTx/>
              <a:buFont typeface="Wingdings" charset="2"/>
              <a:buNone/>
              <a:tabLst/>
              <a:defRPr sz="1400" b="0">
                <a:solidFill>
                  <a:schemeClr val="tx1"/>
                </a:solidFill>
              </a:defRPr>
            </a:lvl1pPr>
            <a:lvl2pPr marL="457200" indent="0">
              <a:buNone/>
              <a:defRPr sz="1400" b="0">
                <a:solidFill>
                  <a:schemeClr val="tx1"/>
                </a:solidFill>
              </a:defRPr>
            </a:lvl2pPr>
            <a:lvl3pPr marL="914400" indent="0">
              <a:buNone/>
              <a:defRPr sz="1400" b="0">
                <a:solidFill>
                  <a:schemeClr val="tx1"/>
                </a:solidFill>
              </a:defRPr>
            </a:lvl3pPr>
            <a:lvl4pPr marL="1371600" indent="0">
              <a:buNone/>
              <a:defRPr sz="1400" b="0">
                <a:solidFill>
                  <a:schemeClr val="tx1"/>
                </a:solidFill>
              </a:defRPr>
            </a:lvl4pPr>
            <a:lvl5pPr marL="1828800" indent="0">
              <a:buNone/>
              <a:defRPr sz="1400" b="0">
                <a:solidFill>
                  <a:schemeClr val="tx1"/>
                </a:solidFill>
              </a:defRPr>
            </a:lvl5pPr>
          </a:lstStyle>
          <a:p>
            <a:pPr lvl="0"/>
            <a:r>
              <a:rPr lang="pl-PL"/>
              <a:t>Kliknij, aby edytować style wzorca tekstu</a:t>
            </a:r>
          </a:p>
          <a:p>
            <a:pPr lvl="1"/>
            <a:r>
              <a:rPr lang="pl-PL"/>
              <a:t>Drugi poziom</a:t>
            </a:r>
          </a:p>
        </p:txBody>
      </p:sp>
      <p:sp>
        <p:nvSpPr>
          <p:cNvPr id="19" name="Symbol zastępczy tekstu 17"/>
          <p:cNvSpPr>
            <a:spLocks noGrp="1"/>
          </p:cNvSpPr>
          <p:nvPr>
            <p:ph type="body" sz="quarter" idx="25"/>
          </p:nvPr>
        </p:nvSpPr>
        <p:spPr>
          <a:xfrm>
            <a:off x="457200" y="109001"/>
            <a:ext cx="8235950" cy="692865"/>
          </a:xfrm>
        </p:spPr>
        <p:txBody>
          <a:bodyPr lIns="0" rIns="0" anchor="b">
            <a:normAutofit/>
          </a:bodyPr>
          <a:lstStyle>
            <a:lvl1pPr marL="0" indent="0">
              <a:buNone/>
              <a:defRPr lang="pl-PL" sz="2000" b="1" kern="1200" dirty="0">
                <a:solidFill>
                  <a:schemeClr val="tx1"/>
                </a:solidFill>
                <a:latin typeface="+mj-lt"/>
                <a:ea typeface="+mj-ea"/>
                <a:cs typeface="+mj-cs"/>
              </a:defRPr>
            </a:lvl1pPr>
          </a:lstStyle>
          <a:p>
            <a:pPr lvl="0"/>
            <a:r>
              <a:rPr lang="pl-PL"/>
              <a:t>Kliknij, aby edytować style wzorca tekstu</a:t>
            </a:r>
          </a:p>
        </p:txBody>
      </p:sp>
      <p:sp>
        <p:nvSpPr>
          <p:cNvPr id="5" name="Symbol zastępczy obrazu 4"/>
          <p:cNvSpPr>
            <a:spLocks noGrp="1"/>
          </p:cNvSpPr>
          <p:nvPr>
            <p:ph type="pic" sz="quarter" idx="33"/>
          </p:nvPr>
        </p:nvSpPr>
        <p:spPr>
          <a:xfrm>
            <a:off x="5040313" y="765174"/>
            <a:ext cx="2282825" cy="3060000"/>
          </a:xfrm>
        </p:spPr>
        <p:txBody>
          <a:bodyPr rtlCol="0" anchor="ctr">
            <a:normAutofit/>
          </a:bodyPr>
          <a:lstStyle>
            <a:lvl1pPr marL="342900" indent="-342900" algn="ctr" defTabSz="457200" rtl="0" eaLnBrk="1" latinLnBrk="0" hangingPunct="1">
              <a:spcBef>
                <a:spcPct val="20000"/>
              </a:spcBef>
              <a:buFont typeface="Wingdings" charset="2"/>
              <a:buNone/>
              <a:defRPr lang="pl-PL" sz="1800" b="1" kern="1200">
                <a:solidFill>
                  <a:schemeClr val="bg2"/>
                </a:solidFill>
                <a:latin typeface="+mn-lt"/>
                <a:ea typeface="+mn-ea"/>
                <a:cs typeface="+mn-cs"/>
              </a:defRPr>
            </a:lvl1pPr>
          </a:lstStyle>
          <a:p>
            <a:pPr lvl="0"/>
            <a:endParaRPr lang="pl-PL" noProof="0"/>
          </a:p>
        </p:txBody>
      </p:sp>
      <p:sp>
        <p:nvSpPr>
          <p:cNvPr id="3" name="Symbol zastępczy obrazu 2"/>
          <p:cNvSpPr>
            <a:spLocks noGrp="1"/>
          </p:cNvSpPr>
          <p:nvPr>
            <p:ph type="pic" sz="quarter" idx="32"/>
          </p:nvPr>
        </p:nvSpPr>
        <p:spPr>
          <a:xfrm>
            <a:off x="7463767" y="2141538"/>
            <a:ext cx="972000" cy="1716087"/>
          </a:xfrm>
        </p:spPr>
        <p:txBody>
          <a:bodyPr rtlCol="0" anchor="ctr">
            <a:normAutofit/>
          </a:bodyPr>
          <a:lstStyle>
            <a:lvl1pPr marL="342900" indent="-342900" algn="ctr" defTabSz="457200" rtl="0" eaLnBrk="1" latinLnBrk="0" hangingPunct="1">
              <a:spcBef>
                <a:spcPct val="20000"/>
              </a:spcBef>
              <a:buFont typeface="Wingdings" charset="2"/>
              <a:buNone/>
              <a:defRPr lang="pl-PL" sz="1800" b="1" kern="1200">
                <a:solidFill>
                  <a:schemeClr val="bg2"/>
                </a:solidFill>
                <a:latin typeface="+mn-lt"/>
                <a:ea typeface="+mn-ea"/>
                <a:cs typeface="+mn-cs"/>
              </a:defRPr>
            </a:lvl1pPr>
          </a:lstStyle>
          <a:p>
            <a:pPr lvl="0"/>
            <a:endParaRPr lang="pl-PL" noProof="0"/>
          </a:p>
        </p:txBody>
      </p:sp>
      <p:sp>
        <p:nvSpPr>
          <p:cNvPr id="11" name="Symbol zastępczy numeru slajdu 5"/>
          <p:cNvSpPr>
            <a:spLocks noGrp="1"/>
          </p:cNvSpPr>
          <p:nvPr>
            <p:ph type="sldNum" sz="quarter" idx="34"/>
          </p:nvPr>
        </p:nvSpPr>
        <p:spPr>
          <a:xfrm>
            <a:off x="457200" y="4767263"/>
            <a:ext cx="412750" cy="273050"/>
          </a:xfrm>
          <a:noFill/>
        </p:spPr>
        <p:txBody>
          <a:bodyPr/>
          <a:lstStyle>
            <a:lvl1pPr>
              <a:defRPr>
                <a:solidFill>
                  <a:schemeClr val="accent1"/>
                </a:solidFill>
              </a:defRPr>
            </a:lvl1pPr>
          </a:lstStyle>
          <a:p>
            <a:fld id="{30D1EFCE-4662-4D72-B1B0-C0CA98C7E1B3}" type="slidenum">
              <a:rPr lang="pl-PL" altLang="pl-PL">
                <a:solidFill>
                  <a:srgbClr val="26437E"/>
                </a:solidFill>
              </a:rPr>
              <a:pPr/>
              <a:t>‹#›</a:t>
            </a:fld>
            <a:endParaRPr lang="pl-PL" altLang="pl-PL">
              <a:solidFill>
                <a:srgbClr val="26437E"/>
              </a:solidFill>
            </a:endParaRPr>
          </a:p>
        </p:txBody>
      </p:sp>
    </p:spTree>
    <p:extLst>
      <p:ext uri="{BB962C8B-B14F-4D97-AF65-F5344CB8AC3E}">
        <p14:creationId xmlns:p14="http://schemas.microsoft.com/office/powerpoint/2010/main" val="364279283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Number ">
    <p:bg>
      <p:bgPr>
        <a:solidFill>
          <a:schemeClr val="tx1"/>
        </a:solidFill>
        <a:effectLst/>
      </p:bgPr>
    </p:bg>
    <p:spTree>
      <p:nvGrpSpPr>
        <p:cNvPr id="1" name=""/>
        <p:cNvGrpSpPr/>
        <p:nvPr/>
      </p:nvGrpSpPr>
      <p:grpSpPr>
        <a:xfrm>
          <a:off x="0" y="0"/>
          <a:ext cx="0" cy="0"/>
          <a:chOff x="0" y="0"/>
          <a:chExt cx="0" cy="0"/>
        </a:xfrm>
      </p:grpSpPr>
      <p:pic>
        <p:nvPicPr>
          <p:cNvPr id="4" name="Obraz 5"/>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893050" y="4838700"/>
            <a:ext cx="800100" cy="12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Prostokąt 4"/>
          <p:cNvSpPr/>
          <p:nvPr userDrawn="1"/>
        </p:nvSpPr>
        <p:spPr>
          <a:xfrm flipV="1">
            <a:off x="0" y="5097463"/>
            <a:ext cx="9144000" cy="46037"/>
          </a:xfrm>
          <a:prstGeom prst="rect">
            <a:avLst/>
          </a:prstGeom>
          <a:gradFill>
            <a:gsLst>
              <a:gs pos="0">
                <a:schemeClr val="tx2"/>
              </a:gs>
              <a:gs pos="100000">
                <a:schemeClr val="accent3"/>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pl-PL">
              <a:solidFill>
                <a:prstClr val="white"/>
              </a:solidFill>
            </a:endParaRPr>
          </a:p>
        </p:txBody>
      </p:sp>
      <p:sp>
        <p:nvSpPr>
          <p:cNvPr id="2" name="Tytuł 1"/>
          <p:cNvSpPr>
            <a:spLocks noGrp="1"/>
          </p:cNvSpPr>
          <p:nvPr>
            <p:ph type="title"/>
          </p:nvPr>
        </p:nvSpPr>
        <p:spPr>
          <a:xfrm>
            <a:off x="457200" y="641894"/>
            <a:ext cx="8236344" cy="2290004"/>
          </a:xfrm>
        </p:spPr>
        <p:txBody>
          <a:bodyPr>
            <a:noAutofit/>
          </a:bodyPr>
          <a:lstStyle>
            <a:lvl1pPr algn="ctr">
              <a:defRPr sz="7400" b="1" cap="all" baseline="0">
                <a:solidFill>
                  <a:schemeClr val="bg1"/>
                </a:solidFill>
              </a:defRPr>
            </a:lvl1pPr>
          </a:lstStyle>
          <a:p>
            <a:r>
              <a:rPr lang="pl-PL"/>
              <a:t>Kliknij, aby edytować styl</a:t>
            </a:r>
            <a:endParaRPr lang="pl-PL" dirty="0"/>
          </a:p>
        </p:txBody>
      </p:sp>
      <p:sp>
        <p:nvSpPr>
          <p:cNvPr id="11" name="Symbol zastępczy tekstu 10"/>
          <p:cNvSpPr>
            <a:spLocks noGrp="1"/>
          </p:cNvSpPr>
          <p:nvPr>
            <p:ph type="body" sz="quarter" idx="13"/>
          </p:nvPr>
        </p:nvSpPr>
        <p:spPr>
          <a:xfrm>
            <a:off x="457200" y="2931501"/>
            <a:ext cx="8236344" cy="1573885"/>
          </a:xfrm>
        </p:spPr>
        <p:txBody>
          <a:bodyPr>
            <a:normAutofit/>
          </a:bodyPr>
          <a:lstStyle>
            <a:lvl1pPr algn="ctr">
              <a:buNone/>
              <a:defRPr sz="2600">
                <a:solidFill>
                  <a:schemeClr val="bg1"/>
                </a:solidFill>
              </a:defRPr>
            </a:lvl1pPr>
            <a:lvl2pPr algn="ctr">
              <a:buNone/>
              <a:defRPr>
                <a:solidFill>
                  <a:schemeClr val="bg1"/>
                </a:solidFill>
              </a:defRPr>
            </a:lvl2pPr>
            <a:lvl3pPr algn="ctr">
              <a:buNone/>
              <a:defRPr>
                <a:solidFill>
                  <a:schemeClr val="bg1"/>
                </a:solidFill>
              </a:defRPr>
            </a:lvl3pPr>
            <a:lvl4pPr algn="ctr">
              <a:buNone/>
              <a:defRPr>
                <a:solidFill>
                  <a:schemeClr val="bg1"/>
                </a:solidFill>
              </a:defRPr>
            </a:lvl4pPr>
            <a:lvl5pPr algn="ctr">
              <a:buNone/>
              <a:defRPr>
                <a:solidFill>
                  <a:schemeClr val="bg1"/>
                </a:solidFill>
              </a:defRPr>
            </a:lvl5pPr>
          </a:lstStyle>
          <a:p>
            <a:pPr lvl="0"/>
            <a:r>
              <a:rPr lang="pl-PL"/>
              <a:t>Kliknij, aby edytować style wzorca tekstu</a:t>
            </a:r>
          </a:p>
        </p:txBody>
      </p:sp>
      <p:sp>
        <p:nvSpPr>
          <p:cNvPr id="6" name="Symbol zastępczy numeru slajdu 5"/>
          <p:cNvSpPr>
            <a:spLocks noGrp="1"/>
          </p:cNvSpPr>
          <p:nvPr>
            <p:ph type="sldNum" sz="quarter" idx="14"/>
          </p:nvPr>
        </p:nvSpPr>
        <p:spPr>
          <a:xfrm>
            <a:off x="457200" y="4767263"/>
            <a:ext cx="412750" cy="273050"/>
          </a:xfrm>
          <a:noFill/>
        </p:spPr>
        <p:txBody>
          <a:bodyPr/>
          <a:lstStyle>
            <a:lvl1pPr>
              <a:defRPr/>
            </a:lvl1pPr>
          </a:lstStyle>
          <a:p>
            <a:fld id="{FB6239F2-1978-4113-8C74-A5520D089DBD}" type="slidenum">
              <a:rPr lang="pl-PL" altLang="pl-PL"/>
              <a:pPr/>
              <a:t>‹#›</a:t>
            </a:fld>
            <a:endParaRPr lang="pl-PL" altLang="pl-PL"/>
          </a:p>
        </p:txBody>
      </p:sp>
    </p:spTree>
    <p:extLst>
      <p:ext uri="{BB962C8B-B14F-4D97-AF65-F5344CB8AC3E}">
        <p14:creationId xmlns:p14="http://schemas.microsoft.com/office/powerpoint/2010/main" val="72142302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Any Question 1">
    <p:spTree>
      <p:nvGrpSpPr>
        <p:cNvPr id="1" name=""/>
        <p:cNvGrpSpPr/>
        <p:nvPr/>
      </p:nvGrpSpPr>
      <p:grpSpPr>
        <a:xfrm>
          <a:off x="0" y="0"/>
          <a:ext cx="0" cy="0"/>
          <a:chOff x="0" y="0"/>
          <a:chExt cx="0" cy="0"/>
        </a:xfrm>
      </p:grpSpPr>
      <p:pic>
        <p:nvPicPr>
          <p:cNvPr id="5" name="Obraz 5"/>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893050" y="4838700"/>
            <a:ext cx="800100" cy="12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Prostokąt 5"/>
          <p:cNvSpPr/>
          <p:nvPr userDrawn="1"/>
        </p:nvSpPr>
        <p:spPr>
          <a:xfrm flipV="1">
            <a:off x="0" y="5097463"/>
            <a:ext cx="9144000" cy="46037"/>
          </a:xfrm>
          <a:prstGeom prst="rect">
            <a:avLst/>
          </a:prstGeom>
          <a:gradFill>
            <a:gsLst>
              <a:gs pos="0">
                <a:schemeClr val="tx2"/>
              </a:gs>
              <a:gs pos="100000">
                <a:schemeClr val="accent3"/>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pl-PL">
              <a:solidFill>
                <a:prstClr val="white"/>
              </a:solidFill>
            </a:endParaRPr>
          </a:p>
        </p:txBody>
      </p:sp>
      <p:sp>
        <p:nvSpPr>
          <p:cNvPr id="14" name="Tytuł 1"/>
          <p:cNvSpPr>
            <a:spLocks noGrp="1"/>
          </p:cNvSpPr>
          <p:nvPr>
            <p:ph type="ctrTitle"/>
          </p:nvPr>
        </p:nvSpPr>
        <p:spPr>
          <a:xfrm>
            <a:off x="406400" y="2004595"/>
            <a:ext cx="8287144" cy="528287"/>
          </a:xfrm>
        </p:spPr>
        <p:txBody>
          <a:bodyPr lIns="0" rIns="0">
            <a:noAutofit/>
          </a:bodyPr>
          <a:lstStyle>
            <a:lvl1pPr algn="l">
              <a:lnSpc>
                <a:spcPct val="80000"/>
              </a:lnSpc>
              <a:defRPr sz="2400" b="1" baseline="0">
                <a:solidFill>
                  <a:schemeClr val="tx2"/>
                </a:solidFill>
              </a:defRPr>
            </a:lvl1pPr>
          </a:lstStyle>
          <a:p>
            <a:r>
              <a:rPr lang="pl-PL"/>
              <a:t>Kliknij, aby edytować styl</a:t>
            </a:r>
            <a:endParaRPr lang="pl-PL" dirty="0"/>
          </a:p>
        </p:txBody>
      </p:sp>
      <p:sp>
        <p:nvSpPr>
          <p:cNvPr id="15" name="Symbol zastępczy tekstu 5"/>
          <p:cNvSpPr>
            <a:spLocks noGrp="1"/>
          </p:cNvSpPr>
          <p:nvPr>
            <p:ph type="body" sz="quarter" idx="10"/>
          </p:nvPr>
        </p:nvSpPr>
        <p:spPr>
          <a:xfrm>
            <a:off x="457202" y="2997200"/>
            <a:ext cx="4051297" cy="304800"/>
          </a:xfrm>
        </p:spPr>
        <p:txBody>
          <a:bodyPr lIns="0" rIns="0" anchor="b">
            <a:noAutofit/>
          </a:bodyPr>
          <a:lstStyle>
            <a:lvl1pPr marL="0" indent="0">
              <a:buNone/>
              <a:defRPr sz="1600" b="1" baseline="0">
                <a:solidFill>
                  <a:srgbClr val="26437E"/>
                </a:solidFill>
              </a:defRPr>
            </a:lvl1pPr>
          </a:lstStyle>
          <a:p>
            <a:pPr lvl="0"/>
            <a:r>
              <a:rPr lang="pl-PL"/>
              <a:t>Kliknij, aby edytować style wzorca tekstu</a:t>
            </a:r>
          </a:p>
        </p:txBody>
      </p:sp>
      <p:sp>
        <p:nvSpPr>
          <p:cNvPr id="16" name="Symbol zastępczy tekstu 8"/>
          <p:cNvSpPr>
            <a:spLocks noGrp="1"/>
          </p:cNvSpPr>
          <p:nvPr>
            <p:ph type="body" sz="quarter" idx="12"/>
          </p:nvPr>
        </p:nvSpPr>
        <p:spPr>
          <a:xfrm>
            <a:off x="457203" y="3308350"/>
            <a:ext cx="4051296" cy="260350"/>
          </a:xfrm>
        </p:spPr>
        <p:txBody>
          <a:bodyPr lIns="0" rIns="0">
            <a:norm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sz="1050" b="0" baseline="0">
                <a:solidFill>
                  <a:srgbClr val="26437E"/>
                </a:solidFill>
              </a:defRPr>
            </a:lvl1pPr>
            <a:lvl2pPr marL="457200" indent="0">
              <a:buNone/>
              <a:defRPr sz="900" b="0">
                <a:solidFill>
                  <a:srgbClr val="26437E"/>
                </a:solidFill>
              </a:defRPr>
            </a:lvl2pPr>
            <a:lvl3pPr marL="914400" indent="0">
              <a:buNone/>
              <a:defRPr sz="900" b="0">
                <a:solidFill>
                  <a:srgbClr val="26437E"/>
                </a:solidFill>
              </a:defRPr>
            </a:lvl3pPr>
            <a:lvl4pPr marL="1371600" indent="0">
              <a:buNone/>
              <a:defRPr sz="900" b="0">
                <a:solidFill>
                  <a:srgbClr val="26437E"/>
                </a:solidFill>
              </a:defRPr>
            </a:lvl4pPr>
            <a:lvl5pPr marL="1828800" indent="0">
              <a:buNone/>
              <a:defRPr sz="900" b="0">
                <a:solidFill>
                  <a:srgbClr val="26437E"/>
                </a:solidFill>
              </a:defRPr>
            </a:lvl5pPr>
          </a:lstStyle>
          <a:p>
            <a:pPr lvl="0"/>
            <a:r>
              <a:rPr lang="pl-PL"/>
              <a:t>Kliknij, aby edytować style wzorca tekstu</a:t>
            </a:r>
          </a:p>
        </p:txBody>
      </p:sp>
    </p:spTree>
    <p:extLst>
      <p:ext uri="{BB962C8B-B14F-4D97-AF65-F5344CB8AC3E}">
        <p14:creationId xmlns:p14="http://schemas.microsoft.com/office/powerpoint/2010/main" val="148829836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Any Question 2">
    <p:spTree>
      <p:nvGrpSpPr>
        <p:cNvPr id="1" name=""/>
        <p:cNvGrpSpPr/>
        <p:nvPr/>
      </p:nvGrpSpPr>
      <p:grpSpPr>
        <a:xfrm>
          <a:off x="0" y="0"/>
          <a:ext cx="0" cy="0"/>
          <a:chOff x="0" y="0"/>
          <a:chExt cx="0" cy="0"/>
        </a:xfrm>
      </p:grpSpPr>
      <p:pic>
        <p:nvPicPr>
          <p:cNvPr id="5" name="Obraz 5"/>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893050" y="4838700"/>
            <a:ext cx="800100" cy="12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Prostokąt 6"/>
          <p:cNvSpPr/>
          <p:nvPr userDrawn="1"/>
        </p:nvSpPr>
        <p:spPr>
          <a:xfrm flipV="1">
            <a:off x="0" y="5097463"/>
            <a:ext cx="9144000" cy="46037"/>
          </a:xfrm>
          <a:prstGeom prst="rect">
            <a:avLst/>
          </a:prstGeom>
          <a:gradFill>
            <a:gsLst>
              <a:gs pos="0">
                <a:schemeClr val="tx2"/>
              </a:gs>
              <a:gs pos="100000">
                <a:schemeClr val="accent3"/>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pl-PL">
              <a:solidFill>
                <a:prstClr val="white"/>
              </a:solidFill>
            </a:endParaRPr>
          </a:p>
        </p:txBody>
      </p:sp>
      <p:sp>
        <p:nvSpPr>
          <p:cNvPr id="2" name="Tytuł 1"/>
          <p:cNvSpPr>
            <a:spLocks noGrp="1"/>
          </p:cNvSpPr>
          <p:nvPr>
            <p:ph type="ctrTitle"/>
          </p:nvPr>
        </p:nvSpPr>
        <p:spPr>
          <a:xfrm>
            <a:off x="406400" y="2004595"/>
            <a:ext cx="8287144" cy="528287"/>
          </a:xfrm>
        </p:spPr>
        <p:txBody>
          <a:bodyPr lIns="0" rIns="0">
            <a:noAutofit/>
          </a:bodyPr>
          <a:lstStyle>
            <a:lvl1pPr algn="l">
              <a:lnSpc>
                <a:spcPct val="80000"/>
              </a:lnSpc>
              <a:defRPr sz="2400" b="1" baseline="0">
                <a:solidFill>
                  <a:schemeClr val="accent1"/>
                </a:solidFill>
              </a:defRPr>
            </a:lvl1pPr>
          </a:lstStyle>
          <a:p>
            <a:r>
              <a:rPr lang="pl-PL"/>
              <a:t>Kliknij, aby edytować styl</a:t>
            </a:r>
            <a:endParaRPr lang="pl-PL" dirty="0"/>
          </a:p>
        </p:txBody>
      </p:sp>
      <p:sp>
        <p:nvSpPr>
          <p:cNvPr id="6" name="Symbol zastępczy tekstu 5"/>
          <p:cNvSpPr>
            <a:spLocks noGrp="1"/>
          </p:cNvSpPr>
          <p:nvPr>
            <p:ph type="body" sz="quarter" idx="10"/>
          </p:nvPr>
        </p:nvSpPr>
        <p:spPr>
          <a:xfrm>
            <a:off x="457202" y="2997200"/>
            <a:ext cx="4051297" cy="304800"/>
          </a:xfrm>
        </p:spPr>
        <p:txBody>
          <a:bodyPr lIns="0" rIns="0" anchor="b">
            <a:noAutofit/>
          </a:bodyPr>
          <a:lstStyle>
            <a:lvl1pPr marL="0" indent="0">
              <a:buNone/>
              <a:defRPr sz="1600" b="1" baseline="0">
                <a:solidFill>
                  <a:srgbClr val="26437E"/>
                </a:solidFill>
              </a:defRPr>
            </a:lvl1pPr>
          </a:lstStyle>
          <a:p>
            <a:pPr lvl="0"/>
            <a:r>
              <a:rPr lang="pl-PL"/>
              <a:t>Kliknij, aby edytować style wzorca tekstu</a:t>
            </a:r>
          </a:p>
        </p:txBody>
      </p:sp>
      <p:sp>
        <p:nvSpPr>
          <p:cNvPr id="12" name="Symbol zastępczy tekstu 8"/>
          <p:cNvSpPr>
            <a:spLocks noGrp="1"/>
          </p:cNvSpPr>
          <p:nvPr>
            <p:ph type="body" sz="quarter" idx="12"/>
          </p:nvPr>
        </p:nvSpPr>
        <p:spPr>
          <a:xfrm>
            <a:off x="457203" y="3308350"/>
            <a:ext cx="4051296" cy="260350"/>
          </a:xfrm>
        </p:spPr>
        <p:txBody>
          <a:bodyPr lIns="0" rIns="0">
            <a:norm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sz="1050" b="0" baseline="0">
                <a:solidFill>
                  <a:srgbClr val="26437E"/>
                </a:solidFill>
              </a:defRPr>
            </a:lvl1pPr>
            <a:lvl2pPr marL="457200" indent="0">
              <a:buNone/>
              <a:defRPr sz="900" b="0">
                <a:solidFill>
                  <a:srgbClr val="26437E"/>
                </a:solidFill>
              </a:defRPr>
            </a:lvl2pPr>
            <a:lvl3pPr marL="914400" indent="0">
              <a:buNone/>
              <a:defRPr sz="900" b="0">
                <a:solidFill>
                  <a:srgbClr val="26437E"/>
                </a:solidFill>
              </a:defRPr>
            </a:lvl3pPr>
            <a:lvl4pPr marL="1371600" indent="0">
              <a:buNone/>
              <a:defRPr sz="900" b="0">
                <a:solidFill>
                  <a:srgbClr val="26437E"/>
                </a:solidFill>
              </a:defRPr>
            </a:lvl4pPr>
            <a:lvl5pPr marL="1828800" indent="0">
              <a:buNone/>
              <a:defRPr sz="900" b="0">
                <a:solidFill>
                  <a:srgbClr val="26437E"/>
                </a:solidFill>
              </a:defRPr>
            </a:lvl5pPr>
          </a:lstStyle>
          <a:p>
            <a:pPr lvl="0"/>
            <a:r>
              <a:rPr lang="pl-PL"/>
              <a:t>Kliknij, aby edytować style wzorca tekstu</a:t>
            </a:r>
          </a:p>
        </p:txBody>
      </p:sp>
    </p:spTree>
    <p:extLst>
      <p:ext uri="{BB962C8B-B14F-4D97-AF65-F5344CB8AC3E}">
        <p14:creationId xmlns:p14="http://schemas.microsoft.com/office/powerpoint/2010/main" val="174307185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Special Content 1">
    <p:spTree>
      <p:nvGrpSpPr>
        <p:cNvPr id="1" name=""/>
        <p:cNvGrpSpPr/>
        <p:nvPr/>
      </p:nvGrpSpPr>
      <p:grpSpPr>
        <a:xfrm>
          <a:off x="0" y="0"/>
          <a:ext cx="0" cy="0"/>
          <a:chOff x="0" y="0"/>
          <a:chExt cx="0" cy="0"/>
        </a:xfrm>
      </p:grpSpPr>
      <p:pic>
        <p:nvPicPr>
          <p:cNvPr id="5" name="Obraz 5"/>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893050" y="4838700"/>
            <a:ext cx="800100" cy="12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Prostokąt 5"/>
          <p:cNvSpPr/>
          <p:nvPr userDrawn="1"/>
        </p:nvSpPr>
        <p:spPr>
          <a:xfrm flipV="1">
            <a:off x="0" y="5097463"/>
            <a:ext cx="9144000" cy="46037"/>
          </a:xfrm>
          <a:prstGeom prst="rect">
            <a:avLst/>
          </a:prstGeom>
          <a:gradFill>
            <a:gsLst>
              <a:gs pos="0">
                <a:schemeClr val="tx2"/>
              </a:gs>
              <a:gs pos="100000">
                <a:schemeClr val="accent3"/>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pl-PL">
              <a:solidFill>
                <a:prstClr val="white"/>
              </a:solidFill>
            </a:endParaRPr>
          </a:p>
        </p:txBody>
      </p:sp>
      <p:sp>
        <p:nvSpPr>
          <p:cNvPr id="2" name="Tytuł 1"/>
          <p:cNvSpPr>
            <a:spLocks noGrp="1"/>
          </p:cNvSpPr>
          <p:nvPr>
            <p:ph type="ctrTitle"/>
          </p:nvPr>
        </p:nvSpPr>
        <p:spPr>
          <a:xfrm>
            <a:off x="457200" y="338400"/>
            <a:ext cx="3784600" cy="703223"/>
          </a:xfrm>
        </p:spPr>
        <p:txBody>
          <a:bodyPr>
            <a:noAutofit/>
          </a:bodyPr>
          <a:lstStyle>
            <a:lvl1pPr algn="l">
              <a:lnSpc>
                <a:spcPct val="120000"/>
              </a:lnSpc>
              <a:defRPr sz="2400" b="1" baseline="0">
                <a:solidFill>
                  <a:schemeClr val="tx1"/>
                </a:solidFill>
              </a:defRPr>
            </a:lvl1pPr>
          </a:lstStyle>
          <a:p>
            <a:pPr lvl="0"/>
            <a:r>
              <a:rPr lang="pl-PL"/>
              <a:t>Kliknij, aby edytować styl</a:t>
            </a:r>
            <a:endParaRPr lang="pl-PL" dirty="0"/>
          </a:p>
        </p:txBody>
      </p:sp>
      <p:sp>
        <p:nvSpPr>
          <p:cNvPr id="7" name="Symbol zastępczy tekstu 6"/>
          <p:cNvSpPr>
            <a:spLocks noGrp="1"/>
          </p:cNvSpPr>
          <p:nvPr>
            <p:ph type="body" sz="quarter" idx="10"/>
          </p:nvPr>
        </p:nvSpPr>
        <p:spPr>
          <a:xfrm>
            <a:off x="457200" y="1730143"/>
            <a:ext cx="2311400" cy="1898650"/>
          </a:xfrm>
        </p:spPr>
        <p:txBody>
          <a:bodyPr anchor="ctr">
            <a:noAutofit/>
          </a:bodyPr>
          <a:lstStyle>
            <a:lvl1pPr marL="0" indent="0" algn="ctr">
              <a:buNone/>
              <a:defRPr sz="13800" b="0">
                <a:solidFill>
                  <a:schemeClr val="tx2">
                    <a:alpha val="40000"/>
                  </a:schemeClr>
                </a:solidFill>
              </a:defRPr>
            </a:lvl1pPr>
          </a:lstStyle>
          <a:p>
            <a:pPr lvl="0"/>
            <a:r>
              <a:rPr lang="pl-PL"/>
              <a:t>Kliknij, aby edytować style wzorca tekstu</a:t>
            </a:r>
          </a:p>
        </p:txBody>
      </p:sp>
      <p:sp>
        <p:nvSpPr>
          <p:cNvPr id="9" name="Symbol zastępczy tekstu 8"/>
          <p:cNvSpPr>
            <a:spLocks noGrp="1"/>
          </p:cNvSpPr>
          <p:nvPr>
            <p:ph type="body" sz="quarter" idx="11"/>
          </p:nvPr>
        </p:nvSpPr>
        <p:spPr>
          <a:xfrm>
            <a:off x="457200" y="2555643"/>
            <a:ext cx="2311400" cy="450850"/>
          </a:xfrm>
        </p:spPr>
        <p:txBody>
          <a:bodyPr/>
          <a:lstStyle>
            <a:lvl1pPr marL="0" indent="0" algn="ctr">
              <a:buNone/>
              <a:defRPr b="0" spc="300">
                <a:solidFill>
                  <a:schemeClr val="tx2"/>
                </a:solidFill>
              </a:defRPr>
            </a:lvl1pPr>
          </a:lstStyle>
          <a:p>
            <a:pPr lvl="0"/>
            <a:r>
              <a:rPr lang="pl-PL"/>
              <a:t>Kliknij, aby edytować style wzorca tekstu</a:t>
            </a:r>
          </a:p>
        </p:txBody>
      </p:sp>
    </p:spTree>
    <p:extLst>
      <p:ext uri="{BB962C8B-B14F-4D97-AF65-F5344CB8AC3E}">
        <p14:creationId xmlns:p14="http://schemas.microsoft.com/office/powerpoint/2010/main" val="140268444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Special Content 2">
    <p:bg>
      <p:bgPr>
        <a:blipFill dpi="0" rotWithShape="0">
          <a:blip r:embed="rId2"/>
          <a:srcRect/>
          <a:stretch>
            <a:fillRect/>
          </a:stretch>
        </a:blipFill>
        <a:effectLst/>
      </p:bgPr>
    </p:bg>
    <p:spTree>
      <p:nvGrpSpPr>
        <p:cNvPr id="1" name=""/>
        <p:cNvGrpSpPr/>
        <p:nvPr/>
      </p:nvGrpSpPr>
      <p:grpSpPr>
        <a:xfrm>
          <a:off x="0" y="0"/>
          <a:ext cx="0" cy="0"/>
          <a:chOff x="0" y="0"/>
          <a:chExt cx="0" cy="0"/>
        </a:xfrm>
      </p:grpSpPr>
      <p:pic>
        <p:nvPicPr>
          <p:cNvPr id="5" name="Obraz 5"/>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893050" y="4838700"/>
            <a:ext cx="800100" cy="12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Prostokąt 5"/>
          <p:cNvSpPr/>
          <p:nvPr userDrawn="1"/>
        </p:nvSpPr>
        <p:spPr>
          <a:xfrm flipV="1">
            <a:off x="0" y="5097463"/>
            <a:ext cx="9144000" cy="46037"/>
          </a:xfrm>
          <a:prstGeom prst="rect">
            <a:avLst/>
          </a:prstGeom>
          <a:gradFill>
            <a:gsLst>
              <a:gs pos="0">
                <a:schemeClr val="tx2"/>
              </a:gs>
              <a:gs pos="100000">
                <a:schemeClr val="accent3"/>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pl-PL">
              <a:solidFill>
                <a:prstClr val="white"/>
              </a:solidFill>
            </a:endParaRPr>
          </a:p>
        </p:txBody>
      </p:sp>
      <p:sp>
        <p:nvSpPr>
          <p:cNvPr id="8" name="Tytuł 1"/>
          <p:cNvSpPr>
            <a:spLocks noGrp="1"/>
          </p:cNvSpPr>
          <p:nvPr>
            <p:ph type="ctrTitle"/>
          </p:nvPr>
        </p:nvSpPr>
        <p:spPr>
          <a:xfrm>
            <a:off x="5359400" y="338400"/>
            <a:ext cx="3784600" cy="703223"/>
          </a:xfrm>
        </p:spPr>
        <p:txBody>
          <a:bodyPr>
            <a:noAutofit/>
          </a:bodyPr>
          <a:lstStyle>
            <a:lvl1pPr algn="ctr">
              <a:lnSpc>
                <a:spcPct val="120000"/>
              </a:lnSpc>
              <a:defRPr sz="2400" b="1" baseline="0">
                <a:solidFill>
                  <a:schemeClr val="bg1"/>
                </a:solidFill>
              </a:defRPr>
            </a:lvl1pPr>
          </a:lstStyle>
          <a:p>
            <a:pPr lvl="0"/>
            <a:r>
              <a:rPr lang="pl-PL"/>
              <a:t>Kliknij, aby edytować styl</a:t>
            </a:r>
            <a:endParaRPr lang="pl-PL" dirty="0"/>
          </a:p>
        </p:txBody>
      </p:sp>
      <p:sp>
        <p:nvSpPr>
          <p:cNvPr id="10" name="Symbol zastępczy tekstu 6"/>
          <p:cNvSpPr>
            <a:spLocks noGrp="1"/>
          </p:cNvSpPr>
          <p:nvPr>
            <p:ph type="body" sz="quarter" idx="10"/>
          </p:nvPr>
        </p:nvSpPr>
        <p:spPr>
          <a:xfrm>
            <a:off x="6108701" y="1492368"/>
            <a:ext cx="2311400" cy="1898650"/>
          </a:xfrm>
        </p:spPr>
        <p:txBody>
          <a:bodyPr anchor="ctr">
            <a:noAutofit/>
          </a:bodyPr>
          <a:lstStyle>
            <a:lvl1pPr marL="0" indent="0" algn="ctr">
              <a:buNone/>
              <a:defRPr sz="13800" b="0">
                <a:solidFill>
                  <a:schemeClr val="bg1"/>
                </a:solidFill>
              </a:defRPr>
            </a:lvl1pPr>
          </a:lstStyle>
          <a:p>
            <a:pPr lvl="0"/>
            <a:r>
              <a:rPr lang="pl-PL"/>
              <a:t>Kliknij, aby edytować style wzorca tekstu</a:t>
            </a:r>
          </a:p>
        </p:txBody>
      </p:sp>
      <p:sp>
        <p:nvSpPr>
          <p:cNvPr id="11" name="Symbol zastępczy tekstu 8"/>
          <p:cNvSpPr>
            <a:spLocks noGrp="1"/>
          </p:cNvSpPr>
          <p:nvPr>
            <p:ph type="body" sz="quarter" idx="11"/>
          </p:nvPr>
        </p:nvSpPr>
        <p:spPr>
          <a:xfrm>
            <a:off x="6108701" y="2317868"/>
            <a:ext cx="2311400" cy="450850"/>
          </a:xfrm>
        </p:spPr>
        <p:txBody>
          <a:bodyPr/>
          <a:lstStyle>
            <a:lvl1pPr marL="0" indent="0" algn="ctr">
              <a:buNone/>
              <a:defRPr b="0" spc="300">
                <a:solidFill>
                  <a:schemeClr val="bg1"/>
                </a:solidFill>
              </a:defRPr>
            </a:lvl1pPr>
          </a:lstStyle>
          <a:p>
            <a:pPr lvl="0"/>
            <a:r>
              <a:rPr lang="pl-PL"/>
              <a:t>Kliknij, aby edytować style wzorca tekstu</a:t>
            </a:r>
          </a:p>
        </p:txBody>
      </p:sp>
    </p:spTree>
    <p:extLst>
      <p:ext uri="{BB962C8B-B14F-4D97-AF65-F5344CB8AC3E}">
        <p14:creationId xmlns:p14="http://schemas.microsoft.com/office/powerpoint/2010/main" val="69182275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Special Content 3">
    <p:bg>
      <p:bgPr>
        <a:blipFill dpi="0" rotWithShape="0">
          <a:blip r:embed="rId2"/>
          <a:srcRect/>
          <a:stretch>
            <a:fillRect/>
          </a:stretch>
        </a:blipFill>
        <a:effectLst/>
      </p:bgPr>
    </p:bg>
    <p:spTree>
      <p:nvGrpSpPr>
        <p:cNvPr id="1" name=""/>
        <p:cNvGrpSpPr/>
        <p:nvPr/>
      </p:nvGrpSpPr>
      <p:grpSpPr>
        <a:xfrm>
          <a:off x="0" y="0"/>
          <a:ext cx="0" cy="0"/>
          <a:chOff x="0" y="0"/>
          <a:chExt cx="0" cy="0"/>
        </a:xfrm>
      </p:grpSpPr>
      <p:pic>
        <p:nvPicPr>
          <p:cNvPr id="4" name="Obraz 5"/>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893050" y="4838700"/>
            <a:ext cx="800100" cy="12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Prostokąt 4"/>
          <p:cNvSpPr/>
          <p:nvPr userDrawn="1"/>
        </p:nvSpPr>
        <p:spPr>
          <a:xfrm flipV="1">
            <a:off x="0" y="5097463"/>
            <a:ext cx="9144000" cy="46037"/>
          </a:xfrm>
          <a:prstGeom prst="rect">
            <a:avLst/>
          </a:prstGeom>
          <a:gradFill>
            <a:gsLst>
              <a:gs pos="0">
                <a:schemeClr val="tx2"/>
              </a:gs>
              <a:gs pos="100000">
                <a:schemeClr val="accent3"/>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pl-PL">
              <a:solidFill>
                <a:prstClr val="white"/>
              </a:solidFill>
            </a:endParaRPr>
          </a:p>
        </p:txBody>
      </p:sp>
      <p:sp>
        <p:nvSpPr>
          <p:cNvPr id="2" name="Tytuł 1"/>
          <p:cNvSpPr>
            <a:spLocks noGrp="1"/>
          </p:cNvSpPr>
          <p:nvPr>
            <p:ph type="ctrTitle"/>
          </p:nvPr>
        </p:nvSpPr>
        <p:spPr>
          <a:xfrm>
            <a:off x="4676997" y="2650036"/>
            <a:ext cx="3535356" cy="703223"/>
          </a:xfrm>
          <a:solidFill>
            <a:srgbClr val="26437E">
              <a:alpha val="50196"/>
            </a:srgbClr>
          </a:solidFill>
        </p:spPr>
        <p:txBody>
          <a:bodyPr anchor="t">
            <a:noAutofit/>
          </a:bodyPr>
          <a:lstStyle>
            <a:lvl1pPr algn="ctr">
              <a:lnSpc>
                <a:spcPct val="120000"/>
              </a:lnSpc>
              <a:defRPr sz="2600" b="1" baseline="0">
                <a:solidFill>
                  <a:schemeClr val="bg1"/>
                </a:solidFill>
              </a:defRPr>
            </a:lvl1pPr>
          </a:lstStyle>
          <a:p>
            <a:pPr lvl="0"/>
            <a:r>
              <a:rPr lang="pl-PL"/>
              <a:t>Kliknij, aby edytować styl</a:t>
            </a:r>
            <a:endParaRPr lang="pl-PL" dirty="0"/>
          </a:p>
        </p:txBody>
      </p:sp>
      <p:sp>
        <p:nvSpPr>
          <p:cNvPr id="7" name="Symbol zastępczy tekstu 6"/>
          <p:cNvSpPr>
            <a:spLocks noGrp="1"/>
          </p:cNvSpPr>
          <p:nvPr>
            <p:ph type="body" sz="quarter" idx="10"/>
          </p:nvPr>
        </p:nvSpPr>
        <p:spPr>
          <a:xfrm>
            <a:off x="4676997" y="737238"/>
            <a:ext cx="3535356" cy="1898650"/>
          </a:xfrm>
          <a:solidFill>
            <a:srgbClr val="26437E">
              <a:alpha val="50196"/>
            </a:srgbClr>
          </a:solidFill>
        </p:spPr>
        <p:txBody>
          <a:bodyPr anchor="ctr">
            <a:noAutofit/>
          </a:bodyPr>
          <a:lstStyle>
            <a:lvl1pPr marL="0" indent="0" algn="ctr">
              <a:buNone/>
              <a:defRPr sz="13800" b="0">
                <a:solidFill>
                  <a:srgbClr val="FFFFFF">
                    <a:alpha val="40000"/>
                  </a:srgbClr>
                </a:solidFill>
              </a:defRPr>
            </a:lvl1pPr>
          </a:lstStyle>
          <a:p>
            <a:pPr lvl="0"/>
            <a:r>
              <a:rPr lang="pl-PL"/>
              <a:t>Kliknij, aby edytować style wzorca tekstu</a:t>
            </a:r>
          </a:p>
        </p:txBody>
      </p:sp>
    </p:spTree>
    <p:extLst>
      <p:ext uri="{BB962C8B-B14F-4D97-AF65-F5344CB8AC3E}">
        <p14:creationId xmlns:p14="http://schemas.microsoft.com/office/powerpoint/2010/main" val="93951907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pecial Content 4">
    <p:bg>
      <p:bgPr>
        <a:blipFill dpi="0" rotWithShape="0">
          <a:blip r:embed="rId2"/>
          <a:srcRect/>
          <a:stretch>
            <a:fillRect/>
          </a:stretch>
        </a:blipFill>
        <a:effectLst/>
      </p:bgPr>
    </p:bg>
    <p:spTree>
      <p:nvGrpSpPr>
        <p:cNvPr id="1" name=""/>
        <p:cNvGrpSpPr/>
        <p:nvPr/>
      </p:nvGrpSpPr>
      <p:grpSpPr>
        <a:xfrm>
          <a:off x="0" y="0"/>
          <a:ext cx="0" cy="0"/>
          <a:chOff x="0" y="0"/>
          <a:chExt cx="0" cy="0"/>
        </a:xfrm>
      </p:grpSpPr>
      <p:pic>
        <p:nvPicPr>
          <p:cNvPr id="4" name="Obraz 5"/>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893050" y="4838700"/>
            <a:ext cx="800100" cy="12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Prostokąt 4"/>
          <p:cNvSpPr/>
          <p:nvPr userDrawn="1"/>
        </p:nvSpPr>
        <p:spPr>
          <a:xfrm flipV="1">
            <a:off x="0" y="5097463"/>
            <a:ext cx="9144000" cy="46037"/>
          </a:xfrm>
          <a:prstGeom prst="rect">
            <a:avLst/>
          </a:prstGeom>
          <a:gradFill>
            <a:gsLst>
              <a:gs pos="0">
                <a:schemeClr val="tx2"/>
              </a:gs>
              <a:gs pos="100000">
                <a:schemeClr val="accent3"/>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pl-PL">
              <a:solidFill>
                <a:prstClr val="white"/>
              </a:solidFill>
            </a:endParaRPr>
          </a:p>
        </p:txBody>
      </p:sp>
      <p:sp>
        <p:nvSpPr>
          <p:cNvPr id="2" name="Tytuł 1"/>
          <p:cNvSpPr>
            <a:spLocks noGrp="1"/>
          </p:cNvSpPr>
          <p:nvPr>
            <p:ph type="ctrTitle"/>
          </p:nvPr>
        </p:nvSpPr>
        <p:spPr>
          <a:xfrm>
            <a:off x="4676997" y="2650036"/>
            <a:ext cx="3535356" cy="703223"/>
          </a:xfrm>
          <a:noFill/>
        </p:spPr>
        <p:txBody>
          <a:bodyPr anchor="t">
            <a:noAutofit/>
          </a:bodyPr>
          <a:lstStyle>
            <a:lvl1pPr algn="ctr">
              <a:lnSpc>
                <a:spcPct val="120000"/>
              </a:lnSpc>
              <a:defRPr sz="2600" b="1" baseline="0">
                <a:solidFill>
                  <a:schemeClr val="bg1"/>
                </a:solidFill>
              </a:defRPr>
            </a:lvl1pPr>
          </a:lstStyle>
          <a:p>
            <a:pPr lvl="0"/>
            <a:r>
              <a:rPr lang="pl-PL"/>
              <a:t>Kliknij, aby edytować styl</a:t>
            </a:r>
            <a:endParaRPr lang="pl-PL" dirty="0"/>
          </a:p>
        </p:txBody>
      </p:sp>
      <p:sp>
        <p:nvSpPr>
          <p:cNvPr id="7" name="Symbol zastępczy tekstu 6"/>
          <p:cNvSpPr>
            <a:spLocks noGrp="1"/>
          </p:cNvSpPr>
          <p:nvPr>
            <p:ph type="body" sz="quarter" idx="10"/>
          </p:nvPr>
        </p:nvSpPr>
        <p:spPr>
          <a:xfrm>
            <a:off x="4676997" y="737238"/>
            <a:ext cx="3535356" cy="1898650"/>
          </a:xfrm>
          <a:noFill/>
        </p:spPr>
        <p:txBody>
          <a:bodyPr anchor="ctr">
            <a:noAutofit/>
          </a:bodyPr>
          <a:lstStyle>
            <a:lvl1pPr marL="0" indent="0" algn="ctr">
              <a:buNone/>
              <a:defRPr sz="13800" b="0">
                <a:solidFill>
                  <a:srgbClr val="FFFFFF">
                    <a:alpha val="40000"/>
                  </a:srgbClr>
                </a:solidFill>
              </a:defRPr>
            </a:lvl1pPr>
          </a:lstStyle>
          <a:p>
            <a:pPr lvl="0"/>
            <a:r>
              <a:rPr lang="pl-PL"/>
              <a:t>Kliknij, aby edytować style wzorca tekstu</a:t>
            </a:r>
          </a:p>
        </p:txBody>
      </p:sp>
    </p:spTree>
    <p:extLst>
      <p:ext uri="{BB962C8B-B14F-4D97-AF65-F5344CB8AC3E}">
        <p14:creationId xmlns:p14="http://schemas.microsoft.com/office/powerpoint/2010/main" val="270118759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Special Content 5">
    <p:bg>
      <p:bgPr>
        <a:blipFill dpi="0" rotWithShape="0">
          <a:blip r:embed="rId2"/>
          <a:srcRect/>
          <a:stretch>
            <a:fillRect/>
          </a:stretch>
        </a:blipFill>
        <a:effectLst/>
      </p:bgPr>
    </p:bg>
    <p:spTree>
      <p:nvGrpSpPr>
        <p:cNvPr id="1" name=""/>
        <p:cNvGrpSpPr/>
        <p:nvPr/>
      </p:nvGrpSpPr>
      <p:grpSpPr>
        <a:xfrm>
          <a:off x="0" y="0"/>
          <a:ext cx="0" cy="0"/>
          <a:chOff x="0" y="0"/>
          <a:chExt cx="0" cy="0"/>
        </a:xfrm>
      </p:grpSpPr>
      <p:pic>
        <p:nvPicPr>
          <p:cNvPr id="4" name="Obraz 5"/>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893050" y="4838700"/>
            <a:ext cx="800100" cy="12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Prostokąt 4"/>
          <p:cNvSpPr/>
          <p:nvPr userDrawn="1"/>
        </p:nvSpPr>
        <p:spPr>
          <a:xfrm flipV="1">
            <a:off x="0" y="5097463"/>
            <a:ext cx="9144000" cy="46037"/>
          </a:xfrm>
          <a:prstGeom prst="rect">
            <a:avLst/>
          </a:prstGeom>
          <a:gradFill>
            <a:gsLst>
              <a:gs pos="0">
                <a:schemeClr val="tx2"/>
              </a:gs>
              <a:gs pos="100000">
                <a:schemeClr val="accent3"/>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pl-PL">
              <a:solidFill>
                <a:prstClr val="white"/>
              </a:solidFill>
            </a:endParaRPr>
          </a:p>
        </p:txBody>
      </p:sp>
      <p:sp>
        <p:nvSpPr>
          <p:cNvPr id="2" name="Tytuł 1"/>
          <p:cNvSpPr>
            <a:spLocks noGrp="1"/>
          </p:cNvSpPr>
          <p:nvPr>
            <p:ph type="ctrTitle"/>
          </p:nvPr>
        </p:nvSpPr>
        <p:spPr>
          <a:xfrm>
            <a:off x="536200" y="2650036"/>
            <a:ext cx="3535356" cy="703223"/>
          </a:xfrm>
          <a:solidFill>
            <a:srgbClr val="FFFFFF">
              <a:alpha val="50196"/>
            </a:srgbClr>
          </a:solidFill>
        </p:spPr>
        <p:txBody>
          <a:bodyPr anchor="t">
            <a:noAutofit/>
          </a:bodyPr>
          <a:lstStyle>
            <a:lvl1pPr algn="ctr">
              <a:lnSpc>
                <a:spcPct val="120000"/>
              </a:lnSpc>
              <a:defRPr sz="2600" b="1" baseline="0">
                <a:solidFill>
                  <a:schemeClr val="tx1"/>
                </a:solidFill>
              </a:defRPr>
            </a:lvl1pPr>
          </a:lstStyle>
          <a:p>
            <a:pPr lvl="0"/>
            <a:r>
              <a:rPr lang="pl-PL"/>
              <a:t>Kliknij, aby edytować styl</a:t>
            </a:r>
            <a:endParaRPr lang="pl-PL" dirty="0"/>
          </a:p>
        </p:txBody>
      </p:sp>
      <p:sp>
        <p:nvSpPr>
          <p:cNvPr id="7" name="Symbol zastępczy tekstu 6"/>
          <p:cNvSpPr>
            <a:spLocks noGrp="1"/>
          </p:cNvSpPr>
          <p:nvPr>
            <p:ph type="body" sz="quarter" idx="10"/>
          </p:nvPr>
        </p:nvSpPr>
        <p:spPr>
          <a:xfrm>
            <a:off x="536200" y="737238"/>
            <a:ext cx="3535356" cy="1898650"/>
          </a:xfrm>
          <a:solidFill>
            <a:srgbClr val="FFFFFF">
              <a:alpha val="50196"/>
            </a:srgbClr>
          </a:solidFill>
        </p:spPr>
        <p:txBody>
          <a:bodyPr anchor="ctr">
            <a:noAutofit/>
          </a:bodyPr>
          <a:lstStyle>
            <a:lvl1pPr marL="0" indent="0" algn="ctr">
              <a:buNone/>
              <a:defRPr sz="13800" b="0">
                <a:solidFill>
                  <a:schemeClr val="tx1"/>
                </a:solidFill>
              </a:defRPr>
            </a:lvl1pPr>
          </a:lstStyle>
          <a:p>
            <a:pPr lvl="0"/>
            <a:r>
              <a:rPr lang="pl-PL"/>
              <a:t>Kliknij, aby edytować style wzorca tekstu</a:t>
            </a:r>
          </a:p>
        </p:txBody>
      </p:sp>
    </p:spTree>
    <p:extLst>
      <p:ext uri="{BB962C8B-B14F-4D97-AF65-F5344CB8AC3E}">
        <p14:creationId xmlns:p14="http://schemas.microsoft.com/office/powerpoint/2010/main" val="222270123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Metro">
    <p:bg>
      <p:bgPr>
        <a:solidFill>
          <a:schemeClr val="bg1">
            <a:alpha val="79999"/>
          </a:schemeClr>
        </a:solidFill>
        <a:effectLst/>
      </p:bgPr>
    </p:bg>
    <p:spTree>
      <p:nvGrpSpPr>
        <p:cNvPr id="1" name=""/>
        <p:cNvGrpSpPr/>
        <p:nvPr/>
      </p:nvGrpSpPr>
      <p:grpSpPr>
        <a:xfrm>
          <a:off x="0" y="0"/>
          <a:ext cx="0" cy="0"/>
          <a:chOff x="0" y="0"/>
          <a:chExt cx="0" cy="0"/>
        </a:xfrm>
      </p:grpSpPr>
      <p:sp>
        <p:nvSpPr>
          <p:cNvPr id="17" name="Prostokąt 16"/>
          <p:cNvSpPr/>
          <p:nvPr userDrawn="1"/>
        </p:nvSpPr>
        <p:spPr>
          <a:xfrm>
            <a:off x="3656013" y="0"/>
            <a:ext cx="3659187" cy="1711325"/>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pl-PL">
              <a:solidFill>
                <a:prstClr val="white"/>
              </a:solidFill>
            </a:endParaRPr>
          </a:p>
        </p:txBody>
      </p:sp>
      <p:sp>
        <p:nvSpPr>
          <p:cNvPr id="20" name="Prostokąt 19"/>
          <p:cNvSpPr/>
          <p:nvPr userDrawn="1"/>
        </p:nvSpPr>
        <p:spPr>
          <a:xfrm>
            <a:off x="0" y="1711325"/>
            <a:ext cx="1827213" cy="343217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pl-PL">
              <a:solidFill>
                <a:prstClr val="white"/>
              </a:solidFill>
            </a:endParaRPr>
          </a:p>
        </p:txBody>
      </p:sp>
      <p:sp>
        <p:nvSpPr>
          <p:cNvPr id="21" name="Prostokąt 20"/>
          <p:cNvSpPr/>
          <p:nvPr userDrawn="1"/>
        </p:nvSpPr>
        <p:spPr>
          <a:xfrm>
            <a:off x="7316788" y="3422650"/>
            <a:ext cx="1827212" cy="1720850"/>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pl-PL">
              <a:solidFill>
                <a:prstClr val="white"/>
              </a:solidFill>
            </a:endParaRPr>
          </a:p>
        </p:txBody>
      </p:sp>
      <p:sp>
        <p:nvSpPr>
          <p:cNvPr id="23" name="Prostokąt 22"/>
          <p:cNvSpPr/>
          <p:nvPr userDrawn="1"/>
        </p:nvSpPr>
        <p:spPr>
          <a:xfrm>
            <a:off x="7316788" y="0"/>
            <a:ext cx="1827212" cy="342265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pl-PL">
              <a:solidFill>
                <a:prstClr val="white"/>
              </a:solidFill>
            </a:endParaRPr>
          </a:p>
        </p:txBody>
      </p:sp>
      <p:sp>
        <p:nvSpPr>
          <p:cNvPr id="26" name="Prostokąt 25"/>
          <p:cNvSpPr/>
          <p:nvPr userDrawn="1"/>
        </p:nvSpPr>
        <p:spPr>
          <a:xfrm>
            <a:off x="1828800" y="1711325"/>
            <a:ext cx="1827213" cy="172085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pl-PL">
              <a:solidFill>
                <a:prstClr val="white"/>
              </a:solidFill>
            </a:endParaRPr>
          </a:p>
        </p:txBody>
      </p:sp>
      <p:pic>
        <p:nvPicPr>
          <p:cNvPr id="27" name="Obraz 12"/>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893050" y="4838700"/>
            <a:ext cx="800100" cy="12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Symbol zastępczy obrazu 7"/>
          <p:cNvSpPr>
            <a:spLocks noGrp="1"/>
          </p:cNvSpPr>
          <p:nvPr>
            <p:ph type="pic" sz="quarter" idx="10"/>
          </p:nvPr>
        </p:nvSpPr>
        <p:spPr>
          <a:xfrm>
            <a:off x="0" y="0"/>
            <a:ext cx="3656013" cy="1711325"/>
          </a:xfrm>
        </p:spPr>
        <p:txBody>
          <a:bodyPr rtlCol="0" anchor="ctr">
            <a:normAutofit/>
          </a:bodyPr>
          <a:lstStyle>
            <a:lvl1pPr marL="0" indent="0" algn="ctr">
              <a:buNone/>
              <a:defRPr>
                <a:solidFill>
                  <a:schemeClr val="accent4"/>
                </a:solidFill>
              </a:defRPr>
            </a:lvl1pPr>
          </a:lstStyle>
          <a:p>
            <a:pPr lvl="0"/>
            <a:r>
              <a:rPr lang="pl-PL" noProof="0"/>
              <a:t>Kliknij ikonę, aby dodać obraz</a:t>
            </a:r>
            <a:endParaRPr lang="pl-PL" noProof="0" dirty="0"/>
          </a:p>
        </p:txBody>
      </p:sp>
      <p:sp>
        <p:nvSpPr>
          <p:cNvPr id="10" name="Symbol zastępczy obrazu 7"/>
          <p:cNvSpPr>
            <a:spLocks noGrp="1"/>
          </p:cNvSpPr>
          <p:nvPr>
            <p:ph type="pic" sz="quarter" idx="12"/>
          </p:nvPr>
        </p:nvSpPr>
        <p:spPr>
          <a:xfrm>
            <a:off x="3656013" y="1711325"/>
            <a:ext cx="1828007" cy="1711325"/>
          </a:xfrm>
        </p:spPr>
        <p:txBody>
          <a:bodyPr rtlCol="0" anchor="ctr">
            <a:normAutofit/>
          </a:bodyPr>
          <a:lstStyle>
            <a:lvl1pPr marL="0" indent="0" algn="ctr">
              <a:buNone/>
              <a:defRPr>
                <a:solidFill>
                  <a:schemeClr val="accent2"/>
                </a:solidFill>
              </a:defRPr>
            </a:lvl1pPr>
          </a:lstStyle>
          <a:p>
            <a:pPr lvl="0"/>
            <a:r>
              <a:rPr lang="pl-PL" noProof="0"/>
              <a:t>Kliknij ikonę, aby dodać obraz</a:t>
            </a:r>
            <a:endParaRPr lang="pl-PL" noProof="0" dirty="0"/>
          </a:p>
        </p:txBody>
      </p:sp>
      <p:sp>
        <p:nvSpPr>
          <p:cNvPr id="11" name="Symbol zastępczy obrazu 7"/>
          <p:cNvSpPr>
            <a:spLocks noGrp="1"/>
          </p:cNvSpPr>
          <p:nvPr>
            <p:ph type="pic" sz="quarter" idx="13"/>
          </p:nvPr>
        </p:nvSpPr>
        <p:spPr>
          <a:xfrm>
            <a:off x="5484020" y="1711325"/>
            <a:ext cx="1828007" cy="1711325"/>
          </a:xfrm>
        </p:spPr>
        <p:txBody>
          <a:bodyPr rtlCol="0" anchor="ctr">
            <a:normAutofit/>
          </a:bodyPr>
          <a:lstStyle>
            <a:lvl1pPr marL="0" indent="0" algn="ctr">
              <a:buNone/>
              <a:defRPr>
                <a:solidFill>
                  <a:schemeClr val="tx2"/>
                </a:solidFill>
              </a:defRPr>
            </a:lvl1pPr>
          </a:lstStyle>
          <a:p>
            <a:pPr lvl="0"/>
            <a:r>
              <a:rPr lang="pl-PL" noProof="0"/>
              <a:t>Kliknij ikonę, aby dodać obraz</a:t>
            </a:r>
            <a:endParaRPr lang="pl-PL" noProof="0" dirty="0"/>
          </a:p>
        </p:txBody>
      </p:sp>
      <p:sp>
        <p:nvSpPr>
          <p:cNvPr id="12" name="Symbol zastępczy obrazu 7"/>
          <p:cNvSpPr>
            <a:spLocks noGrp="1"/>
          </p:cNvSpPr>
          <p:nvPr>
            <p:ph type="pic" sz="quarter" idx="14"/>
          </p:nvPr>
        </p:nvSpPr>
        <p:spPr>
          <a:xfrm>
            <a:off x="1828006" y="3422650"/>
            <a:ext cx="3656014" cy="1711325"/>
          </a:xfrm>
        </p:spPr>
        <p:txBody>
          <a:bodyPr rtlCol="0" anchor="ctr">
            <a:normAutofit/>
          </a:bodyPr>
          <a:lstStyle>
            <a:lvl1pPr marL="0" indent="0" algn="ctr">
              <a:buNone/>
              <a:defRPr>
                <a:solidFill>
                  <a:schemeClr val="accent1"/>
                </a:solidFill>
              </a:defRPr>
            </a:lvl1pPr>
          </a:lstStyle>
          <a:p>
            <a:pPr lvl="0"/>
            <a:r>
              <a:rPr lang="pl-PL" noProof="0"/>
              <a:t>Kliknij ikonę, aby dodać obraz</a:t>
            </a:r>
            <a:endParaRPr lang="pl-PL" noProof="0" dirty="0"/>
          </a:p>
        </p:txBody>
      </p:sp>
      <p:sp>
        <p:nvSpPr>
          <p:cNvPr id="18" name="Symbol zastępczy tekstu 15"/>
          <p:cNvSpPr>
            <a:spLocks noGrp="1"/>
          </p:cNvSpPr>
          <p:nvPr>
            <p:ph type="body" sz="quarter" idx="17"/>
          </p:nvPr>
        </p:nvSpPr>
        <p:spPr>
          <a:xfrm>
            <a:off x="3715545" y="208365"/>
            <a:ext cx="2490419" cy="342697"/>
          </a:xfrm>
        </p:spPr>
        <p:txBody>
          <a:bodyPr anchor="b">
            <a:normAutofit/>
          </a:bodyPr>
          <a:lstStyle>
            <a:lvl1pPr marL="0" indent="0">
              <a:lnSpc>
                <a:spcPct val="90000"/>
              </a:lnSpc>
              <a:buNone/>
              <a:defRPr sz="14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pl-PL"/>
              <a:t>Kliknij, aby edytować style wzorca tekstu</a:t>
            </a:r>
          </a:p>
        </p:txBody>
      </p:sp>
      <p:sp>
        <p:nvSpPr>
          <p:cNvPr id="22" name="Symbol zastępczy obrazu 7"/>
          <p:cNvSpPr>
            <a:spLocks noGrp="1"/>
          </p:cNvSpPr>
          <p:nvPr>
            <p:ph type="pic" sz="quarter" idx="18"/>
          </p:nvPr>
        </p:nvSpPr>
        <p:spPr>
          <a:xfrm>
            <a:off x="5484020" y="3422650"/>
            <a:ext cx="1828007" cy="1711325"/>
          </a:xfrm>
        </p:spPr>
        <p:txBody>
          <a:bodyPr rtlCol="0" anchor="ctr">
            <a:normAutofit/>
          </a:bodyPr>
          <a:lstStyle>
            <a:lvl1pPr marL="0" indent="0" algn="ctr">
              <a:buNone/>
              <a:defRPr>
                <a:solidFill>
                  <a:schemeClr val="tx1"/>
                </a:solidFill>
              </a:defRPr>
            </a:lvl1pPr>
          </a:lstStyle>
          <a:p>
            <a:pPr lvl="0"/>
            <a:r>
              <a:rPr lang="pl-PL" noProof="0"/>
              <a:t>Kliknij ikonę, aby dodać obraz</a:t>
            </a:r>
            <a:endParaRPr lang="pl-PL" noProof="0" dirty="0"/>
          </a:p>
        </p:txBody>
      </p:sp>
      <p:sp>
        <p:nvSpPr>
          <p:cNvPr id="19" name="Symbol zastępczy tekstu 15"/>
          <p:cNvSpPr>
            <a:spLocks noGrp="1"/>
          </p:cNvSpPr>
          <p:nvPr>
            <p:ph type="body" sz="quarter" idx="20"/>
          </p:nvPr>
        </p:nvSpPr>
        <p:spPr>
          <a:xfrm>
            <a:off x="3715545" y="553318"/>
            <a:ext cx="2490419" cy="342697"/>
          </a:xfrm>
        </p:spPr>
        <p:txBody>
          <a:bodyPr>
            <a:normAutofit/>
          </a:bodyPr>
          <a:lstStyle>
            <a:lvl1pPr marL="0" indent="0">
              <a:lnSpc>
                <a:spcPct val="90000"/>
              </a:lnSpc>
              <a:buNone/>
              <a:defRPr sz="1050" baseline="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pl-PL"/>
              <a:t>Kliknij, aby edytować style wzorca tekstu</a:t>
            </a:r>
          </a:p>
        </p:txBody>
      </p:sp>
      <p:sp>
        <p:nvSpPr>
          <p:cNvPr id="24" name="Symbol zastępczy tekstu 15"/>
          <p:cNvSpPr>
            <a:spLocks noGrp="1"/>
          </p:cNvSpPr>
          <p:nvPr>
            <p:ph type="body" sz="quarter" idx="21"/>
          </p:nvPr>
        </p:nvSpPr>
        <p:spPr>
          <a:xfrm>
            <a:off x="59534" y="1919690"/>
            <a:ext cx="1617876" cy="342697"/>
          </a:xfrm>
        </p:spPr>
        <p:txBody>
          <a:bodyPr anchor="b">
            <a:normAutofit/>
          </a:bodyPr>
          <a:lstStyle>
            <a:lvl1pPr marL="0" indent="0">
              <a:lnSpc>
                <a:spcPct val="90000"/>
              </a:lnSpc>
              <a:buNone/>
              <a:defRPr sz="14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pl-PL"/>
              <a:t>Kliknij, aby edytować style wzorca tekstu</a:t>
            </a:r>
          </a:p>
        </p:txBody>
      </p:sp>
      <p:sp>
        <p:nvSpPr>
          <p:cNvPr id="25" name="Symbol zastępczy tekstu 15"/>
          <p:cNvSpPr>
            <a:spLocks noGrp="1"/>
          </p:cNvSpPr>
          <p:nvPr>
            <p:ph type="body" sz="quarter" idx="22"/>
          </p:nvPr>
        </p:nvSpPr>
        <p:spPr>
          <a:xfrm>
            <a:off x="59534" y="2264643"/>
            <a:ext cx="1617876" cy="342697"/>
          </a:xfrm>
        </p:spPr>
        <p:txBody>
          <a:bodyPr>
            <a:normAutofit/>
          </a:bodyPr>
          <a:lstStyle>
            <a:lvl1pPr marL="0" indent="0">
              <a:lnSpc>
                <a:spcPct val="90000"/>
              </a:lnSpc>
              <a:buNone/>
              <a:defRPr sz="1050" baseline="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pl-PL"/>
              <a:t>Kliknij, aby edytować style wzorca tekstu</a:t>
            </a:r>
          </a:p>
        </p:txBody>
      </p:sp>
      <p:sp>
        <p:nvSpPr>
          <p:cNvPr id="28" name="Symbol zastępczy tekstu 15"/>
          <p:cNvSpPr>
            <a:spLocks noGrp="1"/>
          </p:cNvSpPr>
          <p:nvPr>
            <p:ph type="body" sz="quarter" idx="23"/>
          </p:nvPr>
        </p:nvSpPr>
        <p:spPr>
          <a:xfrm>
            <a:off x="7375528" y="3631015"/>
            <a:ext cx="1617876" cy="342697"/>
          </a:xfrm>
        </p:spPr>
        <p:txBody>
          <a:bodyPr anchor="b">
            <a:normAutofit/>
          </a:bodyPr>
          <a:lstStyle>
            <a:lvl1pPr marL="0" indent="0">
              <a:lnSpc>
                <a:spcPct val="90000"/>
              </a:lnSpc>
              <a:buNone/>
              <a:defRPr sz="14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pl-PL"/>
              <a:t>Kliknij, aby edytować style wzorca tekstu</a:t>
            </a:r>
          </a:p>
        </p:txBody>
      </p:sp>
      <p:sp>
        <p:nvSpPr>
          <p:cNvPr id="29" name="Symbol zastępczy tekstu 15"/>
          <p:cNvSpPr>
            <a:spLocks noGrp="1"/>
          </p:cNvSpPr>
          <p:nvPr>
            <p:ph type="body" sz="quarter" idx="24"/>
          </p:nvPr>
        </p:nvSpPr>
        <p:spPr>
          <a:xfrm>
            <a:off x="7375528" y="3975968"/>
            <a:ext cx="1617876" cy="705033"/>
          </a:xfrm>
        </p:spPr>
        <p:txBody>
          <a:bodyPr>
            <a:normAutofit/>
          </a:bodyPr>
          <a:lstStyle>
            <a:lvl1pPr marL="0" indent="0">
              <a:lnSpc>
                <a:spcPct val="90000"/>
              </a:lnSpc>
              <a:buNone/>
              <a:defRPr sz="1050" baseline="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pl-PL"/>
              <a:t>Kliknij, aby edytować style wzorca tekstu</a:t>
            </a:r>
          </a:p>
        </p:txBody>
      </p:sp>
      <p:sp>
        <p:nvSpPr>
          <p:cNvPr id="33" name="Symbol zastępczy tekstu 15"/>
          <p:cNvSpPr>
            <a:spLocks noGrp="1"/>
          </p:cNvSpPr>
          <p:nvPr>
            <p:ph type="body" sz="quarter" idx="25"/>
          </p:nvPr>
        </p:nvSpPr>
        <p:spPr>
          <a:xfrm>
            <a:off x="7375528" y="208347"/>
            <a:ext cx="1617876" cy="342697"/>
          </a:xfrm>
        </p:spPr>
        <p:txBody>
          <a:bodyPr anchor="b">
            <a:normAutofit/>
          </a:bodyPr>
          <a:lstStyle>
            <a:lvl1pPr marL="0" indent="0">
              <a:lnSpc>
                <a:spcPct val="90000"/>
              </a:lnSpc>
              <a:buNone/>
              <a:defRPr sz="14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pl-PL"/>
              <a:t>Kliknij, aby edytować style wzorca tekstu</a:t>
            </a:r>
          </a:p>
        </p:txBody>
      </p:sp>
      <p:sp>
        <p:nvSpPr>
          <p:cNvPr id="34" name="Symbol zastępczy tekstu 15"/>
          <p:cNvSpPr>
            <a:spLocks noGrp="1"/>
          </p:cNvSpPr>
          <p:nvPr>
            <p:ph type="body" sz="quarter" idx="26"/>
          </p:nvPr>
        </p:nvSpPr>
        <p:spPr>
          <a:xfrm>
            <a:off x="7375528" y="553300"/>
            <a:ext cx="1617876" cy="724438"/>
          </a:xfrm>
        </p:spPr>
        <p:txBody>
          <a:bodyPr>
            <a:normAutofit/>
          </a:bodyPr>
          <a:lstStyle>
            <a:lvl1pPr marL="0" indent="0">
              <a:lnSpc>
                <a:spcPct val="90000"/>
              </a:lnSpc>
              <a:buNone/>
              <a:defRPr sz="1050" baseline="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pl-PL"/>
              <a:t>Kliknij, aby edytować style wzorca tekstu</a:t>
            </a:r>
          </a:p>
        </p:txBody>
      </p:sp>
      <p:sp>
        <p:nvSpPr>
          <p:cNvPr id="43" name="Symbol zastępczy tekstu 15"/>
          <p:cNvSpPr>
            <a:spLocks noGrp="1"/>
          </p:cNvSpPr>
          <p:nvPr>
            <p:ph type="body" sz="quarter" idx="27"/>
          </p:nvPr>
        </p:nvSpPr>
        <p:spPr>
          <a:xfrm>
            <a:off x="1887541" y="1919690"/>
            <a:ext cx="1617876" cy="342697"/>
          </a:xfrm>
        </p:spPr>
        <p:txBody>
          <a:bodyPr anchor="b">
            <a:normAutofit/>
          </a:bodyPr>
          <a:lstStyle>
            <a:lvl1pPr marL="0" indent="0">
              <a:lnSpc>
                <a:spcPct val="90000"/>
              </a:lnSpc>
              <a:buNone/>
              <a:defRPr sz="14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pl-PL"/>
              <a:t>Kliknij, aby edytować style wzorca tekstu</a:t>
            </a:r>
          </a:p>
        </p:txBody>
      </p:sp>
      <p:sp>
        <p:nvSpPr>
          <p:cNvPr id="44" name="Symbol zastępczy tekstu 15"/>
          <p:cNvSpPr>
            <a:spLocks noGrp="1"/>
          </p:cNvSpPr>
          <p:nvPr>
            <p:ph type="body" sz="quarter" idx="28"/>
          </p:nvPr>
        </p:nvSpPr>
        <p:spPr>
          <a:xfrm>
            <a:off x="1887541" y="2264643"/>
            <a:ext cx="1617876" cy="342697"/>
          </a:xfrm>
        </p:spPr>
        <p:txBody>
          <a:bodyPr>
            <a:normAutofit/>
          </a:bodyPr>
          <a:lstStyle>
            <a:lvl1pPr marL="0" indent="0">
              <a:lnSpc>
                <a:spcPct val="90000"/>
              </a:lnSpc>
              <a:buNone/>
              <a:defRPr sz="1050" baseline="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pl-PL"/>
              <a:t>Kliknij, aby edytować style wzorca tekstu</a:t>
            </a:r>
          </a:p>
        </p:txBody>
      </p:sp>
    </p:spTree>
    <p:extLst>
      <p:ext uri="{BB962C8B-B14F-4D97-AF65-F5344CB8AC3E}">
        <p14:creationId xmlns:p14="http://schemas.microsoft.com/office/powerpoint/2010/main" val="354423770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Full pictur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Prostokąt 3"/>
          <p:cNvSpPr/>
          <p:nvPr userDrawn="1"/>
        </p:nvSpPr>
        <p:spPr>
          <a:xfrm>
            <a:off x="1047750" y="0"/>
            <a:ext cx="3140075" cy="5143500"/>
          </a:xfrm>
          <a:prstGeom prst="rect">
            <a:avLst/>
          </a:prstGeom>
          <a:solidFill>
            <a:schemeClr val="tx2">
              <a:alpha val="95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pl-PL">
              <a:solidFill>
                <a:prstClr val="white"/>
              </a:solidFill>
            </a:endParaRPr>
          </a:p>
        </p:txBody>
      </p:sp>
      <p:pic>
        <p:nvPicPr>
          <p:cNvPr id="5" name="Obraz 7"/>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893050" y="4838700"/>
            <a:ext cx="800100" cy="12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Symbol zastępczy tekstu 6"/>
          <p:cNvSpPr>
            <a:spLocks noGrp="1"/>
          </p:cNvSpPr>
          <p:nvPr>
            <p:ph type="body" sz="quarter" idx="16"/>
          </p:nvPr>
        </p:nvSpPr>
        <p:spPr>
          <a:xfrm>
            <a:off x="1205071" y="1029457"/>
            <a:ext cx="2825296" cy="1188039"/>
          </a:xfrm>
        </p:spPr>
        <p:txBody>
          <a:bodyPr rtlCol="0" anchor="b">
            <a:noAutofit/>
          </a:bodyPr>
          <a:lstStyle>
            <a:lvl1pPr marL="0" indent="0" algn="ctr" defTabSz="457200" rtl="0" eaLnBrk="1" latinLnBrk="0" hangingPunct="1">
              <a:lnSpc>
                <a:spcPct val="80000"/>
              </a:lnSpc>
              <a:spcBef>
                <a:spcPct val="0"/>
              </a:spcBef>
              <a:buNone/>
              <a:defRPr lang="pl-PL" sz="2800" b="1" kern="1200" dirty="0">
                <a:solidFill>
                  <a:schemeClr val="bg1"/>
                </a:solidFill>
                <a:latin typeface="+mj-lt"/>
                <a:ea typeface="+mj-ea"/>
                <a:cs typeface="+mj-cs"/>
              </a:defRPr>
            </a:lvl1pPr>
          </a:lstStyle>
          <a:p>
            <a:pPr lvl="0"/>
            <a:r>
              <a:rPr lang="pl-PL"/>
              <a:t>Kliknij, aby edytować style wzorca tekstu</a:t>
            </a:r>
          </a:p>
        </p:txBody>
      </p:sp>
      <p:sp>
        <p:nvSpPr>
          <p:cNvPr id="10" name="Symbol zastępczy tekstu 6"/>
          <p:cNvSpPr>
            <a:spLocks noGrp="1"/>
          </p:cNvSpPr>
          <p:nvPr>
            <p:ph type="body" sz="quarter" idx="18"/>
          </p:nvPr>
        </p:nvSpPr>
        <p:spPr>
          <a:xfrm>
            <a:off x="1205071" y="2217496"/>
            <a:ext cx="2825296" cy="930713"/>
          </a:xfrm>
        </p:spPr>
        <p:txBody>
          <a:bodyPr>
            <a:noAutofit/>
          </a:bodyPr>
          <a:lstStyle>
            <a:lvl1pPr marL="0" indent="0" algn="ctr">
              <a:buNone/>
              <a:defRPr sz="1000" b="0">
                <a:solidFill>
                  <a:srgbClr val="FFFFFF"/>
                </a:solidFill>
              </a:defRPr>
            </a:lvl1pPr>
          </a:lstStyle>
          <a:p>
            <a:pPr lvl="0"/>
            <a:r>
              <a:rPr lang="pl-PL"/>
              <a:t>Kliknij, aby edytować style wzorca tekstu</a:t>
            </a:r>
          </a:p>
        </p:txBody>
      </p:sp>
    </p:spTree>
    <p:extLst>
      <p:ext uri="{BB962C8B-B14F-4D97-AF65-F5344CB8AC3E}">
        <p14:creationId xmlns:p14="http://schemas.microsoft.com/office/powerpoint/2010/main" val="179394152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Quotes">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Prostokąt 3"/>
          <p:cNvSpPr/>
          <p:nvPr userDrawn="1"/>
        </p:nvSpPr>
        <p:spPr>
          <a:xfrm>
            <a:off x="0" y="0"/>
            <a:ext cx="3140075" cy="5143500"/>
          </a:xfrm>
          <a:prstGeom prst="rect">
            <a:avLst/>
          </a:prstGeom>
          <a:solidFill>
            <a:schemeClr val="tx1">
              <a:alpha val="95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pl-PL" dirty="0">
              <a:solidFill>
                <a:prstClr val="white"/>
              </a:solidFill>
            </a:endParaRPr>
          </a:p>
        </p:txBody>
      </p:sp>
      <p:sp>
        <p:nvSpPr>
          <p:cNvPr id="5" name="PoleTekstowe 3"/>
          <p:cNvSpPr txBox="1">
            <a:spLocks noChangeArrowheads="1"/>
          </p:cNvSpPr>
          <p:nvPr userDrawn="1"/>
        </p:nvSpPr>
        <p:spPr bwMode="auto">
          <a:xfrm>
            <a:off x="595313" y="-1006475"/>
            <a:ext cx="1157287" cy="264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defTabSz="457200" fontAlgn="base">
              <a:spcBef>
                <a:spcPct val="0"/>
              </a:spcBef>
              <a:spcAft>
                <a:spcPct val="0"/>
              </a:spcAft>
              <a:defRPr>
                <a:solidFill>
                  <a:schemeClr val="tx1"/>
                </a:solidFill>
                <a:latin typeface="Arial" panose="020B0604020202020204" pitchFamily="34" charset="0"/>
              </a:defRPr>
            </a:lvl6pPr>
            <a:lvl7pPr marL="2971800" indent="-228600" defTabSz="457200" fontAlgn="base">
              <a:spcBef>
                <a:spcPct val="0"/>
              </a:spcBef>
              <a:spcAft>
                <a:spcPct val="0"/>
              </a:spcAft>
              <a:defRPr>
                <a:solidFill>
                  <a:schemeClr val="tx1"/>
                </a:solidFill>
                <a:latin typeface="Arial" panose="020B0604020202020204" pitchFamily="34" charset="0"/>
              </a:defRPr>
            </a:lvl7pPr>
            <a:lvl8pPr marL="3429000" indent="-228600" defTabSz="457200" fontAlgn="base">
              <a:spcBef>
                <a:spcPct val="0"/>
              </a:spcBef>
              <a:spcAft>
                <a:spcPct val="0"/>
              </a:spcAft>
              <a:defRPr>
                <a:solidFill>
                  <a:schemeClr val="tx1"/>
                </a:solidFill>
                <a:latin typeface="Arial" panose="020B0604020202020204" pitchFamily="34" charset="0"/>
              </a:defRPr>
            </a:lvl8pPr>
            <a:lvl9pPr marL="3886200" indent="-228600" defTabSz="457200" fontAlgn="base">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defRPr/>
            </a:pPr>
            <a:r>
              <a:rPr lang="pl-PL" altLang="pl-PL" sz="16600">
                <a:solidFill>
                  <a:prstClr val="white"/>
                </a:solidFill>
              </a:rPr>
              <a:t>„</a:t>
            </a:r>
          </a:p>
        </p:txBody>
      </p:sp>
      <p:pic>
        <p:nvPicPr>
          <p:cNvPr id="6" name="Obraz 9"/>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893050" y="4838700"/>
            <a:ext cx="800100" cy="12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Symbol zastępczy tekstu 6"/>
          <p:cNvSpPr>
            <a:spLocks noGrp="1"/>
          </p:cNvSpPr>
          <p:nvPr>
            <p:ph type="body" sz="quarter" idx="16"/>
          </p:nvPr>
        </p:nvSpPr>
        <p:spPr>
          <a:xfrm>
            <a:off x="457200" y="3289899"/>
            <a:ext cx="2112496" cy="285750"/>
          </a:xfrm>
        </p:spPr>
        <p:txBody>
          <a:bodyPr>
            <a:noAutofit/>
          </a:bodyPr>
          <a:lstStyle>
            <a:lvl1pPr marL="0" indent="0" algn="ctr">
              <a:buNone/>
              <a:defRPr sz="1400" b="0" baseline="0">
                <a:solidFill>
                  <a:srgbClr val="FFFFFF"/>
                </a:solidFill>
              </a:defRPr>
            </a:lvl1pPr>
          </a:lstStyle>
          <a:p>
            <a:pPr lvl="0"/>
            <a:r>
              <a:rPr lang="pl-PL"/>
              <a:t>Kliknij, aby edytować style wzorca tekstu</a:t>
            </a:r>
          </a:p>
        </p:txBody>
      </p:sp>
      <p:sp>
        <p:nvSpPr>
          <p:cNvPr id="11" name="Symbol zastępczy tekstu 6"/>
          <p:cNvSpPr>
            <a:spLocks noGrp="1"/>
          </p:cNvSpPr>
          <p:nvPr>
            <p:ph type="body" sz="quarter" idx="18"/>
          </p:nvPr>
        </p:nvSpPr>
        <p:spPr>
          <a:xfrm>
            <a:off x="457200" y="1570914"/>
            <a:ext cx="2112496" cy="1450441"/>
          </a:xfrm>
        </p:spPr>
        <p:txBody>
          <a:bodyPr anchor="b">
            <a:noAutofit/>
          </a:bodyPr>
          <a:lstStyle>
            <a:lvl1pPr marL="0" indent="0" algn="ctr">
              <a:lnSpc>
                <a:spcPct val="120000"/>
              </a:lnSpc>
              <a:buNone/>
              <a:defRPr sz="2000" b="0" i="1">
                <a:solidFill>
                  <a:srgbClr val="FFFFFF"/>
                </a:solidFill>
              </a:defRPr>
            </a:lvl1pPr>
          </a:lstStyle>
          <a:p>
            <a:pPr lvl="0"/>
            <a:r>
              <a:rPr lang="pl-PL"/>
              <a:t>Kliknij, aby edytować style wzorca tekstu</a:t>
            </a:r>
          </a:p>
          <a:p>
            <a:pPr lvl="1"/>
            <a:r>
              <a:rPr lang="pl-PL"/>
              <a:t>Drugi poziom</a:t>
            </a:r>
          </a:p>
          <a:p>
            <a:pPr lvl="2"/>
            <a:r>
              <a:rPr lang="pl-PL"/>
              <a:t>Trzeci poziom</a:t>
            </a:r>
          </a:p>
        </p:txBody>
      </p:sp>
    </p:spTree>
    <p:extLst>
      <p:ext uri="{BB962C8B-B14F-4D97-AF65-F5344CB8AC3E}">
        <p14:creationId xmlns:p14="http://schemas.microsoft.com/office/powerpoint/2010/main" val="69456141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Quotes 2">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PoleTekstowe 3"/>
          <p:cNvSpPr txBox="1">
            <a:spLocks noChangeArrowheads="1"/>
          </p:cNvSpPr>
          <p:nvPr userDrawn="1"/>
        </p:nvSpPr>
        <p:spPr bwMode="auto">
          <a:xfrm>
            <a:off x="595313" y="-1006475"/>
            <a:ext cx="1157287" cy="264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defTabSz="457200" fontAlgn="base">
              <a:spcBef>
                <a:spcPct val="0"/>
              </a:spcBef>
              <a:spcAft>
                <a:spcPct val="0"/>
              </a:spcAft>
              <a:defRPr>
                <a:solidFill>
                  <a:schemeClr val="tx1"/>
                </a:solidFill>
                <a:latin typeface="Arial" panose="020B0604020202020204" pitchFamily="34" charset="0"/>
              </a:defRPr>
            </a:lvl6pPr>
            <a:lvl7pPr marL="2971800" indent="-228600" defTabSz="457200" fontAlgn="base">
              <a:spcBef>
                <a:spcPct val="0"/>
              </a:spcBef>
              <a:spcAft>
                <a:spcPct val="0"/>
              </a:spcAft>
              <a:defRPr>
                <a:solidFill>
                  <a:schemeClr val="tx1"/>
                </a:solidFill>
                <a:latin typeface="Arial" panose="020B0604020202020204" pitchFamily="34" charset="0"/>
              </a:defRPr>
            </a:lvl7pPr>
            <a:lvl8pPr marL="3429000" indent="-228600" defTabSz="457200" fontAlgn="base">
              <a:spcBef>
                <a:spcPct val="0"/>
              </a:spcBef>
              <a:spcAft>
                <a:spcPct val="0"/>
              </a:spcAft>
              <a:defRPr>
                <a:solidFill>
                  <a:schemeClr val="tx1"/>
                </a:solidFill>
                <a:latin typeface="Arial" panose="020B0604020202020204" pitchFamily="34" charset="0"/>
              </a:defRPr>
            </a:lvl8pPr>
            <a:lvl9pPr marL="3886200" indent="-228600" defTabSz="457200" fontAlgn="base">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defRPr/>
            </a:pPr>
            <a:r>
              <a:rPr lang="pl-PL" altLang="pl-PL" sz="16600">
                <a:solidFill>
                  <a:prstClr val="white"/>
                </a:solidFill>
              </a:rPr>
              <a:t>„</a:t>
            </a:r>
          </a:p>
        </p:txBody>
      </p:sp>
      <p:pic>
        <p:nvPicPr>
          <p:cNvPr id="5" name="Obraz 7"/>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893050" y="4838700"/>
            <a:ext cx="800100" cy="12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Symbol zastępczy tekstu 6"/>
          <p:cNvSpPr>
            <a:spLocks noGrp="1"/>
          </p:cNvSpPr>
          <p:nvPr>
            <p:ph type="body" sz="quarter" idx="18"/>
          </p:nvPr>
        </p:nvSpPr>
        <p:spPr>
          <a:xfrm>
            <a:off x="457200" y="1570914"/>
            <a:ext cx="2112496" cy="1450441"/>
          </a:xfrm>
        </p:spPr>
        <p:txBody>
          <a:bodyPr anchor="b">
            <a:noAutofit/>
          </a:bodyPr>
          <a:lstStyle>
            <a:lvl1pPr marL="0" indent="0" algn="ctr">
              <a:lnSpc>
                <a:spcPct val="120000"/>
              </a:lnSpc>
              <a:buNone/>
              <a:defRPr sz="2000" b="0" i="1">
                <a:solidFill>
                  <a:srgbClr val="FFFFFF"/>
                </a:solidFill>
              </a:defRPr>
            </a:lvl1pPr>
          </a:lstStyle>
          <a:p>
            <a:pPr lvl="0"/>
            <a:r>
              <a:rPr lang="pl-PL"/>
              <a:t>Kliknij, aby edytować style wzorca tekstu</a:t>
            </a:r>
          </a:p>
          <a:p>
            <a:pPr lvl="1"/>
            <a:r>
              <a:rPr lang="pl-PL"/>
              <a:t>Drugi poziom</a:t>
            </a:r>
          </a:p>
          <a:p>
            <a:pPr lvl="2"/>
            <a:r>
              <a:rPr lang="pl-PL"/>
              <a:t>Trzeci poziom</a:t>
            </a:r>
          </a:p>
        </p:txBody>
      </p:sp>
      <p:sp>
        <p:nvSpPr>
          <p:cNvPr id="9" name="Symbol zastępczy tekstu 6"/>
          <p:cNvSpPr>
            <a:spLocks noGrp="1"/>
          </p:cNvSpPr>
          <p:nvPr>
            <p:ph type="body" sz="quarter" idx="16"/>
          </p:nvPr>
        </p:nvSpPr>
        <p:spPr>
          <a:xfrm>
            <a:off x="457200" y="3289899"/>
            <a:ext cx="2112496" cy="285750"/>
          </a:xfrm>
        </p:spPr>
        <p:txBody>
          <a:bodyPr>
            <a:noAutofit/>
          </a:bodyPr>
          <a:lstStyle>
            <a:lvl1pPr marL="0" indent="0" algn="ctr">
              <a:buNone/>
              <a:defRPr sz="1400" b="0">
                <a:solidFill>
                  <a:srgbClr val="FFFFFF"/>
                </a:solidFill>
              </a:defRPr>
            </a:lvl1pPr>
          </a:lstStyle>
          <a:p>
            <a:pPr lvl="0"/>
            <a:r>
              <a:rPr lang="pl-PL"/>
              <a:t>Kliknij, aby edytować style wzorca tekstu</a:t>
            </a:r>
          </a:p>
        </p:txBody>
      </p:sp>
    </p:spTree>
    <p:extLst>
      <p:ext uri="{BB962C8B-B14F-4D97-AF65-F5344CB8AC3E}">
        <p14:creationId xmlns:p14="http://schemas.microsoft.com/office/powerpoint/2010/main" val="101927533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ategory minimal">
    <p:bg>
      <p:bgPr>
        <a:blipFill dpi="0" rotWithShape="0">
          <a:blip r:embed="rId2"/>
          <a:srcRect/>
          <a:stretch>
            <a:fillRect/>
          </a:stretch>
        </a:blipFill>
        <a:effectLst/>
      </p:bgPr>
    </p:bg>
    <p:spTree>
      <p:nvGrpSpPr>
        <p:cNvPr id="1" name=""/>
        <p:cNvGrpSpPr/>
        <p:nvPr/>
      </p:nvGrpSpPr>
      <p:grpSpPr>
        <a:xfrm>
          <a:off x="0" y="0"/>
          <a:ext cx="0" cy="0"/>
          <a:chOff x="0" y="0"/>
          <a:chExt cx="0" cy="0"/>
        </a:xfrm>
      </p:grpSpPr>
      <p:pic>
        <p:nvPicPr>
          <p:cNvPr id="3" name="Obraz 5"/>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893050" y="4838700"/>
            <a:ext cx="800100" cy="12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Prostokąt 4"/>
          <p:cNvSpPr/>
          <p:nvPr userDrawn="1"/>
        </p:nvSpPr>
        <p:spPr>
          <a:xfrm flipV="1">
            <a:off x="0" y="5097463"/>
            <a:ext cx="9144000" cy="46037"/>
          </a:xfrm>
          <a:prstGeom prst="rect">
            <a:avLst/>
          </a:prstGeom>
          <a:gradFill>
            <a:gsLst>
              <a:gs pos="0">
                <a:schemeClr val="tx2"/>
              </a:gs>
              <a:gs pos="100000">
                <a:schemeClr val="accent3"/>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pl-PL">
              <a:solidFill>
                <a:prstClr val="white"/>
              </a:solidFill>
            </a:endParaRPr>
          </a:p>
        </p:txBody>
      </p:sp>
      <p:sp>
        <p:nvSpPr>
          <p:cNvPr id="4" name="Symbol zastępczy tekstu 3"/>
          <p:cNvSpPr>
            <a:spLocks noGrp="1"/>
          </p:cNvSpPr>
          <p:nvPr>
            <p:ph type="body" sz="quarter" idx="10"/>
          </p:nvPr>
        </p:nvSpPr>
        <p:spPr>
          <a:xfrm>
            <a:off x="393700" y="4438650"/>
            <a:ext cx="4779963" cy="522288"/>
          </a:xfrm>
          <a:solidFill>
            <a:schemeClr val="tx1">
              <a:alpha val="95000"/>
            </a:schemeClr>
          </a:solidFill>
        </p:spPr>
        <p:txBody>
          <a:bodyPr anchor="ctr"/>
          <a:lstStyle>
            <a:lvl1pPr marL="0" indent="0">
              <a:buNone/>
              <a:defRPr b="0">
                <a:solidFill>
                  <a:schemeClr val="accent3"/>
                </a:solidFill>
              </a:defRPr>
            </a:lvl1pPr>
            <a:lvl2pPr marL="457200" indent="0">
              <a:buNone/>
              <a:defRPr/>
            </a:lvl2pPr>
            <a:lvl3pPr marL="914400" indent="0">
              <a:buNone/>
              <a:defRPr/>
            </a:lvl3pPr>
            <a:lvl4pPr marL="1371600" indent="0">
              <a:buNone/>
              <a:defRPr/>
            </a:lvl4pPr>
            <a:lvl5pPr marL="1828800" indent="0">
              <a:buNone/>
              <a:defRPr/>
            </a:lvl5pPr>
          </a:lstStyle>
          <a:p>
            <a:pPr lvl="0"/>
            <a:r>
              <a:rPr lang="pl-PL"/>
              <a:t>Kliknij, aby edytować style wzorca tekstu</a:t>
            </a:r>
          </a:p>
        </p:txBody>
      </p:sp>
    </p:spTree>
    <p:extLst>
      <p:ext uri="{BB962C8B-B14F-4D97-AF65-F5344CB8AC3E}">
        <p14:creationId xmlns:p14="http://schemas.microsoft.com/office/powerpoint/2010/main" val="123000733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ategory minimal 2">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Prostokąt 2"/>
          <p:cNvSpPr/>
          <p:nvPr userDrawn="1"/>
        </p:nvSpPr>
        <p:spPr>
          <a:xfrm>
            <a:off x="0" y="4262438"/>
            <a:ext cx="9144000" cy="881062"/>
          </a:xfrm>
          <a:prstGeom prst="rect">
            <a:avLst/>
          </a:prstGeom>
          <a:solidFill>
            <a:schemeClr val="tx1">
              <a:alpha val="9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pl-PL" dirty="0">
              <a:solidFill>
                <a:prstClr val="white"/>
              </a:solidFill>
            </a:endParaRPr>
          </a:p>
        </p:txBody>
      </p:sp>
      <p:pic>
        <p:nvPicPr>
          <p:cNvPr id="5" name="Obraz 7"/>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893050" y="4838700"/>
            <a:ext cx="800100" cy="12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Prostokąt 5"/>
          <p:cNvSpPr/>
          <p:nvPr userDrawn="1"/>
        </p:nvSpPr>
        <p:spPr>
          <a:xfrm flipV="1">
            <a:off x="0" y="4216400"/>
            <a:ext cx="9144000" cy="46038"/>
          </a:xfrm>
          <a:prstGeom prst="rect">
            <a:avLst/>
          </a:prstGeom>
          <a:gradFill>
            <a:gsLst>
              <a:gs pos="0">
                <a:schemeClr val="tx2"/>
              </a:gs>
              <a:gs pos="100000">
                <a:schemeClr val="accent3"/>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pl-PL">
              <a:solidFill>
                <a:prstClr val="white"/>
              </a:solidFill>
            </a:endParaRPr>
          </a:p>
        </p:txBody>
      </p:sp>
      <p:sp>
        <p:nvSpPr>
          <p:cNvPr id="4" name="Symbol zastępczy tekstu 3"/>
          <p:cNvSpPr>
            <a:spLocks noGrp="1"/>
          </p:cNvSpPr>
          <p:nvPr>
            <p:ph type="body" sz="quarter" idx="10"/>
          </p:nvPr>
        </p:nvSpPr>
        <p:spPr>
          <a:xfrm>
            <a:off x="393700" y="4438650"/>
            <a:ext cx="4779963" cy="522288"/>
          </a:xfrm>
          <a:noFill/>
        </p:spPr>
        <p:txBody>
          <a:bodyPr anchor="ctr"/>
          <a:lstStyle>
            <a:lvl1pPr marL="0" indent="0">
              <a:buNone/>
              <a:defRPr b="0">
                <a:solidFill>
                  <a:schemeClr val="accent3"/>
                </a:solidFill>
              </a:defRPr>
            </a:lvl1pPr>
            <a:lvl2pPr marL="457200" indent="0">
              <a:buNone/>
              <a:defRPr/>
            </a:lvl2pPr>
            <a:lvl3pPr marL="914400" indent="0">
              <a:buNone/>
              <a:defRPr/>
            </a:lvl3pPr>
            <a:lvl4pPr marL="1371600" indent="0">
              <a:buNone/>
              <a:defRPr/>
            </a:lvl4pPr>
            <a:lvl5pPr marL="1828800" indent="0">
              <a:buNone/>
              <a:defRPr/>
            </a:lvl5pPr>
          </a:lstStyle>
          <a:p>
            <a:pPr lvl="0"/>
            <a:r>
              <a:rPr lang="pl-PL"/>
              <a:t>Kliknij, aby edytować style wzorca tekstu</a:t>
            </a:r>
          </a:p>
        </p:txBody>
      </p:sp>
    </p:spTree>
    <p:extLst>
      <p:ext uri="{BB962C8B-B14F-4D97-AF65-F5344CB8AC3E}">
        <p14:creationId xmlns:p14="http://schemas.microsoft.com/office/powerpoint/2010/main" val="411771520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End 1">
    <p:bg>
      <p:bgPr>
        <a:blipFill dpi="0" rotWithShape="0">
          <a:blip r:embed="rId2"/>
          <a:srcRect/>
          <a:stretch>
            <a:fillRect/>
          </a:stretch>
        </a:blipFill>
        <a:effectLst/>
      </p:bgPr>
    </p:bg>
    <p:spTree>
      <p:nvGrpSpPr>
        <p:cNvPr id="1" name=""/>
        <p:cNvGrpSpPr/>
        <p:nvPr/>
      </p:nvGrpSpPr>
      <p:grpSpPr>
        <a:xfrm>
          <a:off x="0" y="0"/>
          <a:ext cx="0" cy="0"/>
          <a:chOff x="0" y="0"/>
          <a:chExt cx="0" cy="0"/>
        </a:xfrm>
      </p:grpSpPr>
      <p:pic>
        <p:nvPicPr>
          <p:cNvPr id="4" name="Obraz 5"/>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893050" y="4838700"/>
            <a:ext cx="800100" cy="12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ytuł 1"/>
          <p:cNvSpPr>
            <a:spLocks noGrp="1"/>
          </p:cNvSpPr>
          <p:nvPr>
            <p:ph type="ctrTitle"/>
          </p:nvPr>
        </p:nvSpPr>
        <p:spPr>
          <a:xfrm>
            <a:off x="457200" y="1600200"/>
            <a:ext cx="8236344" cy="773466"/>
          </a:xfrm>
        </p:spPr>
        <p:txBody>
          <a:bodyPr lIns="0" rIns="0">
            <a:noAutofit/>
          </a:bodyPr>
          <a:lstStyle>
            <a:lvl1pPr algn="l">
              <a:lnSpc>
                <a:spcPct val="80000"/>
              </a:lnSpc>
              <a:defRPr sz="2800" b="1">
                <a:solidFill>
                  <a:schemeClr val="bg1"/>
                </a:solidFill>
              </a:defRPr>
            </a:lvl1pPr>
          </a:lstStyle>
          <a:p>
            <a:r>
              <a:rPr lang="pl-PL"/>
              <a:t>Kliknij, aby edytować styl</a:t>
            </a:r>
            <a:endParaRPr lang="pl-PL" dirty="0"/>
          </a:p>
        </p:txBody>
      </p:sp>
      <p:sp>
        <p:nvSpPr>
          <p:cNvPr id="7" name="Podtytuł 2"/>
          <p:cNvSpPr>
            <a:spLocks noGrp="1"/>
          </p:cNvSpPr>
          <p:nvPr>
            <p:ph type="subTitle" idx="1"/>
          </p:nvPr>
        </p:nvSpPr>
        <p:spPr>
          <a:xfrm>
            <a:off x="457200" y="3810975"/>
            <a:ext cx="2870200" cy="1211875"/>
          </a:xfrm>
        </p:spPr>
        <p:txBody>
          <a:bodyPr lIns="0" tIns="0" rIns="0" bIns="0">
            <a:normAutofit/>
          </a:bodyPr>
          <a:lstStyle>
            <a:lvl1pPr marL="0" indent="0" algn="l">
              <a:spcBef>
                <a:spcPts val="168"/>
              </a:spcBef>
              <a:buNone/>
              <a:defRPr sz="1000" b="0" baseline="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l-PL"/>
              <a:t>Kliknij, aby edytować styl wzorca podtytułu</a:t>
            </a:r>
            <a:endParaRPr lang="pl-PL" dirty="0"/>
          </a:p>
        </p:txBody>
      </p:sp>
    </p:spTree>
    <p:extLst>
      <p:ext uri="{BB962C8B-B14F-4D97-AF65-F5344CB8AC3E}">
        <p14:creationId xmlns:p14="http://schemas.microsoft.com/office/powerpoint/2010/main" val="383254366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End 2 ">
    <p:spTree>
      <p:nvGrpSpPr>
        <p:cNvPr id="1" name=""/>
        <p:cNvGrpSpPr/>
        <p:nvPr/>
      </p:nvGrpSpPr>
      <p:grpSpPr>
        <a:xfrm>
          <a:off x="0" y="0"/>
          <a:ext cx="0" cy="0"/>
          <a:chOff x="0" y="0"/>
          <a:chExt cx="0" cy="0"/>
        </a:xfrm>
      </p:grpSpPr>
      <p:pic>
        <p:nvPicPr>
          <p:cNvPr id="4" name="Obraz 5"/>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893050" y="4838700"/>
            <a:ext cx="800100" cy="12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Prostokąt 4"/>
          <p:cNvSpPr/>
          <p:nvPr userDrawn="1"/>
        </p:nvSpPr>
        <p:spPr>
          <a:xfrm flipV="1">
            <a:off x="0" y="5097463"/>
            <a:ext cx="9144000" cy="46037"/>
          </a:xfrm>
          <a:prstGeom prst="rect">
            <a:avLst/>
          </a:prstGeom>
          <a:gradFill>
            <a:gsLst>
              <a:gs pos="0">
                <a:schemeClr val="tx2"/>
              </a:gs>
              <a:gs pos="100000">
                <a:schemeClr val="accent3"/>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pl-PL">
              <a:solidFill>
                <a:prstClr val="white"/>
              </a:solidFill>
            </a:endParaRPr>
          </a:p>
        </p:txBody>
      </p:sp>
      <p:sp>
        <p:nvSpPr>
          <p:cNvPr id="2" name="Tytuł 1"/>
          <p:cNvSpPr>
            <a:spLocks noGrp="1"/>
          </p:cNvSpPr>
          <p:nvPr>
            <p:ph type="ctrTitle"/>
          </p:nvPr>
        </p:nvSpPr>
        <p:spPr>
          <a:xfrm>
            <a:off x="457199" y="1600200"/>
            <a:ext cx="8236347" cy="773466"/>
          </a:xfrm>
        </p:spPr>
        <p:txBody>
          <a:bodyPr lIns="0" rIns="0">
            <a:noAutofit/>
          </a:bodyPr>
          <a:lstStyle>
            <a:lvl1pPr algn="l">
              <a:lnSpc>
                <a:spcPct val="80000"/>
              </a:lnSpc>
              <a:defRPr sz="2800" b="1">
                <a:solidFill>
                  <a:schemeClr val="tx1"/>
                </a:solidFill>
              </a:defRPr>
            </a:lvl1pPr>
          </a:lstStyle>
          <a:p>
            <a:r>
              <a:rPr lang="pl-PL"/>
              <a:t>Kliknij, aby edytować styl</a:t>
            </a:r>
            <a:endParaRPr lang="pl-PL" dirty="0"/>
          </a:p>
        </p:txBody>
      </p:sp>
      <p:sp>
        <p:nvSpPr>
          <p:cNvPr id="8" name="Podtytuł 2"/>
          <p:cNvSpPr>
            <a:spLocks noGrp="1"/>
          </p:cNvSpPr>
          <p:nvPr>
            <p:ph type="subTitle" idx="1"/>
          </p:nvPr>
        </p:nvSpPr>
        <p:spPr>
          <a:xfrm>
            <a:off x="457200" y="3810975"/>
            <a:ext cx="2870200" cy="1211875"/>
          </a:xfrm>
        </p:spPr>
        <p:txBody>
          <a:bodyPr lIns="0" tIns="0" rIns="0" bIns="0">
            <a:noAutofit/>
          </a:bodyPr>
          <a:lstStyle>
            <a:lvl1pPr marL="0" indent="0" algn="l">
              <a:spcBef>
                <a:spcPts val="168"/>
              </a:spcBef>
              <a:buNone/>
              <a:defRPr sz="1000" b="0" baseline="0">
                <a:solidFill>
                  <a:schemeClr val="bg2">
                    <a:lumMod val="1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l-PL"/>
              <a:t>Kliknij, aby edytować styl wzorca podtytułu</a:t>
            </a:r>
            <a:endParaRPr lang="pl-PL" dirty="0"/>
          </a:p>
        </p:txBody>
      </p:sp>
    </p:spTree>
    <p:extLst>
      <p:ext uri="{BB962C8B-B14F-4D97-AF65-F5344CB8AC3E}">
        <p14:creationId xmlns:p14="http://schemas.microsoft.com/office/powerpoint/2010/main" val="318364480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ontact">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Prostokąt 2"/>
          <p:cNvSpPr/>
          <p:nvPr userDrawn="1"/>
        </p:nvSpPr>
        <p:spPr>
          <a:xfrm>
            <a:off x="0" y="0"/>
            <a:ext cx="2152650" cy="5143500"/>
          </a:xfrm>
          <a:prstGeom prst="rect">
            <a:avLst/>
          </a:prstGeom>
          <a:solidFill>
            <a:schemeClr val="tx1">
              <a:alpha val="95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pl-PL">
              <a:solidFill>
                <a:prstClr val="white"/>
              </a:solidFill>
            </a:endParaRPr>
          </a:p>
        </p:txBody>
      </p:sp>
      <p:pic>
        <p:nvPicPr>
          <p:cNvPr id="4" name="Obraz 7"/>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57200" y="2332038"/>
            <a:ext cx="800100" cy="122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Podtytuł 2"/>
          <p:cNvSpPr>
            <a:spLocks noGrp="1"/>
          </p:cNvSpPr>
          <p:nvPr>
            <p:ph type="subTitle" idx="1"/>
          </p:nvPr>
        </p:nvSpPr>
        <p:spPr>
          <a:xfrm>
            <a:off x="457200" y="2599101"/>
            <a:ext cx="1587500" cy="975950"/>
          </a:xfrm>
        </p:spPr>
        <p:txBody>
          <a:bodyPr lIns="0" rIns="0">
            <a:normAutofit/>
          </a:bodyPr>
          <a:lstStyle>
            <a:lvl1pPr marL="0" indent="0" algn="l">
              <a:buNone/>
              <a:defRPr sz="700" b="0" baseline="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l-PL"/>
              <a:t>Kliknij, aby edytować styl wzorca podtytułu</a:t>
            </a:r>
            <a:endParaRPr lang="pl-PL" dirty="0"/>
          </a:p>
        </p:txBody>
      </p:sp>
    </p:spTree>
    <p:extLst>
      <p:ext uri="{BB962C8B-B14F-4D97-AF65-F5344CB8AC3E}">
        <p14:creationId xmlns:p14="http://schemas.microsoft.com/office/powerpoint/2010/main" val="215463411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ontact 2">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Prostokąt 2"/>
          <p:cNvSpPr/>
          <p:nvPr userDrawn="1"/>
        </p:nvSpPr>
        <p:spPr>
          <a:xfrm>
            <a:off x="0" y="0"/>
            <a:ext cx="2152650" cy="5143500"/>
          </a:xfrm>
          <a:prstGeom prst="rect">
            <a:avLst/>
          </a:prstGeom>
          <a:solidFill>
            <a:schemeClr val="tx1">
              <a:alpha val="95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pl-PL">
              <a:solidFill>
                <a:prstClr val="white"/>
              </a:solidFill>
            </a:endParaRPr>
          </a:p>
        </p:txBody>
      </p:sp>
      <p:pic>
        <p:nvPicPr>
          <p:cNvPr id="4" name="Obraz 7"/>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57200" y="2332038"/>
            <a:ext cx="800100" cy="122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Obraz 9"/>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893050" y="4838700"/>
            <a:ext cx="800100" cy="12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Podtytuł 2"/>
          <p:cNvSpPr>
            <a:spLocks noGrp="1"/>
          </p:cNvSpPr>
          <p:nvPr>
            <p:ph type="subTitle" idx="1"/>
          </p:nvPr>
        </p:nvSpPr>
        <p:spPr>
          <a:xfrm>
            <a:off x="457200" y="2599101"/>
            <a:ext cx="1587500" cy="975950"/>
          </a:xfrm>
        </p:spPr>
        <p:txBody>
          <a:bodyPr lIns="0" rIns="0">
            <a:normAutofit/>
          </a:bodyPr>
          <a:lstStyle>
            <a:lvl1pPr marL="0" indent="0" algn="l">
              <a:buNone/>
              <a:defRPr sz="700" b="0" baseline="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l-PL"/>
              <a:t>Kliknij, aby edytować styl wzorca podtytułu</a:t>
            </a:r>
            <a:endParaRPr lang="pl-PL" dirty="0"/>
          </a:p>
        </p:txBody>
      </p:sp>
    </p:spTree>
    <p:extLst>
      <p:ext uri="{BB962C8B-B14F-4D97-AF65-F5344CB8AC3E}">
        <p14:creationId xmlns:p14="http://schemas.microsoft.com/office/powerpoint/2010/main" val="137620169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End - Thank you and social">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7" name="Prostokąt 6"/>
          <p:cNvSpPr/>
          <p:nvPr userDrawn="1"/>
        </p:nvSpPr>
        <p:spPr>
          <a:xfrm>
            <a:off x="0" y="0"/>
            <a:ext cx="9144000" cy="5143500"/>
          </a:xfrm>
          <a:prstGeom prst="rect">
            <a:avLst/>
          </a:prstGeom>
          <a:solidFill>
            <a:schemeClr val="tx1">
              <a:alpha val="9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pl-PL">
              <a:solidFill>
                <a:prstClr val="white"/>
              </a:solidFill>
            </a:endParaRPr>
          </a:p>
        </p:txBody>
      </p:sp>
      <p:sp>
        <p:nvSpPr>
          <p:cNvPr id="9" name="Prostokąt 8"/>
          <p:cNvSpPr/>
          <p:nvPr userDrawn="1"/>
        </p:nvSpPr>
        <p:spPr>
          <a:xfrm>
            <a:off x="0" y="3894138"/>
            <a:ext cx="9144000" cy="1249362"/>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pl-PL">
              <a:solidFill>
                <a:prstClr val="white"/>
              </a:solidFill>
            </a:endParaRPr>
          </a:p>
        </p:txBody>
      </p:sp>
      <p:pic>
        <p:nvPicPr>
          <p:cNvPr id="10" name="Picture 6" descr="C:\Users\Dominik\Downloads\Social_Icons\facebook.pn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38150" y="4330700"/>
            <a:ext cx="327025" cy="32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4" descr="C:\Users\Dominik\Downloads\Social_Icons\twitter.png"/>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3370263" y="4330700"/>
            <a:ext cx="328612" cy="32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5" descr="C:\Users\Dominik\Downloads\Social_Icons\youtube.png"/>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6716713" y="4330700"/>
            <a:ext cx="327025" cy="32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Obraz 12"/>
          <p:cNvPicPr>
            <a:picLocks noChangeAspect="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7893050" y="4838700"/>
            <a:ext cx="800100" cy="12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Prostokąt 14"/>
          <p:cNvSpPr/>
          <p:nvPr userDrawn="1"/>
        </p:nvSpPr>
        <p:spPr>
          <a:xfrm flipV="1">
            <a:off x="0" y="3848100"/>
            <a:ext cx="9144000" cy="46038"/>
          </a:xfrm>
          <a:prstGeom prst="rect">
            <a:avLst/>
          </a:prstGeom>
          <a:gradFill>
            <a:gsLst>
              <a:gs pos="0">
                <a:schemeClr val="tx2"/>
              </a:gs>
              <a:gs pos="100000">
                <a:schemeClr val="accent3"/>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pl-PL">
              <a:solidFill>
                <a:prstClr val="white"/>
              </a:solidFill>
            </a:endParaRPr>
          </a:p>
        </p:txBody>
      </p:sp>
      <p:sp>
        <p:nvSpPr>
          <p:cNvPr id="8" name="Tytuł 1"/>
          <p:cNvSpPr>
            <a:spLocks noGrp="1"/>
          </p:cNvSpPr>
          <p:nvPr>
            <p:ph type="ctrTitle"/>
          </p:nvPr>
        </p:nvSpPr>
        <p:spPr>
          <a:xfrm>
            <a:off x="2066925" y="1335547"/>
            <a:ext cx="5010150" cy="773466"/>
          </a:xfrm>
        </p:spPr>
        <p:txBody>
          <a:bodyPr>
            <a:noAutofit/>
          </a:bodyPr>
          <a:lstStyle>
            <a:lvl1pPr algn="ctr">
              <a:lnSpc>
                <a:spcPct val="80000"/>
              </a:lnSpc>
              <a:defRPr sz="2800" b="1">
                <a:solidFill>
                  <a:schemeClr val="bg1"/>
                </a:solidFill>
              </a:defRPr>
            </a:lvl1pPr>
          </a:lstStyle>
          <a:p>
            <a:r>
              <a:rPr lang="pl-PL"/>
              <a:t>Kliknij, aby edytować styl</a:t>
            </a:r>
            <a:endParaRPr lang="pl-PL" dirty="0"/>
          </a:p>
        </p:txBody>
      </p:sp>
      <p:sp>
        <p:nvSpPr>
          <p:cNvPr id="13" name="Symbol zastępczy tekstu 12"/>
          <p:cNvSpPr>
            <a:spLocks noGrp="1"/>
          </p:cNvSpPr>
          <p:nvPr>
            <p:ph type="body" sz="quarter" idx="10"/>
          </p:nvPr>
        </p:nvSpPr>
        <p:spPr>
          <a:xfrm>
            <a:off x="2066925" y="2108660"/>
            <a:ext cx="5010150" cy="509166"/>
          </a:xfrm>
        </p:spPr>
        <p:txBody>
          <a:bodyPr rtlCol="0">
            <a:noAutofit/>
          </a:bodyPr>
          <a:lstStyle>
            <a:lvl1pPr marL="0" marR="0" indent="0" algn="ctr" defTabSz="457200" rtl="0" eaLnBrk="1" fontAlgn="auto" latinLnBrk="0" hangingPunct="1">
              <a:lnSpc>
                <a:spcPct val="80000"/>
              </a:lnSpc>
              <a:spcBef>
                <a:spcPct val="0"/>
              </a:spcBef>
              <a:spcAft>
                <a:spcPts val="0"/>
              </a:spcAft>
              <a:buClrTx/>
              <a:buSzTx/>
              <a:buFontTx/>
              <a:buNone/>
              <a:tabLst/>
              <a:defRPr kumimoji="0" lang="pl-PL" sz="1800" b="0" i="0" u="none" strike="noStrike" kern="1200" cap="none" spc="0" normalizeH="0" baseline="0" noProof="0">
                <a:ln>
                  <a:noFill/>
                </a:ln>
                <a:solidFill>
                  <a:schemeClr val="tx2"/>
                </a:solidFill>
                <a:effectLst/>
                <a:uLnTx/>
                <a:uFillTx/>
                <a:latin typeface="+mj-lt"/>
                <a:ea typeface="+mj-ea"/>
                <a:cs typeface="+mj-cs"/>
              </a:defRPr>
            </a:lvl1pPr>
          </a:lstStyle>
          <a:p>
            <a:pPr lvl="0"/>
            <a:r>
              <a:rPr lang="pl-PL"/>
              <a:t>Kliknij, aby edytować style wzorca tekstu</a:t>
            </a:r>
          </a:p>
          <a:p>
            <a:pPr lvl="1"/>
            <a:r>
              <a:rPr lang="pl-PL"/>
              <a:t>Drugi poziom</a:t>
            </a:r>
          </a:p>
        </p:txBody>
      </p:sp>
      <p:sp>
        <p:nvSpPr>
          <p:cNvPr id="24" name="Symbol zastępczy tekstu 12"/>
          <p:cNvSpPr>
            <a:spLocks noGrp="1"/>
          </p:cNvSpPr>
          <p:nvPr>
            <p:ph type="body" sz="quarter" idx="11"/>
          </p:nvPr>
        </p:nvSpPr>
        <p:spPr>
          <a:xfrm>
            <a:off x="765130" y="4372370"/>
            <a:ext cx="1642937" cy="254138"/>
          </a:xfrm>
        </p:spPr>
        <p:txBody>
          <a:bodyPr rtlCol="0" anchor="ctr">
            <a:noAutofit/>
          </a:bodyPr>
          <a:lstStyle>
            <a:lvl1pPr marL="0" marR="0" indent="0" algn="ctr" defTabSz="457200" rtl="0" eaLnBrk="1" fontAlgn="auto" latinLnBrk="0" hangingPunct="1">
              <a:lnSpc>
                <a:spcPct val="80000"/>
              </a:lnSpc>
              <a:spcBef>
                <a:spcPct val="0"/>
              </a:spcBef>
              <a:spcAft>
                <a:spcPts val="0"/>
              </a:spcAft>
              <a:buClrTx/>
              <a:buSzTx/>
              <a:buFontTx/>
              <a:buNone/>
              <a:tabLst/>
              <a:defRPr lang="pl-PL" sz="900" b="0" i="0" smtClean="0">
                <a:solidFill>
                  <a:schemeClr val="tx2"/>
                </a:solidFill>
              </a:defRPr>
            </a:lvl1pPr>
          </a:lstStyle>
          <a:p>
            <a:pPr lvl="0"/>
            <a:r>
              <a:rPr lang="pl-PL"/>
              <a:t>Kliknij, aby edytować style wzorca tekstu</a:t>
            </a:r>
          </a:p>
        </p:txBody>
      </p:sp>
      <p:sp>
        <p:nvSpPr>
          <p:cNvPr id="26" name="Symbol zastępczy tekstu 12"/>
          <p:cNvSpPr>
            <a:spLocks noGrp="1"/>
          </p:cNvSpPr>
          <p:nvPr>
            <p:ph type="body" sz="quarter" idx="12"/>
          </p:nvPr>
        </p:nvSpPr>
        <p:spPr>
          <a:xfrm>
            <a:off x="3698148" y="4372370"/>
            <a:ext cx="1642937" cy="254138"/>
          </a:xfrm>
        </p:spPr>
        <p:txBody>
          <a:bodyPr rtlCol="0" anchor="ctr">
            <a:noAutofit/>
          </a:bodyPr>
          <a:lstStyle>
            <a:lvl1pPr marL="0" marR="0" indent="0" algn="ctr" defTabSz="457200" rtl="0" eaLnBrk="1" fontAlgn="auto" latinLnBrk="0" hangingPunct="1">
              <a:lnSpc>
                <a:spcPct val="80000"/>
              </a:lnSpc>
              <a:spcBef>
                <a:spcPct val="0"/>
              </a:spcBef>
              <a:spcAft>
                <a:spcPts val="0"/>
              </a:spcAft>
              <a:buClrTx/>
              <a:buSzTx/>
              <a:buFontTx/>
              <a:buNone/>
              <a:tabLst/>
              <a:defRPr lang="pl-PL" sz="900" b="0" i="0" smtClean="0">
                <a:solidFill>
                  <a:schemeClr val="tx2"/>
                </a:solidFill>
              </a:defRPr>
            </a:lvl1pPr>
          </a:lstStyle>
          <a:p>
            <a:pPr lvl="0"/>
            <a:r>
              <a:rPr lang="pl-PL"/>
              <a:t>Kliknij, aby edytować style wzorca tekstu</a:t>
            </a:r>
          </a:p>
        </p:txBody>
      </p:sp>
      <p:sp>
        <p:nvSpPr>
          <p:cNvPr id="29" name="Symbol zastępczy tekstu 12"/>
          <p:cNvSpPr>
            <a:spLocks noGrp="1"/>
          </p:cNvSpPr>
          <p:nvPr>
            <p:ph type="body" sz="quarter" idx="13"/>
          </p:nvPr>
        </p:nvSpPr>
        <p:spPr>
          <a:xfrm>
            <a:off x="7043863" y="4372370"/>
            <a:ext cx="1642937" cy="254138"/>
          </a:xfrm>
        </p:spPr>
        <p:txBody>
          <a:bodyPr rtlCol="0" anchor="ctr">
            <a:noAutofit/>
          </a:bodyPr>
          <a:lstStyle>
            <a:lvl1pPr marL="0" marR="0" indent="0" algn="ctr" defTabSz="457200" rtl="0" eaLnBrk="1" fontAlgn="auto" latinLnBrk="0" hangingPunct="1">
              <a:lnSpc>
                <a:spcPct val="80000"/>
              </a:lnSpc>
              <a:spcBef>
                <a:spcPct val="0"/>
              </a:spcBef>
              <a:spcAft>
                <a:spcPts val="0"/>
              </a:spcAft>
              <a:buClrTx/>
              <a:buSzTx/>
              <a:buFontTx/>
              <a:buNone/>
              <a:tabLst/>
              <a:defRPr lang="pl-PL" sz="900" b="0" i="0" smtClean="0">
                <a:solidFill>
                  <a:schemeClr val="tx2"/>
                </a:solidFill>
              </a:defRPr>
            </a:lvl1pPr>
          </a:lstStyle>
          <a:p>
            <a:pPr lvl="0"/>
            <a:r>
              <a:rPr lang="pl-PL"/>
              <a:t>Kliknij, aby edytować style wzorca tekstu</a:t>
            </a:r>
          </a:p>
        </p:txBody>
      </p:sp>
    </p:spTree>
    <p:extLst>
      <p:ext uri="{BB962C8B-B14F-4D97-AF65-F5344CB8AC3E}">
        <p14:creationId xmlns:p14="http://schemas.microsoft.com/office/powerpoint/2010/main" val="261844223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1_Agedna 1">
    <p:bg>
      <p:bgPr>
        <a:blipFill dpi="0" rotWithShape="1">
          <a:blip r:embed="rId2" cstate="screen">
            <a:alphaModFix amt="10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31" name="Obraz 30"/>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893447" y="4838700"/>
            <a:ext cx="800100" cy="122537"/>
          </a:xfrm>
          <a:prstGeom prst="rect">
            <a:avLst/>
          </a:prstGeom>
        </p:spPr>
      </p:pic>
      <p:sp>
        <p:nvSpPr>
          <p:cNvPr id="24" name="Prostokąt 23"/>
          <p:cNvSpPr/>
          <p:nvPr userDrawn="1"/>
        </p:nvSpPr>
        <p:spPr>
          <a:xfrm flipV="1">
            <a:off x="0" y="807921"/>
            <a:ext cx="9144000" cy="45719"/>
          </a:xfrm>
          <a:prstGeom prst="rect">
            <a:avLst/>
          </a:prstGeom>
          <a:gradFill>
            <a:gsLst>
              <a:gs pos="0">
                <a:schemeClr val="tx2"/>
              </a:gs>
              <a:gs pos="100000">
                <a:schemeClr val="accent3"/>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algn="ctr" defTabSz="457200" rtl="0" eaLnBrk="1" latinLnBrk="0" hangingPunct="1"/>
            <a:endParaRPr lang="pl-PL" sz="1800" kern="1200">
              <a:solidFill>
                <a:schemeClr val="lt1"/>
              </a:solidFill>
              <a:latin typeface="+mn-lt"/>
              <a:ea typeface="+mn-ea"/>
              <a:cs typeface="+mn-cs"/>
            </a:endParaRPr>
          </a:p>
        </p:txBody>
      </p:sp>
      <p:sp>
        <p:nvSpPr>
          <p:cNvPr id="21" name="Tytuł 1"/>
          <p:cNvSpPr>
            <a:spLocks noGrp="1"/>
          </p:cNvSpPr>
          <p:nvPr>
            <p:ph type="title" hasCustomPrompt="1"/>
          </p:nvPr>
        </p:nvSpPr>
        <p:spPr>
          <a:xfrm>
            <a:off x="457200" y="107364"/>
            <a:ext cx="8229600" cy="690916"/>
          </a:xfrm>
        </p:spPr>
        <p:txBody>
          <a:bodyPr/>
          <a:lstStyle>
            <a:lvl1pPr algn="l">
              <a:defRPr/>
            </a:lvl1pPr>
          </a:lstStyle>
          <a:p>
            <a:r>
              <a:rPr lang="pl-PL" dirty="0"/>
              <a:t>AGENDA</a:t>
            </a:r>
            <a:endParaRPr lang="en-US" dirty="0"/>
          </a:p>
        </p:txBody>
      </p:sp>
      <p:sp>
        <p:nvSpPr>
          <p:cNvPr id="22" name="Symbol zastępczy tekstu 38"/>
          <p:cNvSpPr>
            <a:spLocks noGrp="1"/>
          </p:cNvSpPr>
          <p:nvPr>
            <p:ph type="body" sz="quarter" idx="12" hasCustomPrompt="1"/>
          </p:nvPr>
        </p:nvSpPr>
        <p:spPr>
          <a:xfrm>
            <a:off x="457200" y="1224716"/>
            <a:ext cx="1020039" cy="295466"/>
          </a:xfrm>
          <a:noFill/>
        </p:spPr>
        <p:txBody>
          <a:bodyPr wrap="square" rtlCol="0" anchor="ctr">
            <a:spAutoFit/>
          </a:bodyPr>
          <a:lstStyle>
            <a:lvl1pPr marL="0" algn="r" defTabSz="457200" rtl="0" eaLnBrk="1" latinLnBrk="0" hangingPunct="1">
              <a:lnSpc>
                <a:spcPct val="110000"/>
              </a:lnSpc>
              <a:buNone/>
              <a:defRPr lang="pl-PL" sz="1200" b="0" kern="1200" baseline="0" dirty="0" smtClean="0">
                <a:solidFill>
                  <a:srgbClr val="26437E"/>
                </a:solidFill>
                <a:latin typeface="+mn-lt"/>
                <a:ea typeface="+mn-ea"/>
                <a:cs typeface="+mn-cs"/>
              </a:defRPr>
            </a:lvl1pPr>
            <a:lvl2pPr marL="0" algn="l" defTabSz="457200" rtl="0" eaLnBrk="1" latinLnBrk="0" hangingPunct="1">
              <a:lnSpc>
                <a:spcPct val="110000"/>
              </a:lnSpc>
              <a:buNone/>
              <a:defRPr lang="pl-PL" sz="900" b="0" kern="1200" smtClean="0">
                <a:solidFill>
                  <a:srgbClr val="FFFFFF"/>
                </a:solidFill>
                <a:latin typeface="+mn-lt"/>
                <a:ea typeface="+mn-ea"/>
                <a:cs typeface="+mn-cs"/>
              </a:defRPr>
            </a:lvl2pPr>
            <a:lvl3pPr marL="0" algn="l" defTabSz="457200" rtl="0" eaLnBrk="1" latinLnBrk="0" hangingPunct="1">
              <a:lnSpc>
                <a:spcPct val="110000"/>
              </a:lnSpc>
              <a:buNone/>
              <a:defRPr lang="pl-PL" sz="900" b="0" kern="1200" smtClean="0">
                <a:solidFill>
                  <a:srgbClr val="FFFFFF"/>
                </a:solidFill>
                <a:latin typeface="+mn-lt"/>
                <a:ea typeface="+mn-ea"/>
                <a:cs typeface="+mn-cs"/>
              </a:defRPr>
            </a:lvl3pPr>
            <a:lvl4pPr marL="0" algn="l" defTabSz="457200" rtl="0" eaLnBrk="1" latinLnBrk="0" hangingPunct="1">
              <a:lnSpc>
                <a:spcPct val="110000"/>
              </a:lnSpc>
              <a:buNone/>
              <a:defRPr lang="pl-PL" sz="900" b="0" kern="1200" smtClean="0">
                <a:solidFill>
                  <a:srgbClr val="FFFFFF"/>
                </a:solidFill>
                <a:latin typeface="+mn-lt"/>
                <a:ea typeface="+mn-ea"/>
                <a:cs typeface="+mn-cs"/>
              </a:defRPr>
            </a:lvl4pPr>
            <a:lvl5pPr marL="0" algn="l" defTabSz="457200" rtl="0" eaLnBrk="1" latinLnBrk="0" hangingPunct="1">
              <a:lnSpc>
                <a:spcPct val="110000"/>
              </a:lnSpc>
              <a:buNone/>
              <a:defRPr lang="pl-PL" sz="900" b="0" kern="1200" dirty="0" err="1" smtClean="0">
                <a:solidFill>
                  <a:srgbClr val="FFFFFF"/>
                </a:solidFill>
                <a:latin typeface="+mn-lt"/>
                <a:ea typeface="+mn-ea"/>
                <a:cs typeface="+mn-cs"/>
              </a:defRPr>
            </a:lvl5pPr>
          </a:lstStyle>
          <a:p>
            <a:pPr lvl="0"/>
            <a:r>
              <a:rPr lang="pl-PL" dirty="0"/>
              <a:t>00:00-00:00</a:t>
            </a:r>
          </a:p>
        </p:txBody>
      </p:sp>
      <p:sp>
        <p:nvSpPr>
          <p:cNvPr id="23" name="Symbol zastępczy tekstu 38"/>
          <p:cNvSpPr>
            <a:spLocks noGrp="1"/>
          </p:cNvSpPr>
          <p:nvPr>
            <p:ph type="body" sz="quarter" idx="10" hasCustomPrompt="1"/>
          </p:nvPr>
        </p:nvSpPr>
        <p:spPr>
          <a:xfrm>
            <a:off x="1581528" y="1224716"/>
            <a:ext cx="7105272" cy="295466"/>
          </a:xfrm>
          <a:noFill/>
        </p:spPr>
        <p:txBody>
          <a:bodyPr wrap="square" rtlCol="0" anchor="b">
            <a:spAutoFit/>
          </a:bodyPr>
          <a:lstStyle>
            <a:lvl1pPr marL="0" algn="l" defTabSz="457200" rtl="0" eaLnBrk="1" latinLnBrk="0" hangingPunct="1">
              <a:lnSpc>
                <a:spcPct val="110000"/>
              </a:lnSpc>
              <a:buNone/>
              <a:defRPr lang="pl-PL" sz="1200" b="1" kern="1200" smtClean="0">
                <a:solidFill>
                  <a:schemeClr val="tx1"/>
                </a:solidFill>
                <a:latin typeface="+mn-lt"/>
                <a:ea typeface="+mn-ea"/>
                <a:cs typeface="+mn-cs"/>
              </a:defRPr>
            </a:lvl1pPr>
            <a:lvl2pPr marL="0" algn="l" defTabSz="457200" rtl="0" eaLnBrk="1" latinLnBrk="0" hangingPunct="1">
              <a:lnSpc>
                <a:spcPct val="110000"/>
              </a:lnSpc>
              <a:buNone/>
              <a:defRPr lang="pl-PL" sz="900" b="0" kern="1200" smtClean="0">
                <a:solidFill>
                  <a:srgbClr val="FFFFFF"/>
                </a:solidFill>
                <a:latin typeface="+mn-lt"/>
                <a:ea typeface="+mn-ea"/>
                <a:cs typeface="+mn-cs"/>
              </a:defRPr>
            </a:lvl2pPr>
            <a:lvl3pPr marL="0" algn="l" defTabSz="457200" rtl="0" eaLnBrk="1" latinLnBrk="0" hangingPunct="1">
              <a:lnSpc>
                <a:spcPct val="110000"/>
              </a:lnSpc>
              <a:buNone/>
              <a:defRPr lang="pl-PL" sz="900" b="0" kern="1200" smtClean="0">
                <a:solidFill>
                  <a:srgbClr val="FFFFFF"/>
                </a:solidFill>
                <a:latin typeface="+mn-lt"/>
                <a:ea typeface="+mn-ea"/>
                <a:cs typeface="+mn-cs"/>
              </a:defRPr>
            </a:lvl3pPr>
            <a:lvl4pPr marL="0" algn="l" defTabSz="457200" rtl="0" eaLnBrk="1" latinLnBrk="0" hangingPunct="1">
              <a:lnSpc>
                <a:spcPct val="110000"/>
              </a:lnSpc>
              <a:buNone/>
              <a:defRPr lang="pl-PL" sz="900" b="0" kern="1200" smtClean="0">
                <a:solidFill>
                  <a:srgbClr val="FFFFFF"/>
                </a:solidFill>
                <a:latin typeface="+mn-lt"/>
                <a:ea typeface="+mn-ea"/>
                <a:cs typeface="+mn-cs"/>
              </a:defRPr>
            </a:lvl4pPr>
            <a:lvl5pPr marL="0" algn="l" defTabSz="457200" rtl="0" eaLnBrk="1" latinLnBrk="0" hangingPunct="1">
              <a:lnSpc>
                <a:spcPct val="110000"/>
              </a:lnSpc>
              <a:buNone/>
              <a:defRPr lang="pl-PL" sz="900" b="0" kern="1200" dirty="0" err="1" smtClean="0">
                <a:solidFill>
                  <a:srgbClr val="FFFFFF"/>
                </a:solidFill>
                <a:latin typeface="+mn-lt"/>
                <a:ea typeface="+mn-ea"/>
                <a:cs typeface="+mn-cs"/>
              </a:defRPr>
            </a:lvl5pPr>
          </a:lstStyle>
          <a:p>
            <a:pPr lvl="0"/>
            <a:r>
              <a:rPr lang="pl-PL" dirty="0"/>
              <a:t>Insert </a:t>
            </a:r>
            <a:r>
              <a:rPr lang="pl-PL" dirty="0" err="1"/>
              <a:t>title</a:t>
            </a:r>
            <a:endParaRPr lang="pl-PL" dirty="0"/>
          </a:p>
        </p:txBody>
      </p:sp>
      <p:sp>
        <p:nvSpPr>
          <p:cNvPr id="25" name="Symbol zastępczy tekstu 38"/>
          <p:cNvSpPr>
            <a:spLocks noGrp="1"/>
          </p:cNvSpPr>
          <p:nvPr>
            <p:ph type="body" sz="quarter" idx="30" hasCustomPrompt="1"/>
          </p:nvPr>
        </p:nvSpPr>
        <p:spPr>
          <a:xfrm>
            <a:off x="1581528" y="1595792"/>
            <a:ext cx="7105272" cy="295466"/>
          </a:xfrm>
          <a:noFill/>
        </p:spPr>
        <p:txBody>
          <a:bodyPr wrap="square" rtlCol="0" anchor="b">
            <a:spAutoFit/>
          </a:bodyPr>
          <a:lstStyle>
            <a:lvl1pPr marL="0" algn="l" defTabSz="457200" rtl="0" eaLnBrk="1" latinLnBrk="0" hangingPunct="1">
              <a:lnSpc>
                <a:spcPct val="110000"/>
              </a:lnSpc>
              <a:buNone/>
              <a:defRPr lang="pl-PL" sz="1200" b="1" kern="1200" smtClean="0">
                <a:solidFill>
                  <a:schemeClr val="tx1"/>
                </a:solidFill>
                <a:latin typeface="+mn-lt"/>
                <a:ea typeface="+mn-ea"/>
                <a:cs typeface="+mn-cs"/>
              </a:defRPr>
            </a:lvl1pPr>
            <a:lvl2pPr marL="0" algn="l" defTabSz="457200" rtl="0" eaLnBrk="1" latinLnBrk="0" hangingPunct="1">
              <a:lnSpc>
                <a:spcPct val="110000"/>
              </a:lnSpc>
              <a:buNone/>
              <a:defRPr lang="pl-PL" sz="900" b="0" kern="1200" smtClean="0">
                <a:solidFill>
                  <a:srgbClr val="FFFFFF"/>
                </a:solidFill>
                <a:latin typeface="+mn-lt"/>
                <a:ea typeface="+mn-ea"/>
                <a:cs typeface="+mn-cs"/>
              </a:defRPr>
            </a:lvl2pPr>
            <a:lvl3pPr marL="0" algn="l" defTabSz="457200" rtl="0" eaLnBrk="1" latinLnBrk="0" hangingPunct="1">
              <a:lnSpc>
                <a:spcPct val="110000"/>
              </a:lnSpc>
              <a:buNone/>
              <a:defRPr lang="pl-PL" sz="900" b="0" kern="1200" smtClean="0">
                <a:solidFill>
                  <a:srgbClr val="FFFFFF"/>
                </a:solidFill>
                <a:latin typeface="+mn-lt"/>
                <a:ea typeface="+mn-ea"/>
                <a:cs typeface="+mn-cs"/>
              </a:defRPr>
            </a:lvl3pPr>
            <a:lvl4pPr marL="0" algn="l" defTabSz="457200" rtl="0" eaLnBrk="1" latinLnBrk="0" hangingPunct="1">
              <a:lnSpc>
                <a:spcPct val="110000"/>
              </a:lnSpc>
              <a:buNone/>
              <a:defRPr lang="pl-PL" sz="900" b="0" kern="1200" smtClean="0">
                <a:solidFill>
                  <a:srgbClr val="FFFFFF"/>
                </a:solidFill>
                <a:latin typeface="+mn-lt"/>
                <a:ea typeface="+mn-ea"/>
                <a:cs typeface="+mn-cs"/>
              </a:defRPr>
            </a:lvl4pPr>
            <a:lvl5pPr marL="0" algn="l" defTabSz="457200" rtl="0" eaLnBrk="1" latinLnBrk="0" hangingPunct="1">
              <a:lnSpc>
                <a:spcPct val="110000"/>
              </a:lnSpc>
              <a:buNone/>
              <a:defRPr lang="pl-PL" sz="900" b="0" kern="1200" dirty="0" err="1" smtClean="0">
                <a:solidFill>
                  <a:srgbClr val="FFFFFF"/>
                </a:solidFill>
                <a:latin typeface="+mn-lt"/>
                <a:ea typeface="+mn-ea"/>
                <a:cs typeface="+mn-cs"/>
              </a:defRPr>
            </a:lvl5pPr>
          </a:lstStyle>
          <a:p>
            <a:pPr lvl="0"/>
            <a:r>
              <a:rPr lang="pl-PL" dirty="0"/>
              <a:t>Insert </a:t>
            </a:r>
            <a:r>
              <a:rPr lang="pl-PL" dirty="0" err="1"/>
              <a:t>title</a:t>
            </a:r>
            <a:endParaRPr lang="pl-PL" dirty="0"/>
          </a:p>
        </p:txBody>
      </p:sp>
      <p:sp>
        <p:nvSpPr>
          <p:cNvPr id="26" name="Symbol zastępczy tekstu 38"/>
          <p:cNvSpPr>
            <a:spLocks noGrp="1"/>
          </p:cNvSpPr>
          <p:nvPr>
            <p:ph type="body" sz="quarter" idx="31" hasCustomPrompt="1"/>
          </p:nvPr>
        </p:nvSpPr>
        <p:spPr>
          <a:xfrm>
            <a:off x="1581528" y="1966868"/>
            <a:ext cx="7105272" cy="295466"/>
          </a:xfrm>
          <a:noFill/>
        </p:spPr>
        <p:txBody>
          <a:bodyPr wrap="square" rtlCol="0" anchor="b">
            <a:spAutoFit/>
          </a:bodyPr>
          <a:lstStyle>
            <a:lvl1pPr marL="0" algn="l" defTabSz="457200" rtl="0" eaLnBrk="1" latinLnBrk="0" hangingPunct="1">
              <a:lnSpc>
                <a:spcPct val="110000"/>
              </a:lnSpc>
              <a:buNone/>
              <a:defRPr lang="pl-PL" sz="1200" b="1" kern="1200" smtClean="0">
                <a:solidFill>
                  <a:schemeClr val="tx1"/>
                </a:solidFill>
                <a:latin typeface="+mn-lt"/>
                <a:ea typeface="+mn-ea"/>
                <a:cs typeface="+mn-cs"/>
              </a:defRPr>
            </a:lvl1pPr>
            <a:lvl2pPr marL="0" algn="l" defTabSz="457200" rtl="0" eaLnBrk="1" latinLnBrk="0" hangingPunct="1">
              <a:lnSpc>
                <a:spcPct val="110000"/>
              </a:lnSpc>
              <a:buNone/>
              <a:defRPr lang="pl-PL" sz="900" b="0" kern="1200" smtClean="0">
                <a:solidFill>
                  <a:srgbClr val="FFFFFF"/>
                </a:solidFill>
                <a:latin typeface="+mn-lt"/>
                <a:ea typeface="+mn-ea"/>
                <a:cs typeface="+mn-cs"/>
              </a:defRPr>
            </a:lvl2pPr>
            <a:lvl3pPr marL="0" algn="l" defTabSz="457200" rtl="0" eaLnBrk="1" latinLnBrk="0" hangingPunct="1">
              <a:lnSpc>
                <a:spcPct val="110000"/>
              </a:lnSpc>
              <a:buNone/>
              <a:defRPr lang="pl-PL" sz="900" b="0" kern="1200" smtClean="0">
                <a:solidFill>
                  <a:srgbClr val="FFFFFF"/>
                </a:solidFill>
                <a:latin typeface="+mn-lt"/>
                <a:ea typeface="+mn-ea"/>
                <a:cs typeface="+mn-cs"/>
              </a:defRPr>
            </a:lvl3pPr>
            <a:lvl4pPr marL="0" algn="l" defTabSz="457200" rtl="0" eaLnBrk="1" latinLnBrk="0" hangingPunct="1">
              <a:lnSpc>
                <a:spcPct val="110000"/>
              </a:lnSpc>
              <a:buNone/>
              <a:defRPr lang="pl-PL" sz="900" b="0" kern="1200" smtClean="0">
                <a:solidFill>
                  <a:srgbClr val="FFFFFF"/>
                </a:solidFill>
                <a:latin typeface="+mn-lt"/>
                <a:ea typeface="+mn-ea"/>
                <a:cs typeface="+mn-cs"/>
              </a:defRPr>
            </a:lvl4pPr>
            <a:lvl5pPr marL="0" algn="l" defTabSz="457200" rtl="0" eaLnBrk="1" latinLnBrk="0" hangingPunct="1">
              <a:lnSpc>
                <a:spcPct val="110000"/>
              </a:lnSpc>
              <a:buNone/>
              <a:defRPr lang="pl-PL" sz="900" b="0" kern="1200" dirty="0" err="1" smtClean="0">
                <a:solidFill>
                  <a:srgbClr val="FFFFFF"/>
                </a:solidFill>
                <a:latin typeface="+mn-lt"/>
                <a:ea typeface="+mn-ea"/>
                <a:cs typeface="+mn-cs"/>
              </a:defRPr>
            </a:lvl5pPr>
          </a:lstStyle>
          <a:p>
            <a:pPr lvl="0"/>
            <a:r>
              <a:rPr lang="pl-PL" dirty="0"/>
              <a:t>Insert </a:t>
            </a:r>
            <a:r>
              <a:rPr lang="pl-PL" dirty="0" err="1"/>
              <a:t>title</a:t>
            </a:r>
            <a:endParaRPr lang="pl-PL" dirty="0"/>
          </a:p>
        </p:txBody>
      </p:sp>
      <p:sp>
        <p:nvSpPr>
          <p:cNvPr id="27" name="Symbol zastępczy tekstu 38"/>
          <p:cNvSpPr>
            <a:spLocks noGrp="1"/>
          </p:cNvSpPr>
          <p:nvPr>
            <p:ph type="body" sz="quarter" idx="32" hasCustomPrompt="1"/>
          </p:nvPr>
        </p:nvSpPr>
        <p:spPr>
          <a:xfrm>
            <a:off x="1581528" y="2337944"/>
            <a:ext cx="7105272" cy="295466"/>
          </a:xfrm>
          <a:noFill/>
        </p:spPr>
        <p:txBody>
          <a:bodyPr wrap="square" rtlCol="0" anchor="b">
            <a:spAutoFit/>
          </a:bodyPr>
          <a:lstStyle>
            <a:lvl1pPr marL="0" algn="l" defTabSz="457200" rtl="0" eaLnBrk="1" latinLnBrk="0" hangingPunct="1">
              <a:lnSpc>
                <a:spcPct val="110000"/>
              </a:lnSpc>
              <a:buNone/>
              <a:defRPr lang="pl-PL" sz="1200" b="1" kern="1200" smtClean="0">
                <a:solidFill>
                  <a:schemeClr val="tx1"/>
                </a:solidFill>
                <a:latin typeface="+mn-lt"/>
                <a:ea typeface="+mn-ea"/>
                <a:cs typeface="+mn-cs"/>
              </a:defRPr>
            </a:lvl1pPr>
            <a:lvl2pPr marL="0" algn="l" defTabSz="457200" rtl="0" eaLnBrk="1" latinLnBrk="0" hangingPunct="1">
              <a:lnSpc>
                <a:spcPct val="110000"/>
              </a:lnSpc>
              <a:buNone/>
              <a:defRPr lang="pl-PL" sz="900" b="0" kern="1200" smtClean="0">
                <a:solidFill>
                  <a:srgbClr val="FFFFFF"/>
                </a:solidFill>
                <a:latin typeface="+mn-lt"/>
                <a:ea typeface="+mn-ea"/>
                <a:cs typeface="+mn-cs"/>
              </a:defRPr>
            </a:lvl2pPr>
            <a:lvl3pPr marL="0" algn="l" defTabSz="457200" rtl="0" eaLnBrk="1" latinLnBrk="0" hangingPunct="1">
              <a:lnSpc>
                <a:spcPct val="110000"/>
              </a:lnSpc>
              <a:buNone/>
              <a:defRPr lang="pl-PL" sz="900" b="0" kern="1200" smtClean="0">
                <a:solidFill>
                  <a:srgbClr val="FFFFFF"/>
                </a:solidFill>
                <a:latin typeface="+mn-lt"/>
                <a:ea typeface="+mn-ea"/>
                <a:cs typeface="+mn-cs"/>
              </a:defRPr>
            </a:lvl3pPr>
            <a:lvl4pPr marL="0" algn="l" defTabSz="457200" rtl="0" eaLnBrk="1" latinLnBrk="0" hangingPunct="1">
              <a:lnSpc>
                <a:spcPct val="110000"/>
              </a:lnSpc>
              <a:buNone/>
              <a:defRPr lang="pl-PL" sz="900" b="0" kern="1200" smtClean="0">
                <a:solidFill>
                  <a:srgbClr val="FFFFFF"/>
                </a:solidFill>
                <a:latin typeface="+mn-lt"/>
                <a:ea typeface="+mn-ea"/>
                <a:cs typeface="+mn-cs"/>
              </a:defRPr>
            </a:lvl4pPr>
            <a:lvl5pPr marL="0" algn="l" defTabSz="457200" rtl="0" eaLnBrk="1" latinLnBrk="0" hangingPunct="1">
              <a:lnSpc>
                <a:spcPct val="110000"/>
              </a:lnSpc>
              <a:buNone/>
              <a:defRPr lang="pl-PL" sz="900" b="0" kern="1200" dirty="0" err="1" smtClean="0">
                <a:solidFill>
                  <a:srgbClr val="FFFFFF"/>
                </a:solidFill>
                <a:latin typeface="+mn-lt"/>
                <a:ea typeface="+mn-ea"/>
                <a:cs typeface="+mn-cs"/>
              </a:defRPr>
            </a:lvl5pPr>
          </a:lstStyle>
          <a:p>
            <a:pPr lvl="0"/>
            <a:r>
              <a:rPr lang="pl-PL" dirty="0"/>
              <a:t>Insert </a:t>
            </a:r>
            <a:r>
              <a:rPr lang="pl-PL" dirty="0" err="1"/>
              <a:t>title</a:t>
            </a:r>
            <a:endParaRPr lang="pl-PL" dirty="0"/>
          </a:p>
        </p:txBody>
      </p:sp>
      <p:sp>
        <p:nvSpPr>
          <p:cNvPr id="28" name="Symbol zastępczy tekstu 38"/>
          <p:cNvSpPr>
            <a:spLocks noGrp="1"/>
          </p:cNvSpPr>
          <p:nvPr>
            <p:ph type="body" sz="quarter" idx="33" hasCustomPrompt="1"/>
          </p:nvPr>
        </p:nvSpPr>
        <p:spPr>
          <a:xfrm>
            <a:off x="1581528" y="2709020"/>
            <a:ext cx="7105272" cy="295466"/>
          </a:xfrm>
          <a:noFill/>
        </p:spPr>
        <p:txBody>
          <a:bodyPr wrap="square" rtlCol="0" anchor="b">
            <a:spAutoFit/>
          </a:bodyPr>
          <a:lstStyle>
            <a:lvl1pPr marL="0" algn="l" defTabSz="457200" rtl="0" eaLnBrk="1" latinLnBrk="0" hangingPunct="1">
              <a:lnSpc>
                <a:spcPct val="110000"/>
              </a:lnSpc>
              <a:buNone/>
              <a:defRPr lang="pl-PL" sz="1200" b="1" kern="1200" smtClean="0">
                <a:solidFill>
                  <a:schemeClr val="tx1"/>
                </a:solidFill>
                <a:latin typeface="+mn-lt"/>
                <a:ea typeface="+mn-ea"/>
                <a:cs typeface="+mn-cs"/>
              </a:defRPr>
            </a:lvl1pPr>
            <a:lvl2pPr marL="0" algn="l" defTabSz="457200" rtl="0" eaLnBrk="1" latinLnBrk="0" hangingPunct="1">
              <a:lnSpc>
                <a:spcPct val="110000"/>
              </a:lnSpc>
              <a:buNone/>
              <a:defRPr lang="pl-PL" sz="900" b="0" kern="1200" smtClean="0">
                <a:solidFill>
                  <a:srgbClr val="FFFFFF"/>
                </a:solidFill>
                <a:latin typeface="+mn-lt"/>
                <a:ea typeface="+mn-ea"/>
                <a:cs typeface="+mn-cs"/>
              </a:defRPr>
            </a:lvl2pPr>
            <a:lvl3pPr marL="0" algn="l" defTabSz="457200" rtl="0" eaLnBrk="1" latinLnBrk="0" hangingPunct="1">
              <a:lnSpc>
                <a:spcPct val="110000"/>
              </a:lnSpc>
              <a:buNone/>
              <a:defRPr lang="pl-PL" sz="900" b="0" kern="1200" smtClean="0">
                <a:solidFill>
                  <a:srgbClr val="FFFFFF"/>
                </a:solidFill>
                <a:latin typeface="+mn-lt"/>
                <a:ea typeface="+mn-ea"/>
                <a:cs typeface="+mn-cs"/>
              </a:defRPr>
            </a:lvl3pPr>
            <a:lvl4pPr marL="0" algn="l" defTabSz="457200" rtl="0" eaLnBrk="1" latinLnBrk="0" hangingPunct="1">
              <a:lnSpc>
                <a:spcPct val="110000"/>
              </a:lnSpc>
              <a:buNone/>
              <a:defRPr lang="pl-PL" sz="900" b="0" kern="1200" smtClean="0">
                <a:solidFill>
                  <a:srgbClr val="FFFFFF"/>
                </a:solidFill>
                <a:latin typeface="+mn-lt"/>
                <a:ea typeface="+mn-ea"/>
                <a:cs typeface="+mn-cs"/>
              </a:defRPr>
            </a:lvl4pPr>
            <a:lvl5pPr marL="0" algn="l" defTabSz="457200" rtl="0" eaLnBrk="1" latinLnBrk="0" hangingPunct="1">
              <a:lnSpc>
                <a:spcPct val="110000"/>
              </a:lnSpc>
              <a:buNone/>
              <a:defRPr lang="pl-PL" sz="900" b="0" kern="1200" dirty="0" err="1" smtClean="0">
                <a:solidFill>
                  <a:srgbClr val="FFFFFF"/>
                </a:solidFill>
                <a:latin typeface="+mn-lt"/>
                <a:ea typeface="+mn-ea"/>
                <a:cs typeface="+mn-cs"/>
              </a:defRPr>
            </a:lvl5pPr>
          </a:lstStyle>
          <a:p>
            <a:pPr lvl="0"/>
            <a:r>
              <a:rPr lang="pl-PL" dirty="0"/>
              <a:t>Insert </a:t>
            </a:r>
            <a:r>
              <a:rPr lang="pl-PL" dirty="0" err="1"/>
              <a:t>title</a:t>
            </a:r>
            <a:endParaRPr lang="pl-PL" dirty="0"/>
          </a:p>
        </p:txBody>
      </p:sp>
      <p:sp>
        <p:nvSpPr>
          <p:cNvPr id="29" name="Symbol zastępczy tekstu 38"/>
          <p:cNvSpPr>
            <a:spLocks noGrp="1"/>
          </p:cNvSpPr>
          <p:nvPr>
            <p:ph type="body" sz="quarter" idx="34" hasCustomPrompt="1"/>
          </p:nvPr>
        </p:nvSpPr>
        <p:spPr>
          <a:xfrm>
            <a:off x="1581528" y="3080096"/>
            <a:ext cx="7105272" cy="295466"/>
          </a:xfrm>
          <a:noFill/>
        </p:spPr>
        <p:txBody>
          <a:bodyPr wrap="square" rtlCol="0" anchor="b">
            <a:spAutoFit/>
          </a:bodyPr>
          <a:lstStyle>
            <a:lvl1pPr marL="0" algn="l" defTabSz="457200" rtl="0" eaLnBrk="1" latinLnBrk="0" hangingPunct="1">
              <a:lnSpc>
                <a:spcPct val="110000"/>
              </a:lnSpc>
              <a:buNone/>
              <a:defRPr lang="pl-PL" sz="1200" b="1" kern="1200" smtClean="0">
                <a:solidFill>
                  <a:schemeClr val="tx1"/>
                </a:solidFill>
                <a:latin typeface="+mn-lt"/>
                <a:ea typeface="+mn-ea"/>
                <a:cs typeface="+mn-cs"/>
              </a:defRPr>
            </a:lvl1pPr>
            <a:lvl2pPr marL="0" algn="l" defTabSz="457200" rtl="0" eaLnBrk="1" latinLnBrk="0" hangingPunct="1">
              <a:lnSpc>
                <a:spcPct val="110000"/>
              </a:lnSpc>
              <a:buNone/>
              <a:defRPr lang="pl-PL" sz="900" b="0" kern="1200" smtClean="0">
                <a:solidFill>
                  <a:srgbClr val="FFFFFF"/>
                </a:solidFill>
                <a:latin typeface="+mn-lt"/>
                <a:ea typeface="+mn-ea"/>
                <a:cs typeface="+mn-cs"/>
              </a:defRPr>
            </a:lvl2pPr>
            <a:lvl3pPr marL="0" algn="l" defTabSz="457200" rtl="0" eaLnBrk="1" latinLnBrk="0" hangingPunct="1">
              <a:lnSpc>
                <a:spcPct val="110000"/>
              </a:lnSpc>
              <a:buNone/>
              <a:defRPr lang="pl-PL" sz="900" b="0" kern="1200" smtClean="0">
                <a:solidFill>
                  <a:srgbClr val="FFFFFF"/>
                </a:solidFill>
                <a:latin typeface="+mn-lt"/>
                <a:ea typeface="+mn-ea"/>
                <a:cs typeface="+mn-cs"/>
              </a:defRPr>
            </a:lvl3pPr>
            <a:lvl4pPr marL="0" algn="l" defTabSz="457200" rtl="0" eaLnBrk="1" latinLnBrk="0" hangingPunct="1">
              <a:lnSpc>
                <a:spcPct val="110000"/>
              </a:lnSpc>
              <a:buNone/>
              <a:defRPr lang="pl-PL" sz="900" b="0" kern="1200" smtClean="0">
                <a:solidFill>
                  <a:srgbClr val="FFFFFF"/>
                </a:solidFill>
                <a:latin typeface="+mn-lt"/>
                <a:ea typeface="+mn-ea"/>
                <a:cs typeface="+mn-cs"/>
              </a:defRPr>
            </a:lvl4pPr>
            <a:lvl5pPr marL="0" algn="l" defTabSz="457200" rtl="0" eaLnBrk="1" latinLnBrk="0" hangingPunct="1">
              <a:lnSpc>
                <a:spcPct val="110000"/>
              </a:lnSpc>
              <a:buNone/>
              <a:defRPr lang="pl-PL" sz="900" b="0" kern="1200" dirty="0" err="1" smtClean="0">
                <a:solidFill>
                  <a:srgbClr val="FFFFFF"/>
                </a:solidFill>
                <a:latin typeface="+mn-lt"/>
                <a:ea typeface="+mn-ea"/>
                <a:cs typeface="+mn-cs"/>
              </a:defRPr>
            </a:lvl5pPr>
          </a:lstStyle>
          <a:p>
            <a:pPr lvl="0"/>
            <a:r>
              <a:rPr lang="pl-PL" dirty="0"/>
              <a:t>Insert </a:t>
            </a:r>
            <a:r>
              <a:rPr lang="pl-PL" dirty="0" err="1"/>
              <a:t>title</a:t>
            </a:r>
            <a:endParaRPr lang="pl-PL" dirty="0"/>
          </a:p>
        </p:txBody>
      </p:sp>
      <p:sp>
        <p:nvSpPr>
          <p:cNvPr id="30" name="Symbol zastępczy tekstu 38"/>
          <p:cNvSpPr>
            <a:spLocks noGrp="1"/>
          </p:cNvSpPr>
          <p:nvPr>
            <p:ph type="body" sz="quarter" idx="35" hasCustomPrompt="1"/>
          </p:nvPr>
        </p:nvSpPr>
        <p:spPr>
          <a:xfrm>
            <a:off x="1581528" y="3451172"/>
            <a:ext cx="7105272" cy="295466"/>
          </a:xfrm>
          <a:noFill/>
        </p:spPr>
        <p:txBody>
          <a:bodyPr wrap="square" rtlCol="0" anchor="b">
            <a:spAutoFit/>
          </a:bodyPr>
          <a:lstStyle>
            <a:lvl1pPr marL="0" algn="l" defTabSz="457200" rtl="0" eaLnBrk="1" latinLnBrk="0" hangingPunct="1">
              <a:lnSpc>
                <a:spcPct val="110000"/>
              </a:lnSpc>
              <a:buNone/>
              <a:defRPr lang="pl-PL" sz="1200" b="1" kern="1200" smtClean="0">
                <a:solidFill>
                  <a:schemeClr val="tx1"/>
                </a:solidFill>
                <a:latin typeface="+mn-lt"/>
                <a:ea typeface="+mn-ea"/>
                <a:cs typeface="+mn-cs"/>
              </a:defRPr>
            </a:lvl1pPr>
            <a:lvl2pPr marL="0" algn="l" defTabSz="457200" rtl="0" eaLnBrk="1" latinLnBrk="0" hangingPunct="1">
              <a:lnSpc>
                <a:spcPct val="110000"/>
              </a:lnSpc>
              <a:buNone/>
              <a:defRPr lang="pl-PL" sz="900" b="0" kern="1200" smtClean="0">
                <a:solidFill>
                  <a:srgbClr val="FFFFFF"/>
                </a:solidFill>
                <a:latin typeface="+mn-lt"/>
                <a:ea typeface="+mn-ea"/>
                <a:cs typeface="+mn-cs"/>
              </a:defRPr>
            </a:lvl2pPr>
            <a:lvl3pPr marL="0" algn="l" defTabSz="457200" rtl="0" eaLnBrk="1" latinLnBrk="0" hangingPunct="1">
              <a:lnSpc>
                <a:spcPct val="110000"/>
              </a:lnSpc>
              <a:buNone/>
              <a:defRPr lang="pl-PL" sz="900" b="0" kern="1200" smtClean="0">
                <a:solidFill>
                  <a:srgbClr val="FFFFFF"/>
                </a:solidFill>
                <a:latin typeface="+mn-lt"/>
                <a:ea typeface="+mn-ea"/>
                <a:cs typeface="+mn-cs"/>
              </a:defRPr>
            </a:lvl3pPr>
            <a:lvl4pPr marL="0" algn="l" defTabSz="457200" rtl="0" eaLnBrk="1" latinLnBrk="0" hangingPunct="1">
              <a:lnSpc>
                <a:spcPct val="110000"/>
              </a:lnSpc>
              <a:buNone/>
              <a:defRPr lang="pl-PL" sz="900" b="0" kern="1200" smtClean="0">
                <a:solidFill>
                  <a:srgbClr val="FFFFFF"/>
                </a:solidFill>
                <a:latin typeface="+mn-lt"/>
                <a:ea typeface="+mn-ea"/>
                <a:cs typeface="+mn-cs"/>
              </a:defRPr>
            </a:lvl4pPr>
            <a:lvl5pPr marL="0" algn="l" defTabSz="457200" rtl="0" eaLnBrk="1" latinLnBrk="0" hangingPunct="1">
              <a:lnSpc>
                <a:spcPct val="110000"/>
              </a:lnSpc>
              <a:buNone/>
              <a:defRPr lang="pl-PL" sz="900" b="0" kern="1200" dirty="0" err="1" smtClean="0">
                <a:solidFill>
                  <a:srgbClr val="FFFFFF"/>
                </a:solidFill>
                <a:latin typeface="+mn-lt"/>
                <a:ea typeface="+mn-ea"/>
                <a:cs typeface="+mn-cs"/>
              </a:defRPr>
            </a:lvl5pPr>
          </a:lstStyle>
          <a:p>
            <a:pPr lvl="0"/>
            <a:r>
              <a:rPr lang="pl-PL" dirty="0"/>
              <a:t>Insert </a:t>
            </a:r>
            <a:r>
              <a:rPr lang="pl-PL" dirty="0" err="1"/>
              <a:t>title</a:t>
            </a:r>
            <a:endParaRPr lang="pl-PL" dirty="0"/>
          </a:p>
        </p:txBody>
      </p:sp>
      <p:sp>
        <p:nvSpPr>
          <p:cNvPr id="32" name="Symbol zastępczy tekstu 38"/>
          <p:cNvSpPr>
            <a:spLocks noGrp="1"/>
          </p:cNvSpPr>
          <p:nvPr>
            <p:ph type="body" sz="quarter" idx="36" hasCustomPrompt="1"/>
          </p:nvPr>
        </p:nvSpPr>
        <p:spPr>
          <a:xfrm>
            <a:off x="1581528" y="3822248"/>
            <a:ext cx="7105272" cy="295466"/>
          </a:xfrm>
          <a:noFill/>
        </p:spPr>
        <p:txBody>
          <a:bodyPr wrap="square" rtlCol="0" anchor="b">
            <a:spAutoFit/>
          </a:bodyPr>
          <a:lstStyle>
            <a:lvl1pPr marL="0" algn="l" defTabSz="457200" rtl="0" eaLnBrk="1" latinLnBrk="0" hangingPunct="1">
              <a:lnSpc>
                <a:spcPct val="110000"/>
              </a:lnSpc>
              <a:buNone/>
              <a:defRPr lang="pl-PL" sz="1200" b="1" kern="1200" smtClean="0">
                <a:solidFill>
                  <a:schemeClr val="tx1"/>
                </a:solidFill>
                <a:latin typeface="+mn-lt"/>
                <a:ea typeface="+mn-ea"/>
                <a:cs typeface="+mn-cs"/>
              </a:defRPr>
            </a:lvl1pPr>
            <a:lvl2pPr marL="0" algn="l" defTabSz="457200" rtl="0" eaLnBrk="1" latinLnBrk="0" hangingPunct="1">
              <a:lnSpc>
                <a:spcPct val="110000"/>
              </a:lnSpc>
              <a:buNone/>
              <a:defRPr lang="pl-PL" sz="900" b="0" kern="1200" smtClean="0">
                <a:solidFill>
                  <a:srgbClr val="FFFFFF"/>
                </a:solidFill>
                <a:latin typeface="+mn-lt"/>
                <a:ea typeface="+mn-ea"/>
                <a:cs typeface="+mn-cs"/>
              </a:defRPr>
            </a:lvl2pPr>
            <a:lvl3pPr marL="0" algn="l" defTabSz="457200" rtl="0" eaLnBrk="1" latinLnBrk="0" hangingPunct="1">
              <a:lnSpc>
                <a:spcPct val="110000"/>
              </a:lnSpc>
              <a:buNone/>
              <a:defRPr lang="pl-PL" sz="900" b="0" kern="1200" smtClean="0">
                <a:solidFill>
                  <a:srgbClr val="FFFFFF"/>
                </a:solidFill>
                <a:latin typeface="+mn-lt"/>
                <a:ea typeface="+mn-ea"/>
                <a:cs typeface="+mn-cs"/>
              </a:defRPr>
            </a:lvl3pPr>
            <a:lvl4pPr marL="0" algn="l" defTabSz="457200" rtl="0" eaLnBrk="1" latinLnBrk="0" hangingPunct="1">
              <a:lnSpc>
                <a:spcPct val="110000"/>
              </a:lnSpc>
              <a:buNone/>
              <a:defRPr lang="pl-PL" sz="900" b="0" kern="1200" smtClean="0">
                <a:solidFill>
                  <a:srgbClr val="FFFFFF"/>
                </a:solidFill>
                <a:latin typeface="+mn-lt"/>
                <a:ea typeface="+mn-ea"/>
                <a:cs typeface="+mn-cs"/>
              </a:defRPr>
            </a:lvl4pPr>
            <a:lvl5pPr marL="0" algn="l" defTabSz="457200" rtl="0" eaLnBrk="1" latinLnBrk="0" hangingPunct="1">
              <a:lnSpc>
                <a:spcPct val="110000"/>
              </a:lnSpc>
              <a:buNone/>
              <a:defRPr lang="pl-PL" sz="900" b="0" kern="1200" dirty="0" err="1" smtClean="0">
                <a:solidFill>
                  <a:srgbClr val="FFFFFF"/>
                </a:solidFill>
                <a:latin typeface="+mn-lt"/>
                <a:ea typeface="+mn-ea"/>
                <a:cs typeface="+mn-cs"/>
              </a:defRPr>
            </a:lvl5pPr>
          </a:lstStyle>
          <a:p>
            <a:pPr lvl="0"/>
            <a:r>
              <a:rPr lang="pl-PL" dirty="0"/>
              <a:t>Insert </a:t>
            </a:r>
            <a:r>
              <a:rPr lang="pl-PL" dirty="0" err="1"/>
              <a:t>title</a:t>
            </a:r>
            <a:endParaRPr lang="pl-PL" dirty="0"/>
          </a:p>
        </p:txBody>
      </p:sp>
      <p:sp>
        <p:nvSpPr>
          <p:cNvPr id="33" name="Symbol zastępczy tekstu 38"/>
          <p:cNvSpPr>
            <a:spLocks noGrp="1"/>
          </p:cNvSpPr>
          <p:nvPr>
            <p:ph type="body" sz="quarter" idx="37" hasCustomPrompt="1"/>
          </p:nvPr>
        </p:nvSpPr>
        <p:spPr>
          <a:xfrm>
            <a:off x="457200" y="1595792"/>
            <a:ext cx="1020039" cy="295466"/>
          </a:xfrm>
          <a:noFill/>
        </p:spPr>
        <p:txBody>
          <a:bodyPr wrap="square" rtlCol="0" anchor="ctr">
            <a:spAutoFit/>
          </a:bodyPr>
          <a:lstStyle>
            <a:lvl1pPr marL="0" algn="r" defTabSz="457200" rtl="0" eaLnBrk="1" latinLnBrk="0" hangingPunct="1">
              <a:lnSpc>
                <a:spcPct val="110000"/>
              </a:lnSpc>
              <a:buNone/>
              <a:defRPr lang="pl-PL" sz="1200" b="0" kern="1200" baseline="0" dirty="0" smtClean="0">
                <a:solidFill>
                  <a:srgbClr val="26437E"/>
                </a:solidFill>
                <a:latin typeface="+mn-lt"/>
                <a:ea typeface="+mn-ea"/>
                <a:cs typeface="+mn-cs"/>
              </a:defRPr>
            </a:lvl1pPr>
            <a:lvl2pPr marL="0" algn="l" defTabSz="457200" rtl="0" eaLnBrk="1" latinLnBrk="0" hangingPunct="1">
              <a:lnSpc>
                <a:spcPct val="110000"/>
              </a:lnSpc>
              <a:buNone/>
              <a:defRPr lang="pl-PL" sz="900" b="0" kern="1200" smtClean="0">
                <a:solidFill>
                  <a:srgbClr val="FFFFFF"/>
                </a:solidFill>
                <a:latin typeface="+mn-lt"/>
                <a:ea typeface="+mn-ea"/>
                <a:cs typeface="+mn-cs"/>
              </a:defRPr>
            </a:lvl2pPr>
            <a:lvl3pPr marL="0" algn="l" defTabSz="457200" rtl="0" eaLnBrk="1" latinLnBrk="0" hangingPunct="1">
              <a:lnSpc>
                <a:spcPct val="110000"/>
              </a:lnSpc>
              <a:buNone/>
              <a:defRPr lang="pl-PL" sz="900" b="0" kern="1200" smtClean="0">
                <a:solidFill>
                  <a:srgbClr val="FFFFFF"/>
                </a:solidFill>
                <a:latin typeface="+mn-lt"/>
                <a:ea typeface="+mn-ea"/>
                <a:cs typeface="+mn-cs"/>
              </a:defRPr>
            </a:lvl3pPr>
            <a:lvl4pPr marL="0" algn="l" defTabSz="457200" rtl="0" eaLnBrk="1" latinLnBrk="0" hangingPunct="1">
              <a:lnSpc>
                <a:spcPct val="110000"/>
              </a:lnSpc>
              <a:buNone/>
              <a:defRPr lang="pl-PL" sz="900" b="0" kern="1200" smtClean="0">
                <a:solidFill>
                  <a:srgbClr val="FFFFFF"/>
                </a:solidFill>
                <a:latin typeface="+mn-lt"/>
                <a:ea typeface="+mn-ea"/>
                <a:cs typeface="+mn-cs"/>
              </a:defRPr>
            </a:lvl4pPr>
            <a:lvl5pPr marL="0" algn="l" defTabSz="457200" rtl="0" eaLnBrk="1" latinLnBrk="0" hangingPunct="1">
              <a:lnSpc>
                <a:spcPct val="110000"/>
              </a:lnSpc>
              <a:buNone/>
              <a:defRPr lang="pl-PL" sz="900" b="0" kern="1200" dirty="0" err="1" smtClean="0">
                <a:solidFill>
                  <a:srgbClr val="FFFFFF"/>
                </a:solidFill>
                <a:latin typeface="+mn-lt"/>
                <a:ea typeface="+mn-ea"/>
                <a:cs typeface="+mn-cs"/>
              </a:defRPr>
            </a:lvl5pPr>
          </a:lstStyle>
          <a:p>
            <a:pPr lvl="0"/>
            <a:r>
              <a:rPr lang="pl-PL" dirty="0"/>
              <a:t>00:00-00:00</a:t>
            </a:r>
          </a:p>
        </p:txBody>
      </p:sp>
      <p:sp>
        <p:nvSpPr>
          <p:cNvPr id="34" name="Symbol zastępczy tekstu 38"/>
          <p:cNvSpPr>
            <a:spLocks noGrp="1"/>
          </p:cNvSpPr>
          <p:nvPr>
            <p:ph type="body" sz="quarter" idx="38" hasCustomPrompt="1"/>
          </p:nvPr>
        </p:nvSpPr>
        <p:spPr>
          <a:xfrm>
            <a:off x="457200" y="1963419"/>
            <a:ext cx="1020039" cy="295466"/>
          </a:xfrm>
          <a:noFill/>
        </p:spPr>
        <p:txBody>
          <a:bodyPr wrap="square" rtlCol="0" anchor="ctr">
            <a:spAutoFit/>
          </a:bodyPr>
          <a:lstStyle>
            <a:lvl1pPr marL="0" algn="r" defTabSz="457200" rtl="0" eaLnBrk="1" latinLnBrk="0" hangingPunct="1">
              <a:lnSpc>
                <a:spcPct val="110000"/>
              </a:lnSpc>
              <a:buNone/>
              <a:defRPr lang="pl-PL" sz="1200" b="0" kern="1200" baseline="0" dirty="0" smtClean="0">
                <a:solidFill>
                  <a:srgbClr val="26437E"/>
                </a:solidFill>
                <a:latin typeface="+mn-lt"/>
                <a:ea typeface="+mn-ea"/>
                <a:cs typeface="+mn-cs"/>
              </a:defRPr>
            </a:lvl1pPr>
            <a:lvl2pPr marL="0" algn="l" defTabSz="457200" rtl="0" eaLnBrk="1" latinLnBrk="0" hangingPunct="1">
              <a:lnSpc>
                <a:spcPct val="110000"/>
              </a:lnSpc>
              <a:buNone/>
              <a:defRPr lang="pl-PL" sz="900" b="0" kern="1200" smtClean="0">
                <a:solidFill>
                  <a:srgbClr val="FFFFFF"/>
                </a:solidFill>
                <a:latin typeface="+mn-lt"/>
                <a:ea typeface="+mn-ea"/>
                <a:cs typeface="+mn-cs"/>
              </a:defRPr>
            </a:lvl2pPr>
            <a:lvl3pPr marL="0" algn="l" defTabSz="457200" rtl="0" eaLnBrk="1" latinLnBrk="0" hangingPunct="1">
              <a:lnSpc>
                <a:spcPct val="110000"/>
              </a:lnSpc>
              <a:buNone/>
              <a:defRPr lang="pl-PL" sz="900" b="0" kern="1200" smtClean="0">
                <a:solidFill>
                  <a:srgbClr val="FFFFFF"/>
                </a:solidFill>
                <a:latin typeface="+mn-lt"/>
                <a:ea typeface="+mn-ea"/>
                <a:cs typeface="+mn-cs"/>
              </a:defRPr>
            </a:lvl3pPr>
            <a:lvl4pPr marL="0" algn="l" defTabSz="457200" rtl="0" eaLnBrk="1" latinLnBrk="0" hangingPunct="1">
              <a:lnSpc>
                <a:spcPct val="110000"/>
              </a:lnSpc>
              <a:buNone/>
              <a:defRPr lang="pl-PL" sz="900" b="0" kern="1200" smtClean="0">
                <a:solidFill>
                  <a:srgbClr val="FFFFFF"/>
                </a:solidFill>
                <a:latin typeface="+mn-lt"/>
                <a:ea typeface="+mn-ea"/>
                <a:cs typeface="+mn-cs"/>
              </a:defRPr>
            </a:lvl4pPr>
            <a:lvl5pPr marL="0" algn="l" defTabSz="457200" rtl="0" eaLnBrk="1" latinLnBrk="0" hangingPunct="1">
              <a:lnSpc>
                <a:spcPct val="110000"/>
              </a:lnSpc>
              <a:buNone/>
              <a:defRPr lang="pl-PL" sz="900" b="0" kern="1200" dirty="0" err="1" smtClean="0">
                <a:solidFill>
                  <a:srgbClr val="FFFFFF"/>
                </a:solidFill>
                <a:latin typeface="+mn-lt"/>
                <a:ea typeface="+mn-ea"/>
                <a:cs typeface="+mn-cs"/>
              </a:defRPr>
            </a:lvl5pPr>
          </a:lstStyle>
          <a:p>
            <a:pPr lvl="0"/>
            <a:r>
              <a:rPr lang="pl-PL" dirty="0"/>
              <a:t>00:00-00:00</a:t>
            </a:r>
          </a:p>
        </p:txBody>
      </p:sp>
      <p:sp>
        <p:nvSpPr>
          <p:cNvPr id="35" name="Symbol zastępczy tekstu 38"/>
          <p:cNvSpPr>
            <a:spLocks noGrp="1"/>
          </p:cNvSpPr>
          <p:nvPr>
            <p:ph type="body" sz="quarter" idx="39" hasCustomPrompt="1"/>
          </p:nvPr>
        </p:nvSpPr>
        <p:spPr>
          <a:xfrm>
            <a:off x="457200" y="2334495"/>
            <a:ext cx="1020039" cy="295466"/>
          </a:xfrm>
          <a:noFill/>
        </p:spPr>
        <p:txBody>
          <a:bodyPr wrap="square" rtlCol="0" anchor="ctr">
            <a:spAutoFit/>
          </a:bodyPr>
          <a:lstStyle>
            <a:lvl1pPr marL="0" algn="r" defTabSz="457200" rtl="0" eaLnBrk="1" latinLnBrk="0" hangingPunct="1">
              <a:lnSpc>
                <a:spcPct val="110000"/>
              </a:lnSpc>
              <a:buNone/>
              <a:defRPr lang="pl-PL" sz="1200" b="0" kern="1200" baseline="0" dirty="0" smtClean="0">
                <a:solidFill>
                  <a:srgbClr val="26437E"/>
                </a:solidFill>
                <a:latin typeface="+mn-lt"/>
                <a:ea typeface="+mn-ea"/>
                <a:cs typeface="+mn-cs"/>
              </a:defRPr>
            </a:lvl1pPr>
            <a:lvl2pPr marL="0" algn="l" defTabSz="457200" rtl="0" eaLnBrk="1" latinLnBrk="0" hangingPunct="1">
              <a:lnSpc>
                <a:spcPct val="110000"/>
              </a:lnSpc>
              <a:buNone/>
              <a:defRPr lang="pl-PL" sz="900" b="0" kern="1200" smtClean="0">
                <a:solidFill>
                  <a:srgbClr val="FFFFFF"/>
                </a:solidFill>
                <a:latin typeface="+mn-lt"/>
                <a:ea typeface="+mn-ea"/>
                <a:cs typeface="+mn-cs"/>
              </a:defRPr>
            </a:lvl2pPr>
            <a:lvl3pPr marL="0" algn="l" defTabSz="457200" rtl="0" eaLnBrk="1" latinLnBrk="0" hangingPunct="1">
              <a:lnSpc>
                <a:spcPct val="110000"/>
              </a:lnSpc>
              <a:buNone/>
              <a:defRPr lang="pl-PL" sz="900" b="0" kern="1200" smtClean="0">
                <a:solidFill>
                  <a:srgbClr val="FFFFFF"/>
                </a:solidFill>
                <a:latin typeface="+mn-lt"/>
                <a:ea typeface="+mn-ea"/>
                <a:cs typeface="+mn-cs"/>
              </a:defRPr>
            </a:lvl3pPr>
            <a:lvl4pPr marL="0" algn="l" defTabSz="457200" rtl="0" eaLnBrk="1" latinLnBrk="0" hangingPunct="1">
              <a:lnSpc>
                <a:spcPct val="110000"/>
              </a:lnSpc>
              <a:buNone/>
              <a:defRPr lang="pl-PL" sz="900" b="0" kern="1200" smtClean="0">
                <a:solidFill>
                  <a:srgbClr val="FFFFFF"/>
                </a:solidFill>
                <a:latin typeface="+mn-lt"/>
                <a:ea typeface="+mn-ea"/>
                <a:cs typeface="+mn-cs"/>
              </a:defRPr>
            </a:lvl4pPr>
            <a:lvl5pPr marL="0" algn="l" defTabSz="457200" rtl="0" eaLnBrk="1" latinLnBrk="0" hangingPunct="1">
              <a:lnSpc>
                <a:spcPct val="110000"/>
              </a:lnSpc>
              <a:buNone/>
              <a:defRPr lang="pl-PL" sz="900" b="0" kern="1200" dirty="0" err="1" smtClean="0">
                <a:solidFill>
                  <a:srgbClr val="FFFFFF"/>
                </a:solidFill>
                <a:latin typeface="+mn-lt"/>
                <a:ea typeface="+mn-ea"/>
                <a:cs typeface="+mn-cs"/>
              </a:defRPr>
            </a:lvl5pPr>
          </a:lstStyle>
          <a:p>
            <a:pPr lvl="0"/>
            <a:r>
              <a:rPr lang="pl-PL" dirty="0"/>
              <a:t>00:00-00:00</a:t>
            </a:r>
          </a:p>
        </p:txBody>
      </p:sp>
      <p:sp>
        <p:nvSpPr>
          <p:cNvPr id="36" name="Symbol zastępczy tekstu 38"/>
          <p:cNvSpPr>
            <a:spLocks noGrp="1"/>
          </p:cNvSpPr>
          <p:nvPr>
            <p:ph type="body" sz="quarter" idx="40" hasCustomPrompt="1"/>
          </p:nvPr>
        </p:nvSpPr>
        <p:spPr>
          <a:xfrm>
            <a:off x="457199" y="2711073"/>
            <a:ext cx="1020039" cy="295466"/>
          </a:xfrm>
          <a:noFill/>
        </p:spPr>
        <p:txBody>
          <a:bodyPr wrap="square" rtlCol="0" anchor="ctr">
            <a:spAutoFit/>
          </a:bodyPr>
          <a:lstStyle>
            <a:lvl1pPr marL="0" algn="r" defTabSz="457200" rtl="0" eaLnBrk="1" latinLnBrk="0" hangingPunct="1">
              <a:lnSpc>
                <a:spcPct val="110000"/>
              </a:lnSpc>
              <a:buNone/>
              <a:defRPr lang="pl-PL" sz="1200" b="0" kern="1200" baseline="0" dirty="0" smtClean="0">
                <a:solidFill>
                  <a:srgbClr val="26437E"/>
                </a:solidFill>
                <a:latin typeface="+mn-lt"/>
                <a:ea typeface="+mn-ea"/>
                <a:cs typeface="+mn-cs"/>
              </a:defRPr>
            </a:lvl1pPr>
            <a:lvl2pPr marL="0" algn="l" defTabSz="457200" rtl="0" eaLnBrk="1" latinLnBrk="0" hangingPunct="1">
              <a:lnSpc>
                <a:spcPct val="110000"/>
              </a:lnSpc>
              <a:buNone/>
              <a:defRPr lang="pl-PL" sz="900" b="0" kern="1200" smtClean="0">
                <a:solidFill>
                  <a:srgbClr val="FFFFFF"/>
                </a:solidFill>
                <a:latin typeface="+mn-lt"/>
                <a:ea typeface="+mn-ea"/>
                <a:cs typeface="+mn-cs"/>
              </a:defRPr>
            </a:lvl2pPr>
            <a:lvl3pPr marL="0" algn="l" defTabSz="457200" rtl="0" eaLnBrk="1" latinLnBrk="0" hangingPunct="1">
              <a:lnSpc>
                <a:spcPct val="110000"/>
              </a:lnSpc>
              <a:buNone/>
              <a:defRPr lang="pl-PL" sz="900" b="0" kern="1200" smtClean="0">
                <a:solidFill>
                  <a:srgbClr val="FFFFFF"/>
                </a:solidFill>
                <a:latin typeface="+mn-lt"/>
                <a:ea typeface="+mn-ea"/>
                <a:cs typeface="+mn-cs"/>
              </a:defRPr>
            </a:lvl3pPr>
            <a:lvl4pPr marL="0" algn="l" defTabSz="457200" rtl="0" eaLnBrk="1" latinLnBrk="0" hangingPunct="1">
              <a:lnSpc>
                <a:spcPct val="110000"/>
              </a:lnSpc>
              <a:buNone/>
              <a:defRPr lang="pl-PL" sz="900" b="0" kern="1200" smtClean="0">
                <a:solidFill>
                  <a:srgbClr val="FFFFFF"/>
                </a:solidFill>
                <a:latin typeface="+mn-lt"/>
                <a:ea typeface="+mn-ea"/>
                <a:cs typeface="+mn-cs"/>
              </a:defRPr>
            </a:lvl4pPr>
            <a:lvl5pPr marL="0" algn="l" defTabSz="457200" rtl="0" eaLnBrk="1" latinLnBrk="0" hangingPunct="1">
              <a:lnSpc>
                <a:spcPct val="110000"/>
              </a:lnSpc>
              <a:buNone/>
              <a:defRPr lang="pl-PL" sz="900" b="0" kern="1200" dirty="0" err="1" smtClean="0">
                <a:solidFill>
                  <a:srgbClr val="FFFFFF"/>
                </a:solidFill>
                <a:latin typeface="+mn-lt"/>
                <a:ea typeface="+mn-ea"/>
                <a:cs typeface="+mn-cs"/>
              </a:defRPr>
            </a:lvl5pPr>
          </a:lstStyle>
          <a:p>
            <a:pPr lvl="0"/>
            <a:r>
              <a:rPr lang="pl-PL" dirty="0"/>
              <a:t>00:00-00:00</a:t>
            </a:r>
          </a:p>
        </p:txBody>
      </p:sp>
      <p:sp>
        <p:nvSpPr>
          <p:cNvPr id="37" name="Symbol zastępczy tekstu 38"/>
          <p:cNvSpPr>
            <a:spLocks noGrp="1"/>
          </p:cNvSpPr>
          <p:nvPr>
            <p:ph type="body" sz="quarter" idx="41" hasCustomPrompt="1"/>
          </p:nvPr>
        </p:nvSpPr>
        <p:spPr>
          <a:xfrm>
            <a:off x="457199" y="3075712"/>
            <a:ext cx="1020039" cy="295466"/>
          </a:xfrm>
          <a:noFill/>
        </p:spPr>
        <p:txBody>
          <a:bodyPr wrap="square" rtlCol="0" anchor="ctr">
            <a:spAutoFit/>
          </a:bodyPr>
          <a:lstStyle>
            <a:lvl1pPr marL="0" algn="r" defTabSz="457200" rtl="0" eaLnBrk="1" latinLnBrk="0" hangingPunct="1">
              <a:lnSpc>
                <a:spcPct val="110000"/>
              </a:lnSpc>
              <a:buNone/>
              <a:defRPr lang="pl-PL" sz="1200" b="0" kern="1200" baseline="0" dirty="0" smtClean="0">
                <a:solidFill>
                  <a:srgbClr val="26437E"/>
                </a:solidFill>
                <a:latin typeface="+mn-lt"/>
                <a:ea typeface="+mn-ea"/>
                <a:cs typeface="+mn-cs"/>
              </a:defRPr>
            </a:lvl1pPr>
            <a:lvl2pPr marL="0" algn="l" defTabSz="457200" rtl="0" eaLnBrk="1" latinLnBrk="0" hangingPunct="1">
              <a:lnSpc>
                <a:spcPct val="110000"/>
              </a:lnSpc>
              <a:buNone/>
              <a:defRPr lang="pl-PL" sz="900" b="0" kern="1200" smtClean="0">
                <a:solidFill>
                  <a:srgbClr val="FFFFFF"/>
                </a:solidFill>
                <a:latin typeface="+mn-lt"/>
                <a:ea typeface="+mn-ea"/>
                <a:cs typeface="+mn-cs"/>
              </a:defRPr>
            </a:lvl2pPr>
            <a:lvl3pPr marL="0" algn="l" defTabSz="457200" rtl="0" eaLnBrk="1" latinLnBrk="0" hangingPunct="1">
              <a:lnSpc>
                <a:spcPct val="110000"/>
              </a:lnSpc>
              <a:buNone/>
              <a:defRPr lang="pl-PL" sz="900" b="0" kern="1200" smtClean="0">
                <a:solidFill>
                  <a:srgbClr val="FFFFFF"/>
                </a:solidFill>
                <a:latin typeface="+mn-lt"/>
                <a:ea typeface="+mn-ea"/>
                <a:cs typeface="+mn-cs"/>
              </a:defRPr>
            </a:lvl3pPr>
            <a:lvl4pPr marL="0" algn="l" defTabSz="457200" rtl="0" eaLnBrk="1" latinLnBrk="0" hangingPunct="1">
              <a:lnSpc>
                <a:spcPct val="110000"/>
              </a:lnSpc>
              <a:buNone/>
              <a:defRPr lang="pl-PL" sz="900" b="0" kern="1200" smtClean="0">
                <a:solidFill>
                  <a:srgbClr val="FFFFFF"/>
                </a:solidFill>
                <a:latin typeface="+mn-lt"/>
                <a:ea typeface="+mn-ea"/>
                <a:cs typeface="+mn-cs"/>
              </a:defRPr>
            </a:lvl4pPr>
            <a:lvl5pPr marL="0" algn="l" defTabSz="457200" rtl="0" eaLnBrk="1" latinLnBrk="0" hangingPunct="1">
              <a:lnSpc>
                <a:spcPct val="110000"/>
              </a:lnSpc>
              <a:buNone/>
              <a:defRPr lang="pl-PL" sz="900" b="0" kern="1200" dirty="0" err="1" smtClean="0">
                <a:solidFill>
                  <a:srgbClr val="FFFFFF"/>
                </a:solidFill>
                <a:latin typeface="+mn-lt"/>
                <a:ea typeface="+mn-ea"/>
                <a:cs typeface="+mn-cs"/>
              </a:defRPr>
            </a:lvl5pPr>
          </a:lstStyle>
          <a:p>
            <a:pPr lvl="0"/>
            <a:r>
              <a:rPr lang="pl-PL" dirty="0"/>
              <a:t>00:00-00:00</a:t>
            </a:r>
          </a:p>
        </p:txBody>
      </p:sp>
      <p:sp>
        <p:nvSpPr>
          <p:cNvPr id="38" name="Symbol zastępczy tekstu 38"/>
          <p:cNvSpPr>
            <a:spLocks noGrp="1"/>
          </p:cNvSpPr>
          <p:nvPr>
            <p:ph type="body" sz="quarter" idx="42" hasCustomPrompt="1"/>
          </p:nvPr>
        </p:nvSpPr>
        <p:spPr>
          <a:xfrm>
            <a:off x="457200" y="3451707"/>
            <a:ext cx="1020039" cy="295466"/>
          </a:xfrm>
          <a:noFill/>
        </p:spPr>
        <p:txBody>
          <a:bodyPr wrap="square" rtlCol="0" anchor="ctr">
            <a:spAutoFit/>
          </a:bodyPr>
          <a:lstStyle>
            <a:lvl1pPr marL="0" algn="r" defTabSz="457200" rtl="0" eaLnBrk="1" latinLnBrk="0" hangingPunct="1">
              <a:lnSpc>
                <a:spcPct val="110000"/>
              </a:lnSpc>
              <a:buNone/>
              <a:defRPr lang="pl-PL" sz="1200" b="0" kern="1200" baseline="0" dirty="0" smtClean="0">
                <a:solidFill>
                  <a:srgbClr val="26437E"/>
                </a:solidFill>
                <a:latin typeface="+mn-lt"/>
                <a:ea typeface="+mn-ea"/>
                <a:cs typeface="+mn-cs"/>
              </a:defRPr>
            </a:lvl1pPr>
            <a:lvl2pPr marL="0" algn="l" defTabSz="457200" rtl="0" eaLnBrk="1" latinLnBrk="0" hangingPunct="1">
              <a:lnSpc>
                <a:spcPct val="110000"/>
              </a:lnSpc>
              <a:buNone/>
              <a:defRPr lang="pl-PL" sz="900" b="0" kern="1200" smtClean="0">
                <a:solidFill>
                  <a:srgbClr val="FFFFFF"/>
                </a:solidFill>
                <a:latin typeface="+mn-lt"/>
                <a:ea typeface="+mn-ea"/>
                <a:cs typeface="+mn-cs"/>
              </a:defRPr>
            </a:lvl2pPr>
            <a:lvl3pPr marL="0" algn="l" defTabSz="457200" rtl="0" eaLnBrk="1" latinLnBrk="0" hangingPunct="1">
              <a:lnSpc>
                <a:spcPct val="110000"/>
              </a:lnSpc>
              <a:buNone/>
              <a:defRPr lang="pl-PL" sz="900" b="0" kern="1200" smtClean="0">
                <a:solidFill>
                  <a:srgbClr val="FFFFFF"/>
                </a:solidFill>
                <a:latin typeface="+mn-lt"/>
                <a:ea typeface="+mn-ea"/>
                <a:cs typeface="+mn-cs"/>
              </a:defRPr>
            </a:lvl3pPr>
            <a:lvl4pPr marL="0" algn="l" defTabSz="457200" rtl="0" eaLnBrk="1" latinLnBrk="0" hangingPunct="1">
              <a:lnSpc>
                <a:spcPct val="110000"/>
              </a:lnSpc>
              <a:buNone/>
              <a:defRPr lang="pl-PL" sz="900" b="0" kern="1200" smtClean="0">
                <a:solidFill>
                  <a:srgbClr val="FFFFFF"/>
                </a:solidFill>
                <a:latin typeface="+mn-lt"/>
                <a:ea typeface="+mn-ea"/>
                <a:cs typeface="+mn-cs"/>
              </a:defRPr>
            </a:lvl4pPr>
            <a:lvl5pPr marL="0" algn="l" defTabSz="457200" rtl="0" eaLnBrk="1" latinLnBrk="0" hangingPunct="1">
              <a:lnSpc>
                <a:spcPct val="110000"/>
              </a:lnSpc>
              <a:buNone/>
              <a:defRPr lang="pl-PL" sz="900" b="0" kern="1200" dirty="0" err="1" smtClean="0">
                <a:solidFill>
                  <a:srgbClr val="FFFFFF"/>
                </a:solidFill>
                <a:latin typeface="+mn-lt"/>
                <a:ea typeface="+mn-ea"/>
                <a:cs typeface="+mn-cs"/>
              </a:defRPr>
            </a:lvl5pPr>
          </a:lstStyle>
          <a:p>
            <a:pPr lvl="0"/>
            <a:r>
              <a:rPr lang="pl-PL" dirty="0"/>
              <a:t>00:00-00:00</a:t>
            </a:r>
          </a:p>
        </p:txBody>
      </p:sp>
      <p:sp>
        <p:nvSpPr>
          <p:cNvPr id="39" name="Symbol zastępczy tekstu 38"/>
          <p:cNvSpPr>
            <a:spLocks noGrp="1"/>
          </p:cNvSpPr>
          <p:nvPr>
            <p:ph type="body" sz="quarter" idx="43" hasCustomPrompt="1"/>
          </p:nvPr>
        </p:nvSpPr>
        <p:spPr>
          <a:xfrm>
            <a:off x="457200" y="3816346"/>
            <a:ext cx="1020039" cy="295466"/>
          </a:xfrm>
          <a:noFill/>
        </p:spPr>
        <p:txBody>
          <a:bodyPr wrap="square" rtlCol="0" anchor="ctr">
            <a:spAutoFit/>
          </a:bodyPr>
          <a:lstStyle>
            <a:lvl1pPr marL="0" algn="r" defTabSz="457200" rtl="0" eaLnBrk="1" latinLnBrk="0" hangingPunct="1">
              <a:lnSpc>
                <a:spcPct val="110000"/>
              </a:lnSpc>
              <a:buNone/>
              <a:defRPr lang="pl-PL" sz="1200" b="0" kern="1200" baseline="0" dirty="0" smtClean="0">
                <a:solidFill>
                  <a:srgbClr val="26437E"/>
                </a:solidFill>
                <a:latin typeface="+mn-lt"/>
                <a:ea typeface="+mn-ea"/>
                <a:cs typeface="+mn-cs"/>
              </a:defRPr>
            </a:lvl1pPr>
            <a:lvl2pPr marL="0" algn="l" defTabSz="457200" rtl="0" eaLnBrk="1" latinLnBrk="0" hangingPunct="1">
              <a:lnSpc>
                <a:spcPct val="110000"/>
              </a:lnSpc>
              <a:buNone/>
              <a:defRPr lang="pl-PL" sz="900" b="0" kern="1200" smtClean="0">
                <a:solidFill>
                  <a:srgbClr val="FFFFFF"/>
                </a:solidFill>
                <a:latin typeface="+mn-lt"/>
                <a:ea typeface="+mn-ea"/>
                <a:cs typeface="+mn-cs"/>
              </a:defRPr>
            </a:lvl2pPr>
            <a:lvl3pPr marL="0" algn="l" defTabSz="457200" rtl="0" eaLnBrk="1" latinLnBrk="0" hangingPunct="1">
              <a:lnSpc>
                <a:spcPct val="110000"/>
              </a:lnSpc>
              <a:buNone/>
              <a:defRPr lang="pl-PL" sz="900" b="0" kern="1200" smtClean="0">
                <a:solidFill>
                  <a:srgbClr val="FFFFFF"/>
                </a:solidFill>
                <a:latin typeface="+mn-lt"/>
                <a:ea typeface="+mn-ea"/>
                <a:cs typeface="+mn-cs"/>
              </a:defRPr>
            </a:lvl3pPr>
            <a:lvl4pPr marL="0" algn="l" defTabSz="457200" rtl="0" eaLnBrk="1" latinLnBrk="0" hangingPunct="1">
              <a:lnSpc>
                <a:spcPct val="110000"/>
              </a:lnSpc>
              <a:buNone/>
              <a:defRPr lang="pl-PL" sz="900" b="0" kern="1200" smtClean="0">
                <a:solidFill>
                  <a:srgbClr val="FFFFFF"/>
                </a:solidFill>
                <a:latin typeface="+mn-lt"/>
                <a:ea typeface="+mn-ea"/>
                <a:cs typeface="+mn-cs"/>
              </a:defRPr>
            </a:lvl4pPr>
            <a:lvl5pPr marL="0" algn="l" defTabSz="457200" rtl="0" eaLnBrk="1" latinLnBrk="0" hangingPunct="1">
              <a:lnSpc>
                <a:spcPct val="110000"/>
              </a:lnSpc>
              <a:buNone/>
              <a:defRPr lang="pl-PL" sz="900" b="0" kern="1200" dirty="0" err="1" smtClean="0">
                <a:solidFill>
                  <a:srgbClr val="FFFFFF"/>
                </a:solidFill>
                <a:latin typeface="+mn-lt"/>
                <a:ea typeface="+mn-ea"/>
                <a:cs typeface="+mn-cs"/>
              </a:defRPr>
            </a:lvl5pPr>
          </a:lstStyle>
          <a:p>
            <a:pPr lvl="0"/>
            <a:r>
              <a:rPr lang="pl-PL" dirty="0"/>
              <a:t>00:00-00:00</a:t>
            </a:r>
          </a:p>
        </p:txBody>
      </p:sp>
    </p:spTree>
    <p:extLst>
      <p:ext uri="{BB962C8B-B14F-4D97-AF65-F5344CB8AC3E}">
        <p14:creationId xmlns:p14="http://schemas.microsoft.com/office/powerpoint/2010/main" val="103276467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Only">
  <p:cSld name="Tylko tytuł">
    <p:spTree>
      <p:nvGrpSpPr>
        <p:cNvPr id="1" name=""/>
        <p:cNvGrpSpPr/>
        <p:nvPr/>
      </p:nvGrpSpPr>
      <p:grpSpPr>
        <a:xfrm>
          <a:off x="0" y="0"/>
          <a:ext cx="0" cy="0"/>
          <a:chOff x="0" y="0"/>
          <a:chExt cx="0" cy="0"/>
        </a:xfrm>
      </p:grpSpPr>
      <p:sp>
        <p:nvSpPr>
          <p:cNvPr id="8" name="Tytuł 1"/>
          <p:cNvSpPr>
            <a:spLocks noGrp="1"/>
          </p:cNvSpPr>
          <p:nvPr>
            <p:ph type="title"/>
          </p:nvPr>
        </p:nvSpPr>
        <p:spPr>
          <a:xfrm>
            <a:off x="431921" y="547244"/>
            <a:ext cx="8272212" cy="741249"/>
          </a:xfrm>
        </p:spPr>
        <p:txBody>
          <a:bodyPr rtlCol="0"/>
          <a:lstStyle/>
          <a:p>
            <a:pPr rtl="0"/>
            <a:r>
              <a:rPr lang="pl-PL"/>
              <a:t>Kliknij, aby edytować styl</a:t>
            </a:r>
            <a:endParaRPr lang="en-US" dirty="0"/>
          </a:p>
        </p:txBody>
      </p:sp>
      <p:sp>
        <p:nvSpPr>
          <p:cNvPr id="3" name="Data — symbol zastępczy 2"/>
          <p:cNvSpPr>
            <a:spLocks noGrp="1"/>
          </p:cNvSpPr>
          <p:nvPr>
            <p:ph type="dt" sz="half" idx="10"/>
          </p:nvPr>
        </p:nvSpPr>
        <p:spPr/>
        <p:txBody>
          <a:bodyPr rtlCol="0"/>
          <a:lstStyle/>
          <a:p>
            <a:pPr rtl="0"/>
            <a:fld id="{98A70DB5-3B74-47E3-90B3-6FF4DAF5961C}" type="datetime1">
              <a:rPr lang="pl-PL" smtClean="0"/>
              <a:t>13.10.2026</a:t>
            </a:fld>
            <a:endParaRPr lang="en-US" dirty="0"/>
          </a:p>
        </p:txBody>
      </p:sp>
      <p:sp>
        <p:nvSpPr>
          <p:cNvPr id="4" name="Stopka — symbol zastępczy 3"/>
          <p:cNvSpPr>
            <a:spLocks noGrp="1"/>
          </p:cNvSpPr>
          <p:nvPr>
            <p:ph type="ftr" sz="quarter" idx="11"/>
          </p:nvPr>
        </p:nvSpPr>
        <p:spPr/>
        <p:txBody>
          <a:bodyPr rtlCol="0"/>
          <a:lstStyle/>
          <a:p>
            <a:pPr rtl="0"/>
            <a:endParaRPr lang="en-US" dirty="0"/>
          </a:p>
        </p:txBody>
      </p:sp>
      <p:sp>
        <p:nvSpPr>
          <p:cNvPr id="5" name="Numer slajdu — symbol zastępczy 4"/>
          <p:cNvSpPr>
            <a:spLocks noGrp="1"/>
          </p:cNvSpPr>
          <p:nvPr>
            <p:ph type="sldNum" sz="quarter" idx="12"/>
          </p:nvPr>
        </p:nvSpPr>
        <p:spPr/>
        <p:txBody>
          <a:bodyPr rtlCol="0"/>
          <a:lstStyle/>
          <a:p>
            <a:pPr rtl="0"/>
            <a:fld id="{3A98EE3D-8CD1-4C3F-BD1C-C98C9596463C}" type="slidenum">
              <a:rPr lang="en-US" smtClean="0"/>
              <a:t>‹#›</a:t>
            </a:fld>
            <a:endParaRPr lang="en-US" dirty="0"/>
          </a:p>
        </p:txBody>
      </p:sp>
    </p:spTree>
    <p:extLst>
      <p:ext uri="{BB962C8B-B14F-4D97-AF65-F5344CB8AC3E}">
        <p14:creationId xmlns:p14="http://schemas.microsoft.com/office/powerpoint/2010/main" val="207681074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
  <p:cSld name="Tytuł i zawartość">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619ACCFB-64D9-4601-80AA-35DB56B78D5A}"/>
              </a:ext>
            </a:extLst>
          </p:cNvPr>
          <p:cNvSpPr>
            <a:spLocks noGrp="1"/>
          </p:cNvSpPr>
          <p:nvPr>
            <p:ph type="title"/>
          </p:nvPr>
        </p:nvSpPr>
        <p:spPr/>
        <p:txBody>
          <a:bodyPr/>
          <a:lstStyle/>
          <a:p>
            <a:r>
              <a:rPr lang="pl-PL"/>
              <a:t>Kliknij, aby edytować styl</a:t>
            </a:r>
          </a:p>
        </p:txBody>
      </p:sp>
      <p:sp>
        <p:nvSpPr>
          <p:cNvPr id="3" name="Symbol zastępczy zawartości 2">
            <a:extLst>
              <a:ext uri="{FF2B5EF4-FFF2-40B4-BE49-F238E27FC236}">
                <a16:creationId xmlns:a16="http://schemas.microsoft.com/office/drawing/2014/main" id="{FCE389BC-A580-4021-B927-AB794EBEAB22}"/>
              </a:ext>
            </a:extLst>
          </p:cNvPr>
          <p:cNvSpPr>
            <a:spLocks noGrp="1"/>
          </p:cNvSpPr>
          <p:nvPr>
            <p:ph idx="1"/>
          </p:nvPr>
        </p:nvSpPr>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a:extLst>
              <a:ext uri="{FF2B5EF4-FFF2-40B4-BE49-F238E27FC236}">
                <a16:creationId xmlns:a16="http://schemas.microsoft.com/office/drawing/2014/main" id="{B7518A2A-DC10-465D-AFF9-060F1B9AB144}"/>
              </a:ext>
            </a:extLst>
          </p:cNvPr>
          <p:cNvSpPr>
            <a:spLocks noGrp="1"/>
          </p:cNvSpPr>
          <p:nvPr>
            <p:ph type="dt" sz="half" idx="10"/>
          </p:nvPr>
        </p:nvSpPr>
        <p:spPr/>
        <p:txBody>
          <a:bodyPr/>
          <a:lstStyle/>
          <a:p>
            <a:fld id="{26724E56-D8E7-4D4B-88FE-02974663BDE4}" type="datetimeFigureOut">
              <a:rPr lang="pl-PL" smtClean="0"/>
              <a:t>13.10.2026</a:t>
            </a:fld>
            <a:endParaRPr lang="pl-PL" dirty="0"/>
          </a:p>
        </p:txBody>
      </p:sp>
      <p:sp>
        <p:nvSpPr>
          <p:cNvPr id="5" name="Symbol zastępczy stopki 4">
            <a:extLst>
              <a:ext uri="{FF2B5EF4-FFF2-40B4-BE49-F238E27FC236}">
                <a16:creationId xmlns:a16="http://schemas.microsoft.com/office/drawing/2014/main" id="{A7D458D1-D709-4E28-BC5B-17833C2E8100}"/>
              </a:ext>
            </a:extLst>
          </p:cNvPr>
          <p:cNvSpPr>
            <a:spLocks noGrp="1"/>
          </p:cNvSpPr>
          <p:nvPr>
            <p:ph type="ftr" sz="quarter" idx="11"/>
          </p:nvPr>
        </p:nvSpPr>
        <p:spPr/>
        <p:txBody>
          <a:bodyPr/>
          <a:lstStyle/>
          <a:p>
            <a:endParaRPr lang="pl-PL" dirty="0"/>
          </a:p>
        </p:txBody>
      </p:sp>
      <p:sp>
        <p:nvSpPr>
          <p:cNvPr id="6" name="Symbol zastępczy numeru slajdu 5">
            <a:extLst>
              <a:ext uri="{FF2B5EF4-FFF2-40B4-BE49-F238E27FC236}">
                <a16:creationId xmlns:a16="http://schemas.microsoft.com/office/drawing/2014/main" id="{C68CCA44-D3B4-417B-A923-BA82F953B231}"/>
              </a:ext>
            </a:extLst>
          </p:cNvPr>
          <p:cNvSpPr>
            <a:spLocks noGrp="1"/>
          </p:cNvSpPr>
          <p:nvPr>
            <p:ph type="sldNum" sz="quarter" idx="12"/>
          </p:nvPr>
        </p:nvSpPr>
        <p:spPr/>
        <p:txBody>
          <a:bodyPr/>
          <a:lstStyle/>
          <a:p>
            <a:fld id="{B8CE3212-3E93-41CE-937E-C1B9FBEA72A8}" type="slidenum">
              <a:rPr lang="pl-PL" smtClean="0"/>
              <a:t>‹#›</a:t>
            </a:fld>
            <a:endParaRPr lang="pl-PL" dirty="0"/>
          </a:p>
        </p:txBody>
      </p:sp>
    </p:spTree>
    <p:extLst>
      <p:ext uri="{BB962C8B-B14F-4D97-AF65-F5344CB8AC3E}">
        <p14:creationId xmlns:p14="http://schemas.microsoft.com/office/powerpoint/2010/main" val="349393951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1_Contents">
    <p:bg>
      <p:bgPr>
        <a:solidFill>
          <a:schemeClr val="bg1"/>
        </a:solidFill>
        <a:effectLst/>
      </p:bgPr>
    </p:bg>
    <p:spTree>
      <p:nvGrpSpPr>
        <p:cNvPr id="1" name=""/>
        <p:cNvGrpSpPr/>
        <p:nvPr/>
      </p:nvGrpSpPr>
      <p:grpSpPr>
        <a:xfrm>
          <a:off x="0" y="0"/>
          <a:ext cx="0" cy="0"/>
          <a:chOff x="0" y="0"/>
          <a:chExt cx="0" cy="0"/>
        </a:xfrm>
      </p:grpSpPr>
      <p:pic>
        <p:nvPicPr>
          <p:cNvPr id="12" name="Obraz 11"/>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893447" y="4838700"/>
            <a:ext cx="800100" cy="122537"/>
          </a:xfrm>
          <a:prstGeom prst="rect">
            <a:avLst/>
          </a:prstGeom>
        </p:spPr>
      </p:pic>
      <p:sp>
        <p:nvSpPr>
          <p:cNvPr id="14" name="Symbol zastępczy numeru slajdu 5"/>
          <p:cNvSpPr>
            <a:spLocks noGrp="1"/>
          </p:cNvSpPr>
          <p:nvPr>
            <p:ph type="sldNum" sz="quarter" idx="12"/>
          </p:nvPr>
        </p:nvSpPr>
        <p:spPr>
          <a:xfrm>
            <a:off x="457200" y="4767263"/>
            <a:ext cx="412749" cy="273843"/>
          </a:xfrm>
          <a:prstGeom prst="rect">
            <a:avLst/>
          </a:prstGeom>
          <a:noFill/>
        </p:spPr>
        <p:txBody>
          <a:bodyPr vert="horz" lIns="91440" tIns="45720" rIns="91440" bIns="45720" rtlCol="0" anchor="ctr"/>
          <a:lstStyle>
            <a:lvl1pPr>
              <a:defRPr lang="pl-PL" sz="1050" smtClean="0">
                <a:solidFill>
                  <a:schemeClr val="accent1"/>
                </a:solidFill>
              </a:defRPr>
            </a:lvl1pPr>
          </a:lstStyle>
          <a:p>
            <a:pPr algn="ctr"/>
            <a:fld id="{B398D967-AF51-1944-8D3F-4D6A679B2400}" type="slidenum">
              <a:rPr lang="pl-PL" smtClean="0"/>
              <a:pPr algn="ctr"/>
              <a:t>‹#›</a:t>
            </a:fld>
            <a:endParaRPr lang="pl-PL" dirty="0"/>
          </a:p>
        </p:txBody>
      </p:sp>
      <p:sp>
        <p:nvSpPr>
          <p:cNvPr id="17" name="Prostokąt 16"/>
          <p:cNvSpPr/>
          <p:nvPr userDrawn="1"/>
        </p:nvSpPr>
        <p:spPr>
          <a:xfrm flipV="1">
            <a:off x="0" y="807921"/>
            <a:ext cx="9144000" cy="45719"/>
          </a:xfrm>
          <a:prstGeom prst="rect">
            <a:avLst/>
          </a:prstGeom>
          <a:gradFill>
            <a:gsLst>
              <a:gs pos="0">
                <a:schemeClr val="tx2"/>
              </a:gs>
              <a:gs pos="100000">
                <a:schemeClr val="accent3"/>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algn="ctr" defTabSz="457200" rtl="0" eaLnBrk="1" latinLnBrk="0" hangingPunct="1"/>
            <a:endParaRPr lang="pl-PL" sz="1800" kern="1200">
              <a:solidFill>
                <a:schemeClr val="lt1"/>
              </a:solidFill>
              <a:latin typeface="+mn-lt"/>
              <a:ea typeface="+mn-ea"/>
              <a:cs typeface="+mn-cs"/>
            </a:endParaRPr>
          </a:p>
        </p:txBody>
      </p:sp>
      <p:sp>
        <p:nvSpPr>
          <p:cNvPr id="13" name="Symbol zastępczy tekstu 3"/>
          <p:cNvSpPr>
            <a:spLocks noGrp="1"/>
          </p:cNvSpPr>
          <p:nvPr>
            <p:ph type="body" sz="quarter" idx="27" hasCustomPrompt="1"/>
          </p:nvPr>
        </p:nvSpPr>
        <p:spPr>
          <a:xfrm>
            <a:off x="457200" y="853640"/>
            <a:ext cx="8235950" cy="3913622"/>
          </a:xfrm>
        </p:spPr>
        <p:txBody>
          <a:bodyPr/>
          <a:lstStyle>
            <a:lvl1pPr>
              <a:defRPr b="0"/>
            </a:lvl1pPr>
            <a:lvl4pPr>
              <a:defRPr/>
            </a:lvl4pPr>
            <a:lvl5pPr>
              <a:defRPr/>
            </a:lvl5pPr>
          </a:lstStyle>
          <a:p>
            <a:pPr lvl="0"/>
            <a:r>
              <a:rPr lang="pl-PL" dirty="0" err="1"/>
              <a:t>Click</a:t>
            </a:r>
            <a:r>
              <a:rPr lang="pl-PL" dirty="0"/>
              <a:t> to </a:t>
            </a:r>
            <a:r>
              <a:rPr lang="pl-PL" dirty="0" err="1"/>
              <a:t>edit</a:t>
            </a:r>
            <a:endParaRPr lang="pl-PL" dirty="0"/>
          </a:p>
          <a:p>
            <a:pPr lvl="1"/>
            <a:r>
              <a:rPr lang="pl-PL" dirty="0" err="1"/>
              <a:t>Second</a:t>
            </a:r>
            <a:r>
              <a:rPr lang="pl-PL" dirty="0"/>
              <a:t> </a:t>
            </a:r>
            <a:r>
              <a:rPr lang="pl-PL" dirty="0" err="1"/>
              <a:t>level</a:t>
            </a:r>
            <a:endParaRPr lang="pl-PL" dirty="0"/>
          </a:p>
          <a:p>
            <a:pPr lvl="2"/>
            <a:r>
              <a:rPr lang="pl-PL" dirty="0"/>
              <a:t>Third </a:t>
            </a:r>
            <a:r>
              <a:rPr lang="pl-PL" dirty="0" err="1"/>
              <a:t>level</a:t>
            </a:r>
            <a:endParaRPr lang="pl-PL" dirty="0"/>
          </a:p>
          <a:p>
            <a:pPr lvl="3"/>
            <a:r>
              <a:rPr lang="pl-PL" dirty="0" err="1"/>
              <a:t>Fourth</a:t>
            </a:r>
            <a:r>
              <a:rPr lang="pl-PL" dirty="0"/>
              <a:t> </a:t>
            </a:r>
            <a:r>
              <a:rPr lang="pl-PL" dirty="0" err="1"/>
              <a:t>level</a:t>
            </a:r>
            <a:endParaRPr lang="pl-PL" dirty="0"/>
          </a:p>
          <a:p>
            <a:pPr lvl="4"/>
            <a:r>
              <a:rPr lang="pl-PL" dirty="0" err="1"/>
              <a:t>Fifth</a:t>
            </a:r>
            <a:r>
              <a:rPr lang="pl-PL" dirty="0"/>
              <a:t> </a:t>
            </a:r>
            <a:r>
              <a:rPr lang="pl-PL" dirty="0" err="1"/>
              <a:t>level</a:t>
            </a:r>
            <a:endParaRPr lang="pl-PL" dirty="0"/>
          </a:p>
        </p:txBody>
      </p:sp>
      <p:sp>
        <p:nvSpPr>
          <p:cNvPr id="10" name="Tytuł 3"/>
          <p:cNvSpPr>
            <a:spLocks noGrp="1"/>
          </p:cNvSpPr>
          <p:nvPr>
            <p:ph type="title" hasCustomPrompt="1"/>
          </p:nvPr>
        </p:nvSpPr>
        <p:spPr>
          <a:xfrm>
            <a:off x="457200" y="117756"/>
            <a:ext cx="8229600" cy="684110"/>
          </a:xfrm>
        </p:spPr>
        <p:txBody>
          <a:bodyPr/>
          <a:lstStyle>
            <a:lvl1pPr algn="l">
              <a:defRPr/>
            </a:lvl1pPr>
          </a:lstStyle>
          <a:p>
            <a:r>
              <a:rPr lang="pl-PL" dirty="0"/>
              <a:t>INSERT </a:t>
            </a:r>
            <a:r>
              <a:rPr lang="pl-PL" dirty="0" err="1"/>
              <a:t>TITLE</a:t>
            </a:r>
            <a:endParaRPr lang="en-US" dirty="0"/>
          </a:p>
        </p:txBody>
      </p:sp>
    </p:spTree>
    <p:extLst>
      <p:ext uri="{BB962C8B-B14F-4D97-AF65-F5344CB8AC3E}">
        <p14:creationId xmlns:p14="http://schemas.microsoft.com/office/powerpoint/2010/main" val="322961054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1_Contents Clean">
    <p:bg>
      <p:bgPr>
        <a:solidFill>
          <a:schemeClr val="bg1"/>
        </a:solidFill>
        <a:effectLst/>
      </p:bgPr>
    </p:bg>
    <p:spTree>
      <p:nvGrpSpPr>
        <p:cNvPr id="1" name=""/>
        <p:cNvGrpSpPr/>
        <p:nvPr/>
      </p:nvGrpSpPr>
      <p:grpSpPr>
        <a:xfrm>
          <a:off x="0" y="0"/>
          <a:ext cx="0" cy="0"/>
          <a:chOff x="0" y="0"/>
          <a:chExt cx="0" cy="0"/>
        </a:xfrm>
      </p:grpSpPr>
      <p:pic>
        <p:nvPicPr>
          <p:cNvPr id="12" name="Obraz 11"/>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893447" y="4838700"/>
            <a:ext cx="800100" cy="122537"/>
          </a:xfrm>
          <a:prstGeom prst="rect">
            <a:avLst/>
          </a:prstGeom>
        </p:spPr>
      </p:pic>
      <p:sp>
        <p:nvSpPr>
          <p:cNvPr id="14" name="Symbol zastępczy numeru slajdu 5"/>
          <p:cNvSpPr>
            <a:spLocks noGrp="1"/>
          </p:cNvSpPr>
          <p:nvPr>
            <p:ph type="sldNum" sz="quarter" idx="12"/>
          </p:nvPr>
        </p:nvSpPr>
        <p:spPr>
          <a:xfrm>
            <a:off x="457200" y="4767263"/>
            <a:ext cx="412749" cy="273843"/>
          </a:xfrm>
          <a:prstGeom prst="rect">
            <a:avLst/>
          </a:prstGeom>
          <a:noFill/>
        </p:spPr>
        <p:txBody>
          <a:bodyPr vert="horz" lIns="91440" tIns="45720" rIns="91440" bIns="45720" rtlCol="0" anchor="ctr"/>
          <a:lstStyle>
            <a:lvl1pPr>
              <a:defRPr lang="pl-PL" sz="1050" smtClean="0">
                <a:solidFill>
                  <a:schemeClr val="accent1"/>
                </a:solidFill>
              </a:defRPr>
            </a:lvl1pPr>
          </a:lstStyle>
          <a:p>
            <a:pPr algn="ctr"/>
            <a:fld id="{B398D967-AF51-1944-8D3F-4D6A679B2400}" type="slidenum">
              <a:rPr lang="pl-PL" smtClean="0"/>
              <a:pPr algn="ctr"/>
              <a:t>‹#›</a:t>
            </a:fld>
            <a:endParaRPr lang="pl-PL" dirty="0"/>
          </a:p>
        </p:txBody>
      </p:sp>
      <p:sp>
        <p:nvSpPr>
          <p:cNvPr id="10" name="Prostokąt 9"/>
          <p:cNvSpPr/>
          <p:nvPr userDrawn="1"/>
        </p:nvSpPr>
        <p:spPr>
          <a:xfrm flipV="1">
            <a:off x="0" y="807921"/>
            <a:ext cx="9144000" cy="45719"/>
          </a:xfrm>
          <a:prstGeom prst="rect">
            <a:avLst/>
          </a:prstGeom>
          <a:gradFill>
            <a:gsLst>
              <a:gs pos="0">
                <a:schemeClr val="tx2"/>
              </a:gs>
              <a:gs pos="100000">
                <a:schemeClr val="accent3"/>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algn="ctr" defTabSz="457200" rtl="0" eaLnBrk="1" latinLnBrk="0" hangingPunct="1"/>
            <a:endParaRPr lang="pl-PL" sz="1800" kern="1200">
              <a:solidFill>
                <a:schemeClr val="lt1"/>
              </a:solidFill>
              <a:latin typeface="+mn-lt"/>
              <a:ea typeface="+mn-ea"/>
              <a:cs typeface="+mn-cs"/>
            </a:endParaRPr>
          </a:p>
        </p:txBody>
      </p:sp>
      <p:sp>
        <p:nvSpPr>
          <p:cNvPr id="2" name="Tytuł 1"/>
          <p:cNvSpPr>
            <a:spLocks noGrp="1"/>
          </p:cNvSpPr>
          <p:nvPr>
            <p:ph type="title" hasCustomPrompt="1"/>
          </p:nvPr>
        </p:nvSpPr>
        <p:spPr>
          <a:xfrm>
            <a:off x="457200" y="107364"/>
            <a:ext cx="8229600" cy="700557"/>
          </a:xfrm>
        </p:spPr>
        <p:txBody>
          <a:bodyPr/>
          <a:lstStyle>
            <a:lvl1pPr algn="l">
              <a:defRPr/>
            </a:lvl1pPr>
          </a:lstStyle>
          <a:p>
            <a:r>
              <a:rPr lang="pl-PL" dirty="0"/>
              <a:t>INSERT </a:t>
            </a:r>
            <a:r>
              <a:rPr lang="pl-PL" dirty="0" err="1"/>
              <a:t>TITLE</a:t>
            </a:r>
            <a:endParaRPr lang="en-US" dirty="0"/>
          </a:p>
        </p:txBody>
      </p:sp>
    </p:spTree>
    <p:extLst>
      <p:ext uri="{BB962C8B-B14F-4D97-AF65-F5344CB8AC3E}">
        <p14:creationId xmlns:p14="http://schemas.microsoft.com/office/powerpoint/2010/main" val="189746847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2_Contents">
    <p:bg>
      <p:bgPr>
        <a:solidFill>
          <a:schemeClr val="bg1"/>
        </a:solidFill>
        <a:effectLst/>
      </p:bgPr>
    </p:bg>
    <p:spTree>
      <p:nvGrpSpPr>
        <p:cNvPr id="1" name=""/>
        <p:cNvGrpSpPr/>
        <p:nvPr/>
      </p:nvGrpSpPr>
      <p:grpSpPr>
        <a:xfrm>
          <a:off x="0" y="0"/>
          <a:ext cx="0" cy="0"/>
          <a:chOff x="0" y="0"/>
          <a:chExt cx="0" cy="0"/>
        </a:xfrm>
      </p:grpSpPr>
      <p:pic>
        <p:nvPicPr>
          <p:cNvPr id="12" name="Obraz 11"/>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893447" y="4838701"/>
            <a:ext cx="800100" cy="122537"/>
          </a:xfrm>
          <a:prstGeom prst="rect">
            <a:avLst/>
          </a:prstGeom>
        </p:spPr>
      </p:pic>
      <p:sp>
        <p:nvSpPr>
          <p:cNvPr id="14" name="Symbol zastępczy numeru slajdu 5"/>
          <p:cNvSpPr>
            <a:spLocks noGrp="1"/>
          </p:cNvSpPr>
          <p:nvPr>
            <p:ph type="sldNum" sz="quarter" idx="12"/>
          </p:nvPr>
        </p:nvSpPr>
        <p:spPr>
          <a:xfrm>
            <a:off x="457201" y="4767263"/>
            <a:ext cx="412749" cy="273843"/>
          </a:xfrm>
          <a:prstGeom prst="rect">
            <a:avLst/>
          </a:prstGeom>
          <a:noFill/>
        </p:spPr>
        <p:txBody>
          <a:bodyPr vert="horz" lIns="91440" tIns="45720" rIns="91440" bIns="45720" rtlCol="0" anchor="ctr"/>
          <a:lstStyle>
            <a:lvl1pPr>
              <a:defRPr lang="pl-PL" sz="1050" smtClean="0">
                <a:solidFill>
                  <a:schemeClr val="accent1"/>
                </a:solidFill>
              </a:defRPr>
            </a:lvl1pPr>
          </a:lstStyle>
          <a:p>
            <a:pPr algn="ctr"/>
            <a:fld id="{B398D967-AF51-1944-8D3F-4D6A679B2400}" type="slidenum">
              <a:rPr lang="pl-PL" smtClean="0"/>
              <a:pPr algn="ctr"/>
              <a:t>‹#›</a:t>
            </a:fld>
            <a:endParaRPr lang="pl-PL" dirty="0"/>
          </a:p>
        </p:txBody>
      </p:sp>
      <p:sp>
        <p:nvSpPr>
          <p:cNvPr id="17" name="Prostokąt 16"/>
          <p:cNvSpPr/>
          <p:nvPr userDrawn="1"/>
        </p:nvSpPr>
        <p:spPr>
          <a:xfrm flipV="1">
            <a:off x="0" y="807922"/>
            <a:ext cx="9144000" cy="45719"/>
          </a:xfrm>
          <a:prstGeom prst="rect">
            <a:avLst/>
          </a:prstGeom>
          <a:gradFill>
            <a:gsLst>
              <a:gs pos="0">
                <a:schemeClr val="tx2"/>
              </a:gs>
              <a:gs pos="100000">
                <a:schemeClr val="accent3"/>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algn="ctr" defTabSz="457189" rtl="0" eaLnBrk="1" latinLnBrk="0" hangingPunct="1"/>
            <a:endParaRPr lang="pl-PL" sz="1800" kern="1200">
              <a:solidFill>
                <a:schemeClr val="lt1"/>
              </a:solidFill>
              <a:latin typeface="+mn-lt"/>
              <a:ea typeface="+mn-ea"/>
              <a:cs typeface="+mn-cs"/>
            </a:endParaRPr>
          </a:p>
        </p:txBody>
      </p:sp>
      <p:sp>
        <p:nvSpPr>
          <p:cNvPr id="13" name="Symbol zastępczy tekstu 3"/>
          <p:cNvSpPr>
            <a:spLocks noGrp="1"/>
          </p:cNvSpPr>
          <p:nvPr>
            <p:ph type="body" sz="quarter" idx="27" hasCustomPrompt="1"/>
          </p:nvPr>
        </p:nvSpPr>
        <p:spPr>
          <a:xfrm>
            <a:off x="457201" y="853641"/>
            <a:ext cx="8235950" cy="3913622"/>
          </a:xfrm>
        </p:spPr>
        <p:txBody>
          <a:bodyPr/>
          <a:lstStyle>
            <a:lvl1pPr>
              <a:defRPr b="0"/>
            </a:lvl1pPr>
            <a:lvl4pPr>
              <a:defRPr/>
            </a:lvl4pPr>
            <a:lvl5pPr>
              <a:defRPr/>
            </a:lvl5pPr>
          </a:lstStyle>
          <a:p>
            <a:pPr lvl="0"/>
            <a:r>
              <a:rPr lang="pl-PL" dirty="0" err="1"/>
              <a:t>Click</a:t>
            </a:r>
            <a:r>
              <a:rPr lang="pl-PL" dirty="0"/>
              <a:t> to </a:t>
            </a:r>
            <a:r>
              <a:rPr lang="pl-PL" dirty="0" err="1"/>
              <a:t>edit</a:t>
            </a:r>
            <a:endParaRPr lang="pl-PL" dirty="0"/>
          </a:p>
          <a:p>
            <a:pPr lvl="1"/>
            <a:r>
              <a:rPr lang="pl-PL" dirty="0" err="1"/>
              <a:t>Second</a:t>
            </a:r>
            <a:r>
              <a:rPr lang="pl-PL" dirty="0"/>
              <a:t> </a:t>
            </a:r>
            <a:r>
              <a:rPr lang="pl-PL" dirty="0" err="1"/>
              <a:t>level</a:t>
            </a:r>
            <a:endParaRPr lang="pl-PL" dirty="0"/>
          </a:p>
          <a:p>
            <a:pPr lvl="2"/>
            <a:r>
              <a:rPr lang="pl-PL" dirty="0"/>
              <a:t>Third </a:t>
            </a:r>
            <a:r>
              <a:rPr lang="pl-PL" dirty="0" err="1"/>
              <a:t>level</a:t>
            </a:r>
            <a:endParaRPr lang="pl-PL" dirty="0"/>
          </a:p>
          <a:p>
            <a:pPr lvl="3"/>
            <a:r>
              <a:rPr lang="pl-PL" dirty="0" err="1"/>
              <a:t>Fourth</a:t>
            </a:r>
            <a:r>
              <a:rPr lang="pl-PL" dirty="0"/>
              <a:t> </a:t>
            </a:r>
            <a:r>
              <a:rPr lang="pl-PL" dirty="0" err="1"/>
              <a:t>level</a:t>
            </a:r>
            <a:endParaRPr lang="pl-PL" dirty="0"/>
          </a:p>
          <a:p>
            <a:pPr lvl="4"/>
            <a:r>
              <a:rPr lang="pl-PL" dirty="0" err="1"/>
              <a:t>Fifth</a:t>
            </a:r>
            <a:r>
              <a:rPr lang="pl-PL" dirty="0"/>
              <a:t> </a:t>
            </a:r>
            <a:r>
              <a:rPr lang="pl-PL" dirty="0" err="1"/>
              <a:t>level</a:t>
            </a:r>
            <a:endParaRPr lang="pl-PL" dirty="0"/>
          </a:p>
        </p:txBody>
      </p:sp>
      <p:sp>
        <p:nvSpPr>
          <p:cNvPr id="10" name="Tytuł 3"/>
          <p:cNvSpPr>
            <a:spLocks noGrp="1"/>
          </p:cNvSpPr>
          <p:nvPr>
            <p:ph type="title" hasCustomPrompt="1"/>
          </p:nvPr>
        </p:nvSpPr>
        <p:spPr>
          <a:xfrm>
            <a:off x="457200" y="117757"/>
            <a:ext cx="8229600" cy="684110"/>
          </a:xfrm>
        </p:spPr>
        <p:txBody>
          <a:bodyPr/>
          <a:lstStyle>
            <a:lvl1pPr algn="l">
              <a:defRPr/>
            </a:lvl1pPr>
          </a:lstStyle>
          <a:p>
            <a:r>
              <a:rPr lang="pl-PL" dirty="0"/>
              <a:t>INSERT </a:t>
            </a:r>
            <a:r>
              <a:rPr lang="pl-PL" dirty="0" err="1"/>
              <a:t>TITLE</a:t>
            </a:r>
            <a:endParaRPr lang="en-US" dirty="0"/>
          </a:p>
        </p:txBody>
      </p:sp>
    </p:spTree>
    <p:extLst>
      <p:ext uri="{BB962C8B-B14F-4D97-AF65-F5344CB8AC3E}">
        <p14:creationId xmlns:p14="http://schemas.microsoft.com/office/powerpoint/2010/main" val="383701658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3_Contents">
    <p:bg>
      <p:bgPr>
        <a:solidFill>
          <a:schemeClr val="bg1"/>
        </a:solidFill>
        <a:effectLst/>
      </p:bgPr>
    </p:bg>
    <p:spTree>
      <p:nvGrpSpPr>
        <p:cNvPr id="1" name=""/>
        <p:cNvGrpSpPr/>
        <p:nvPr/>
      </p:nvGrpSpPr>
      <p:grpSpPr>
        <a:xfrm>
          <a:off x="0" y="0"/>
          <a:ext cx="0" cy="0"/>
          <a:chOff x="0" y="0"/>
          <a:chExt cx="0" cy="0"/>
        </a:xfrm>
      </p:grpSpPr>
      <p:pic>
        <p:nvPicPr>
          <p:cNvPr id="12" name="Obraz 11"/>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893447" y="4838701"/>
            <a:ext cx="800100" cy="122537"/>
          </a:xfrm>
          <a:prstGeom prst="rect">
            <a:avLst/>
          </a:prstGeom>
        </p:spPr>
      </p:pic>
      <p:sp>
        <p:nvSpPr>
          <p:cNvPr id="14" name="Symbol zastępczy numeru slajdu 5"/>
          <p:cNvSpPr>
            <a:spLocks noGrp="1"/>
          </p:cNvSpPr>
          <p:nvPr>
            <p:ph type="sldNum" sz="quarter" idx="12"/>
          </p:nvPr>
        </p:nvSpPr>
        <p:spPr>
          <a:xfrm>
            <a:off x="457201" y="4767263"/>
            <a:ext cx="412749" cy="273843"/>
          </a:xfrm>
          <a:prstGeom prst="rect">
            <a:avLst/>
          </a:prstGeom>
          <a:noFill/>
        </p:spPr>
        <p:txBody>
          <a:bodyPr vert="horz" lIns="91440" tIns="45720" rIns="91440" bIns="45720" rtlCol="0" anchor="ctr"/>
          <a:lstStyle>
            <a:lvl1pPr>
              <a:defRPr lang="pl-PL" sz="1050" smtClean="0">
                <a:solidFill>
                  <a:schemeClr val="accent1"/>
                </a:solidFill>
              </a:defRPr>
            </a:lvl1pPr>
          </a:lstStyle>
          <a:p>
            <a:pPr algn="ctr"/>
            <a:fld id="{B398D967-AF51-1944-8D3F-4D6A679B2400}" type="slidenum">
              <a:rPr lang="pl-PL" smtClean="0"/>
              <a:pPr algn="ctr"/>
              <a:t>‹#›</a:t>
            </a:fld>
            <a:endParaRPr lang="pl-PL" dirty="0"/>
          </a:p>
        </p:txBody>
      </p:sp>
      <p:sp>
        <p:nvSpPr>
          <p:cNvPr id="17" name="Prostokąt 16"/>
          <p:cNvSpPr/>
          <p:nvPr userDrawn="1"/>
        </p:nvSpPr>
        <p:spPr>
          <a:xfrm flipV="1">
            <a:off x="0" y="807922"/>
            <a:ext cx="9144000" cy="45719"/>
          </a:xfrm>
          <a:prstGeom prst="rect">
            <a:avLst/>
          </a:prstGeom>
          <a:gradFill>
            <a:gsLst>
              <a:gs pos="0">
                <a:schemeClr val="tx2"/>
              </a:gs>
              <a:gs pos="100000">
                <a:schemeClr val="accent3"/>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algn="ctr" defTabSz="457189" rtl="0" eaLnBrk="1" latinLnBrk="0" hangingPunct="1"/>
            <a:endParaRPr lang="pl-PL" sz="1800" kern="1200">
              <a:solidFill>
                <a:schemeClr val="lt1"/>
              </a:solidFill>
              <a:latin typeface="+mn-lt"/>
              <a:ea typeface="+mn-ea"/>
              <a:cs typeface="+mn-cs"/>
            </a:endParaRPr>
          </a:p>
        </p:txBody>
      </p:sp>
      <p:sp>
        <p:nvSpPr>
          <p:cNvPr id="13" name="Symbol zastępczy tekstu 3"/>
          <p:cNvSpPr>
            <a:spLocks noGrp="1"/>
          </p:cNvSpPr>
          <p:nvPr>
            <p:ph type="body" sz="quarter" idx="27" hasCustomPrompt="1"/>
          </p:nvPr>
        </p:nvSpPr>
        <p:spPr>
          <a:xfrm>
            <a:off x="457201" y="853641"/>
            <a:ext cx="8235950" cy="3913622"/>
          </a:xfrm>
        </p:spPr>
        <p:txBody>
          <a:bodyPr/>
          <a:lstStyle>
            <a:lvl1pPr>
              <a:defRPr b="0"/>
            </a:lvl1pPr>
            <a:lvl4pPr>
              <a:defRPr/>
            </a:lvl4pPr>
            <a:lvl5pPr>
              <a:defRPr/>
            </a:lvl5pPr>
          </a:lstStyle>
          <a:p>
            <a:pPr lvl="0"/>
            <a:r>
              <a:rPr lang="pl-PL" dirty="0" err="1"/>
              <a:t>Click</a:t>
            </a:r>
            <a:r>
              <a:rPr lang="pl-PL" dirty="0"/>
              <a:t> to </a:t>
            </a:r>
            <a:r>
              <a:rPr lang="pl-PL" dirty="0" err="1"/>
              <a:t>edit</a:t>
            </a:r>
            <a:endParaRPr lang="pl-PL" dirty="0"/>
          </a:p>
          <a:p>
            <a:pPr lvl="1"/>
            <a:r>
              <a:rPr lang="pl-PL" dirty="0" err="1"/>
              <a:t>Second</a:t>
            </a:r>
            <a:r>
              <a:rPr lang="pl-PL" dirty="0"/>
              <a:t> </a:t>
            </a:r>
            <a:r>
              <a:rPr lang="pl-PL" dirty="0" err="1"/>
              <a:t>level</a:t>
            </a:r>
            <a:endParaRPr lang="pl-PL" dirty="0"/>
          </a:p>
          <a:p>
            <a:pPr lvl="2"/>
            <a:r>
              <a:rPr lang="pl-PL" dirty="0"/>
              <a:t>Third </a:t>
            </a:r>
            <a:r>
              <a:rPr lang="pl-PL" dirty="0" err="1"/>
              <a:t>level</a:t>
            </a:r>
            <a:endParaRPr lang="pl-PL" dirty="0"/>
          </a:p>
          <a:p>
            <a:pPr lvl="3"/>
            <a:r>
              <a:rPr lang="pl-PL" dirty="0" err="1"/>
              <a:t>Fourth</a:t>
            </a:r>
            <a:r>
              <a:rPr lang="pl-PL" dirty="0"/>
              <a:t> </a:t>
            </a:r>
            <a:r>
              <a:rPr lang="pl-PL" dirty="0" err="1"/>
              <a:t>level</a:t>
            </a:r>
            <a:endParaRPr lang="pl-PL" dirty="0"/>
          </a:p>
          <a:p>
            <a:pPr lvl="4"/>
            <a:r>
              <a:rPr lang="pl-PL" dirty="0" err="1"/>
              <a:t>Fifth</a:t>
            </a:r>
            <a:r>
              <a:rPr lang="pl-PL" dirty="0"/>
              <a:t> </a:t>
            </a:r>
            <a:r>
              <a:rPr lang="pl-PL" dirty="0" err="1"/>
              <a:t>level</a:t>
            </a:r>
            <a:endParaRPr lang="pl-PL" dirty="0"/>
          </a:p>
        </p:txBody>
      </p:sp>
      <p:sp>
        <p:nvSpPr>
          <p:cNvPr id="10" name="Tytuł 3"/>
          <p:cNvSpPr>
            <a:spLocks noGrp="1"/>
          </p:cNvSpPr>
          <p:nvPr>
            <p:ph type="title" hasCustomPrompt="1"/>
          </p:nvPr>
        </p:nvSpPr>
        <p:spPr>
          <a:xfrm>
            <a:off x="457200" y="117757"/>
            <a:ext cx="8229600" cy="684110"/>
          </a:xfrm>
        </p:spPr>
        <p:txBody>
          <a:bodyPr/>
          <a:lstStyle>
            <a:lvl1pPr algn="l">
              <a:defRPr/>
            </a:lvl1pPr>
          </a:lstStyle>
          <a:p>
            <a:r>
              <a:rPr lang="pl-PL" dirty="0"/>
              <a:t>INSERT </a:t>
            </a:r>
            <a:r>
              <a:rPr lang="pl-PL" dirty="0" err="1"/>
              <a:t>TITLE</a:t>
            </a:r>
            <a:endParaRPr lang="en-US" dirty="0"/>
          </a:p>
        </p:txBody>
      </p:sp>
    </p:spTree>
    <p:extLst>
      <p:ext uri="{BB962C8B-B14F-4D97-AF65-F5344CB8AC3E}">
        <p14:creationId xmlns:p14="http://schemas.microsoft.com/office/powerpoint/2010/main" val="64116843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4_Contents">
    <p:bg>
      <p:bgPr>
        <a:solidFill>
          <a:schemeClr val="bg1"/>
        </a:solidFill>
        <a:effectLst/>
      </p:bgPr>
    </p:bg>
    <p:spTree>
      <p:nvGrpSpPr>
        <p:cNvPr id="1" name=""/>
        <p:cNvGrpSpPr/>
        <p:nvPr/>
      </p:nvGrpSpPr>
      <p:grpSpPr>
        <a:xfrm>
          <a:off x="0" y="0"/>
          <a:ext cx="0" cy="0"/>
          <a:chOff x="0" y="0"/>
          <a:chExt cx="0" cy="0"/>
        </a:xfrm>
      </p:grpSpPr>
      <p:pic>
        <p:nvPicPr>
          <p:cNvPr id="12" name="Obraz 11"/>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893447" y="4838701"/>
            <a:ext cx="800100" cy="122537"/>
          </a:xfrm>
          <a:prstGeom prst="rect">
            <a:avLst/>
          </a:prstGeom>
        </p:spPr>
      </p:pic>
      <p:sp>
        <p:nvSpPr>
          <p:cNvPr id="14" name="Symbol zastępczy numeru slajdu 5"/>
          <p:cNvSpPr>
            <a:spLocks noGrp="1"/>
          </p:cNvSpPr>
          <p:nvPr>
            <p:ph type="sldNum" sz="quarter" idx="12"/>
          </p:nvPr>
        </p:nvSpPr>
        <p:spPr>
          <a:xfrm>
            <a:off x="457201" y="4767263"/>
            <a:ext cx="412749" cy="273843"/>
          </a:xfrm>
          <a:prstGeom prst="rect">
            <a:avLst/>
          </a:prstGeom>
          <a:noFill/>
        </p:spPr>
        <p:txBody>
          <a:bodyPr vert="horz" lIns="91440" tIns="45720" rIns="91440" bIns="45720" rtlCol="0" anchor="ctr"/>
          <a:lstStyle>
            <a:lvl1pPr>
              <a:defRPr lang="pl-PL" sz="1050" smtClean="0">
                <a:solidFill>
                  <a:schemeClr val="accent1"/>
                </a:solidFill>
              </a:defRPr>
            </a:lvl1pPr>
          </a:lstStyle>
          <a:p>
            <a:pPr algn="ctr"/>
            <a:fld id="{B398D967-AF51-1944-8D3F-4D6A679B2400}" type="slidenum">
              <a:rPr lang="pl-PL" smtClean="0"/>
              <a:pPr algn="ctr"/>
              <a:t>‹#›</a:t>
            </a:fld>
            <a:endParaRPr lang="pl-PL" dirty="0"/>
          </a:p>
        </p:txBody>
      </p:sp>
      <p:sp>
        <p:nvSpPr>
          <p:cNvPr id="17" name="Prostokąt 16"/>
          <p:cNvSpPr/>
          <p:nvPr userDrawn="1"/>
        </p:nvSpPr>
        <p:spPr>
          <a:xfrm flipV="1">
            <a:off x="0" y="807922"/>
            <a:ext cx="9144000" cy="45719"/>
          </a:xfrm>
          <a:prstGeom prst="rect">
            <a:avLst/>
          </a:prstGeom>
          <a:gradFill>
            <a:gsLst>
              <a:gs pos="0">
                <a:schemeClr val="tx2"/>
              </a:gs>
              <a:gs pos="100000">
                <a:schemeClr val="accent3"/>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algn="ctr" defTabSz="457189" rtl="0" eaLnBrk="1" latinLnBrk="0" hangingPunct="1"/>
            <a:endParaRPr lang="pl-PL" sz="1800" kern="1200">
              <a:solidFill>
                <a:schemeClr val="lt1"/>
              </a:solidFill>
              <a:latin typeface="+mn-lt"/>
              <a:ea typeface="+mn-ea"/>
              <a:cs typeface="+mn-cs"/>
            </a:endParaRPr>
          </a:p>
        </p:txBody>
      </p:sp>
      <p:sp>
        <p:nvSpPr>
          <p:cNvPr id="13" name="Symbol zastępczy tekstu 3"/>
          <p:cNvSpPr>
            <a:spLocks noGrp="1"/>
          </p:cNvSpPr>
          <p:nvPr>
            <p:ph type="body" sz="quarter" idx="27" hasCustomPrompt="1"/>
          </p:nvPr>
        </p:nvSpPr>
        <p:spPr>
          <a:xfrm>
            <a:off x="457201" y="853641"/>
            <a:ext cx="8235950" cy="3913622"/>
          </a:xfrm>
        </p:spPr>
        <p:txBody>
          <a:bodyPr/>
          <a:lstStyle>
            <a:lvl1pPr>
              <a:defRPr b="0"/>
            </a:lvl1pPr>
            <a:lvl4pPr>
              <a:defRPr/>
            </a:lvl4pPr>
            <a:lvl5pPr>
              <a:defRPr/>
            </a:lvl5pPr>
          </a:lstStyle>
          <a:p>
            <a:pPr lvl="0"/>
            <a:r>
              <a:rPr lang="pl-PL" dirty="0" err="1"/>
              <a:t>Click</a:t>
            </a:r>
            <a:r>
              <a:rPr lang="pl-PL" dirty="0"/>
              <a:t> to </a:t>
            </a:r>
            <a:r>
              <a:rPr lang="pl-PL" dirty="0" err="1"/>
              <a:t>edit</a:t>
            </a:r>
            <a:endParaRPr lang="pl-PL" dirty="0"/>
          </a:p>
          <a:p>
            <a:pPr lvl="1"/>
            <a:r>
              <a:rPr lang="pl-PL" dirty="0" err="1"/>
              <a:t>Second</a:t>
            </a:r>
            <a:r>
              <a:rPr lang="pl-PL" dirty="0"/>
              <a:t> </a:t>
            </a:r>
            <a:r>
              <a:rPr lang="pl-PL" dirty="0" err="1"/>
              <a:t>level</a:t>
            </a:r>
            <a:endParaRPr lang="pl-PL" dirty="0"/>
          </a:p>
          <a:p>
            <a:pPr lvl="2"/>
            <a:r>
              <a:rPr lang="pl-PL" dirty="0"/>
              <a:t>Third </a:t>
            </a:r>
            <a:r>
              <a:rPr lang="pl-PL" dirty="0" err="1"/>
              <a:t>level</a:t>
            </a:r>
            <a:endParaRPr lang="pl-PL" dirty="0"/>
          </a:p>
          <a:p>
            <a:pPr lvl="3"/>
            <a:r>
              <a:rPr lang="pl-PL" dirty="0" err="1"/>
              <a:t>Fourth</a:t>
            </a:r>
            <a:r>
              <a:rPr lang="pl-PL" dirty="0"/>
              <a:t> </a:t>
            </a:r>
            <a:r>
              <a:rPr lang="pl-PL" dirty="0" err="1"/>
              <a:t>level</a:t>
            </a:r>
            <a:endParaRPr lang="pl-PL" dirty="0"/>
          </a:p>
          <a:p>
            <a:pPr lvl="4"/>
            <a:r>
              <a:rPr lang="pl-PL" dirty="0" err="1"/>
              <a:t>Fifth</a:t>
            </a:r>
            <a:r>
              <a:rPr lang="pl-PL" dirty="0"/>
              <a:t> </a:t>
            </a:r>
            <a:r>
              <a:rPr lang="pl-PL" dirty="0" err="1"/>
              <a:t>level</a:t>
            </a:r>
            <a:endParaRPr lang="pl-PL" dirty="0"/>
          </a:p>
        </p:txBody>
      </p:sp>
      <p:sp>
        <p:nvSpPr>
          <p:cNvPr id="10" name="Tytuł 3"/>
          <p:cNvSpPr>
            <a:spLocks noGrp="1"/>
          </p:cNvSpPr>
          <p:nvPr>
            <p:ph type="title" hasCustomPrompt="1"/>
          </p:nvPr>
        </p:nvSpPr>
        <p:spPr>
          <a:xfrm>
            <a:off x="457200" y="117757"/>
            <a:ext cx="8229600" cy="684110"/>
          </a:xfrm>
        </p:spPr>
        <p:txBody>
          <a:bodyPr/>
          <a:lstStyle>
            <a:lvl1pPr algn="l">
              <a:defRPr/>
            </a:lvl1pPr>
          </a:lstStyle>
          <a:p>
            <a:r>
              <a:rPr lang="pl-PL" dirty="0"/>
              <a:t>INSERT </a:t>
            </a:r>
            <a:r>
              <a:rPr lang="pl-PL" dirty="0" err="1"/>
              <a:t>TITLE</a:t>
            </a:r>
            <a:endParaRPr lang="en-US" dirty="0"/>
          </a:p>
        </p:txBody>
      </p:sp>
    </p:spTree>
    <p:extLst>
      <p:ext uri="{BB962C8B-B14F-4D97-AF65-F5344CB8AC3E}">
        <p14:creationId xmlns:p14="http://schemas.microsoft.com/office/powerpoint/2010/main" val="87315467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59813652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1_Content - Title only Dark">
    <p:bg>
      <p:bgPr>
        <a:solidFill>
          <a:schemeClr val="accent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F331FD11-D4EB-F349-A244-1BC13AA5B98F}"/>
              </a:ext>
            </a:extLst>
          </p:cNvPr>
          <p:cNvSpPr>
            <a:spLocks noGrp="1"/>
          </p:cNvSpPr>
          <p:nvPr>
            <p:ph type="title" hasCustomPrompt="1"/>
          </p:nvPr>
        </p:nvSpPr>
        <p:spPr/>
        <p:txBody>
          <a:bodyPr lIns="0"/>
          <a:lstStyle>
            <a:lvl1pPr>
              <a:defRPr>
                <a:solidFill>
                  <a:schemeClr val="bg2"/>
                </a:solidFill>
                <a:latin typeface="Roboto" panose="02000000000000000000" pitchFamily="2" charset="0"/>
                <a:ea typeface="Roboto" panose="02000000000000000000" pitchFamily="2" charset="0"/>
              </a:defRPr>
            </a:lvl1pPr>
          </a:lstStyle>
          <a:p>
            <a:r>
              <a:rPr lang="pl-PL" dirty="0" err="1"/>
              <a:t>Click</a:t>
            </a:r>
            <a:r>
              <a:rPr lang="pl-PL" dirty="0"/>
              <a:t> to </a:t>
            </a:r>
            <a:r>
              <a:rPr lang="pl-PL" dirty="0" err="1"/>
              <a:t>edit</a:t>
            </a:r>
            <a:endParaRPr lang="pl-PL" dirty="0"/>
          </a:p>
        </p:txBody>
      </p:sp>
      <p:sp>
        <p:nvSpPr>
          <p:cNvPr id="3" name="Symbol zastępczy daty 2">
            <a:extLst>
              <a:ext uri="{FF2B5EF4-FFF2-40B4-BE49-F238E27FC236}">
                <a16:creationId xmlns:a16="http://schemas.microsoft.com/office/drawing/2014/main" id="{D3E005BF-7244-1D4A-BB97-C85F270F8250}"/>
              </a:ext>
            </a:extLst>
          </p:cNvPr>
          <p:cNvSpPr>
            <a:spLocks noGrp="1"/>
          </p:cNvSpPr>
          <p:nvPr>
            <p:ph type="dt" sz="half" idx="10"/>
          </p:nvPr>
        </p:nvSpPr>
        <p:spPr>
          <a:xfrm>
            <a:off x="5694759" y="4767263"/>
            <a:ext cx="1901428" cy="273844"/>
          </a:xfrm>
          <a:prstGeom prst="rect">
            <a:avLst/>
          </a:prstGeom>
        </p:spPr>
        <p:txBody>
          <a:bodyPr/>
          <a:lstStyle>
            <a:lvl1pPr>
              <a:defRPr>
                <a:solidFill>
                  <a:schemeClr val="bg2">
                    <a:alpha val="70000"/>
                  </a:schemeClr>
                </a:solidFill>
                <a:latin typeface="Roboto" panose="02000000000000000000" pitchFamily="2" charset="0"/>
                <a:ea typeface="Roboto" panose="02000000000000000000" pitchFamily="2" charset="0"/>
              </a:defRPr>
            </a:lvl1pPr>
          </a:lstStyle>
          <a:p>
            <a:fld id="{2DF0A7F1-8DDE-AB40-ABD1-86832C9EAD8A}" type="datetimeFigureOut">
              <a:rPr lang="pl-PL" smtClean="0"/>
              <a:pPr/>
              <a:t>13.10.2026</a:t>
            </a:fld>
            <a:endParaRPr lang="pl-PL" dirty="0"/>
          </a:p>
        </p:txBody>
      </p:sp>
      <p:sp>
        <p:nvSpPr>
          <p:cNvPr id="4" name="Symbol zastępczy stopki 3">
            <a:extLst>
              <a:ext uri="{FF2B5EF4-FFF2-40B4-BE49-F238E27FC236}">
                <a16:creationId xmlns:a16="http://schemas.microsoft.com/office/drawing/2014/main" id="{7CE38F39-D96F-364D-B193-56BBB633852A}"/>
              </a:ext>
            </a:extLst>
          </p:cNvPr>
          <p:cNvSpPr>
            <a:spLocks noGrp="1"/>
          </p:cNvSpPr>
          <p:nvPr>
            <p:ph type="ftr" sz="quarter" idx="11"/>
          </p:nvPr>
        </p:nvSpPr>
        <p:spPr>
          <a:xfrm>
            <a:off x="1029891" y="4767263"/>
            <a:ext cx="4492227" cy="273844"/>
          </a:xfrm>
          <a:prstGeom prst="rect">
            <a:avLst/>
          </a:prstGeom>
        </p:spPr>
        <p:txBody>
          <a:bodyPr/>
          <a:lstStyle>
            <a:lvl1pPr>
              <a:defRPr>
                <a:solidFill>
                  <a:schemeClr val="bg2">
                    <a:alpha val="70000"/>
                  </a:schemeClr>
                </a:solidFill>
                <a:latin typeface="Roboto" panose="02000000000000000000" pitchFamily="2" charset="0"/>
                <a:ea typeface="Roboto" panose="02000000000000000000" pitchFamily="2" charset="0"/>
              </a:defRPr>
            </a:lvl1pPr>
          </a:lstStyle>
          <a:p>
            <a:endParaRPr lang="pl-PL" dirty="0"/>
          </a:p>
        </p:txBody>
      </p:sp>
      <p:sp>
        <p:nvSpPr>
          <p:cNvPr id="5" name="Symbol zastępczy numeru slajdu 4">
            <a:extLst>
              <a:ext uri="{FF2B5EF4-FFF2-40B4-BE49-F238E27FC236}">
                <a16:creationId xmlns:a16="http://schemas.microsoft.com/office/drawing/2014/main" id="{B1042CF3-E3B6-1349-9AA2-C55AC9D9AA98}"/>
              </a:ext>
            </a:extLst>
          </p:cNvPr>
          <p:cNvSpPr>
            <a:spLocks noGrp="1"/>
          </p:cNvSpPr>
          <p:nvPr>
            <p:ph type="sldNum" sz="quarter" idx="12"/>
          </p:nvPr>
        </p:nvSpPr>
        <p:spPr>
          <a:xfrm>
            <a:off x="510780" y="4767263"/>
            <a:ext cx="432196" cy="273844"/>
          </a:xfrm>
          <a:prstGeom prst="rect">
            <a:avLst/>
          </a:prstGeom>
          <a:solidFill>
            <a:schemeClr val="accent2"/>
          </a:solidFill>
        </p:spPr>
        <p:txBody>
          <a:bodyPr/>
          <a:lstStyle>
            <a:lvl1pPr>
              <a:defRPr>
                <a:solidFill>
                  <a:schemeClr val="bg2">
                    <a:alpha val="70000"/>
                  </a:schemeClr>
                </a:solidFill>
                <a:latin typeface="Roboto" panose="02000000000000000000" pitchFamily="2" charset="0"/>
                <a:ea typeface="Roboto" panose="02000000000000000000" pitchFamily="2" charset="0"/>
              </a:defRPr>
            </a:lvl1pPr>
          </a:lstStyle>
          <a:p>
            <a:fld id="{82F84508-4418-4F44-8CB3-6C056C4313D3}" type="slidenum">
              <a:rPr lang="pl-PL" smtClean="0"/>
              <a:pPr/>
              <a:t>‹#›</a:t>
            </a:fld>
            <a:endParaRPr lang="pl-PL" dirty="0"/>
          </a:p>
        </p:txBody>
      </p:sp>
      <p:cxnSp>
        <p:nvCxnSpPr>
          <p:cNvPr id="7" name="Łącznik prosty 6">
            <a:extLst>
              <a:ext uri="{FF2B5EF4-FFF2-40B4-BE49-F238E27FC236}">
                <a16:creationId xmlns:a16="http://schemas.microsoft.com/office/drawing/2014/main" id="{BAFCE026-4EF2-3844-BB84-6450150A56FE}"/>
              </a:ext>
            </a:extLst>
          </p:cNvPr>
          <p:cNvCxnSpPr>
            <a:cxnSpLocks/>
          </p:cNvCxnSpPr>
          <p:nvPr userDrawn="1"/>
        </p:nvCxnSpPr>
        <p:spPr>
          <a:xfrm flipH="1">
            <a:off x="1" y="961913"/>
            <a:ext cx="1462087" cy="0"/>
          </a:xfrm>
          <a:prstGeom prst="line">
            <a:avLst/>
          </a:prstGeom>
          <a:ln w="25400">
            <a:gradFill>
              <a:gsLst>
                <a:gs pos="0">
                  <a:schemeClr val="accent1"/>
                </a:gs>
                <a:gs pos="100000">
                  <a:schemeClr val="accent2"/>
                </a:gs>
              </a:gsLst>
              <a:lin ang="0" scaled="0"/>
            </a:gradFill>
          </a:ln>
          <a:effectLst/>
        </p:spPr>
        <p:style>
          <a:lnRef idx="2">
            <a:schemeClr val="accent1"/>
          </a:lnRef>
          <a:fillRef idx="0">
            <a:schemeClr val="accent1"/>
          </a:fillRef>
          <a:effectRef idx="1">
            <a:schemeClr val="accent1"/>
          </a:effectRef>
          <a:fontRef idx="minor">
            <a:schemeClr val="tx1"/>
          </a:fontRef>
        </p:style>
      </p:cxnSp>
      <p:pic>
        <p:nvPicPr>
          <p:cNvPr id="8" name="Obraz 7">
            <a:extLst>
              <a:ext uri="{FF2B5EF4-FFF2-40B4-BE49-F238E27FC236}">
                <a16:creationId xmlns:a16="http://schemas.microsoft.com/office/drawing/2014/main" id="{D93689EB-A1D0-56FC-A166-ACA87690198A}"/>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924607" y="4789289"/>
            <a:ext cx="709613" cy="2297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69199314"/>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Content - Title only">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F331FD11-D4EB-F349-A244-1BC13AA5B98F}"/>
              </a:ext>
            </a:extLst>
          </p:cNvPr>
          <p:cNvSpPr>
            <a:spLocks noGrp="1"/>
          </p:cNvSpPr>
          <p:nvPr>
            <p:ph type="title" hasCustomPrompt="1"/>
          </p:nvPr>
        </p:nvSpPr>
        <p:spPr/>
        <p:txBody>
          <a:bodyPr lIns="0"/>
          <a:lstStyle>
            <a:lvl1pPr>
              <a:defRPr>
                <a:latin typeface="Roboto" panose="02000000000000000000" pitchFamily="2" charset="0"/>
                <a:ea typeface="Roboto" panose="02000000000000000000" pitchFamily="2" charset="0"/>
              </a:defRPr>
            </a:lvl1pPr>
          </a:lstStyle>
          <a:p>
            <a:r>
              <a:rPr lang="pl-PL" dirty="0" err="1"/>
              <a:t>Click</a:t>
            </a:r>
            <a:r>
              <a:rPr lang="pl-PL" dirty="0"/>
              <a:t> to </a:t>
            </a:r>
            <a:r>
              <a:rPr lang="pl-PL" dirty="0" err="1"/>
              <a:t>edit</a:t>
            </a:r>
            <a:endParaRPr lang="pl-PL" dirty="0"/>
          </a:p>
        </p:txBody>
      </p:sp>
      <p:sp>
        <p:nvSpPr>
          <p:cNvPr id="3" name="Symbol zastępczy daty 2">
            <a:extLst>
              <a:ext uri="{FF2B5EF4-FFF2-40B4-BE49-F238E27FC236}">
                <a16:creationId xmlns:a16="http://schemas.microsoft.com/office/drawing/2014/main" id="{D3E005BF-7244-1D4A-BB97-C85F270F8250}"/>
              </a:ext>
            </a:extLst>
          </p:cNvPr>
          <p:cNvSpPr>
            <a:spLocks noGrp="1"/>
          </p:cNvSpPr>
          <p:nvPr>
            <p:ph type="dt" sz="half" idx="10"/>
          </p:nvPr>
        </p:nvSpPr>
        <p:spPr>
          <a:xfrm>
            <a:off x="5694759" y="4767263"/>
            <a:ext cx="1901428" cy="273844"/>
          </a:xfrm>
          <a:prstGeom prst="rect">
            <a:avLst/>
          </a:prstGeom>
        </p:spPr>
        <p:txBody>
          <a:bodyPr/>
          <a:lstStyle>
            <a:lvl1pPr>
              <a:defRPr>
                <a:latin typeface="Roboto" panose="02000000000000000000" pitchFamily="2" charset="0"/>
                <a:ea typeface="Roboto" panose="02000000000000000000" pitchFamily="2" charset="0"/>
              </a:defRPr>
            </a:lvl1pPr>
          </a:lstStyle>
          <a:p>
            <a:fld id="{2DF0A7F1-8DDE-AB40-ABD1-86832C9EAD8A}" type="datetimeFigureOut">
              <a:rPr lang="pl-PL" smtClean="0"/>
              <a:pPr/>
              <a:t>13.10.2026</a:t>
            </a:fld>
            <a:endParaRPr lang="pl-PL" dirty="0"/>
          </a:p>
        </p:txBody>
      </p:sp>
      <p:sp>
        <p:nvSpPr>
          <p:cNvPr id="4" name="Symbol zastępczy stopki 3">
            <a:extLst>
              <a:ext uri="{FF2B5EF4-FFF2-40B4-BE49-F238E27FC236}">
                <a16:creationId xmlns:a16="http://schemas.microsoft.com/office/drawing/2014/main" id="{7CE38F39-D96F-364D-B193-56BBB633852A}"/>
              </a:ext>
            </a:extLst>
          </p:cNvPr>
          <p:cNvSpPr>
            <a:spLocks noGrp="1"/>
          </p:cNvSpPr>
          <p:nvPr>
            <p:ph type="ftr" sz="quarter" idx="11"/>
          </p:nvPr>
        </p:nvSpPr>
        <p:spPr>
          <a:xfrm>
            <a:off x="1029891" y="4767263"/>
            <a:ext cx="4492227" cy="273844"/>
          </a:xfrm>
          <a:prstGeom prst="rect">
            <a:avLst/>
          </a:prstGeom>
        </p:spPr>
        <p:txBody>
          <a:bodyPr/>
          <a:lstStyle>
            <a:lvl1pPr>
              <a:defRPr>
                <a:latin typeface="Roboto" panose="02000000000000000000" pitchFamily="2" charset="0"/>
                <a:ea typeface="Roboto" panose="02000000000000000000" pitchFamily="2" charset="0"/>
              </a:defRPr>
            </a:lvl1pPr>
          </a:lstStyle>
          <a:p>
            <a:endParaRPr lang="pl-PL" dirty="0"/>
          </a:p>
        </p:txBody>
      </p:sp>
      <p:sp>
        <p:nvSpPr>
          <p:cNvPr id="5" name="Symbol zastępczy numeru slajdu 4">
            <a:extLst>
              <a:ext uri="{FF2B5EF4-FFF2-40B4-BE49-F238E27FC236}">
                <a16:creationId xmlns:a16="http://schemas.microsoft.com/office/drawing/2014/main" id="{B1042CF3-E3B6-1349-9AA2-C55AC9D9AA98}"/>
              </a:ext>
            </a:extLst>
          </p:cNvPr>
          <p:cNvSpPr>
            <a:spLocks noGrp="1"/>
          </p:cNvSpPr>
          <p:nvPr>
            <p:ph type="sldNum" sz="quarter" idx="12"/>
          </p:nvPr>
        </p:nvSpPr>
        <p:spPr>
          <a:xfrm>
            <a:off x="510780" y="4767263"/>
            <a:ext cx="432196" cy="273844"/>
          </a:xfrm>
          <a:prstGeom prst="rect">
            <a:avLst/>
          </a:prstGeom>
        </p:spPr>
        <p:txBody>
          <a:bodyPr/>
          <a:lstStyle>
            <a:lvl1pPr>
              <a:defRPr>
                <a:latin typeface="Roboto" panose="02000000000000000000" pitchFamily="2" charset="0"/>
                <a:ea typeface="Roboto" panose="02000000000000000000" pitchFamily="2" charset="0"/>
              </a:defRPr>
            </a:lvl1pPr>
          </a:lstStyle>
          <a:p>
            <a:fld id="{82F84508-4418-4F44-8CB3-6C056C4313D3}" type="slidenum">
              <a:rPr lang="pl-PL" smtClean="0"/>
              <a:pPr/>
              <a:t>‹#›</a:t>
            </a:fld>
            <a:endParaRPr lang="pl-PL" dirty="0"/>
          </a:p>
        </p:txBody>
      </p:sp>
      <p:cxnSp>
        <p:nvCxnSpPr>
          <p:cNvPr id="6" name="Łącznik prosty 5">
            <a:extLst>
              <a:ext uri="{FF2B5EF4-FFF2-40B4-BE49-F238E27FC236}">
                <a16:creationId xmlns:a16="http://schemas.microsoft.com/office/drawing/2014/main" id="{F2CD0853-6B39-4D2D-B5C0-794B753D2D23}"/>
              </a:ext>
            </a:extLst>
          </p:cNvPr>
          <p:cNvCxnSpPr>
            <a:cxnSpLocks/>
          </p:cNvCxnSpPr>
          <p:nvPr userDrawn="1"/>
        </p:nvCxnSpPr>
        <p:spPr>
          <a:xfrm flipH="1">
            <a:off x="1" y="961913"/>
            <a:ext cx="1462087" cy="0"/>
          </a:xfrm>
          <a:prstGeom prst="line">
            <a:avLst/>
          </a:prstGeom>
          <a:ln w="25400">
            <a:gradFill>
              <a:gsLst>
                <a:gs pos="0">
                  <a:schemeClr val="accent1"/>
                </a:gs>
                <a:gs pos="100000">
                  <a:schemeClr val="accent2"/>
                </a:gs>
              </a:gsLst>
              <a:lin ang="0" scaled="0"/>
            </a:gra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0460586"/>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userDrawn="1">
  <p:cSld name="Content - Two Columns">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F331FD11-D4EB-F349-A244-1BC13AA5B98F}"/>
              </a:ext>
            </a:extLst>
          </p:cNvPr>
          <p:cNvSpPr>
            <a:spLocks noGrp="1"/>
          </p:cNvSpPr>
          <p:nvPr>
            <p:ph type="title" hasCustomPrompt="1"/>
          </p:nvPr>
        </p:nvSpPr>
        <p:spPr/>
        <p:txBody>
          <a:bodyPr lIns="0"/>
          <a:lstStyle>
            <a:lvl1pPr>
              <a:defRPr>
                <a:latin typeface="Roboto" panose="02000000000000000000" pitchFamily="2" charset="0"/>
                <a:ea typeface="Roboto" panose="02000000000000000000" pitchFamily="2" charset="0"/>
              </a:defRPr>
            </a:lvl1pPr>
          </a:lstStyle>
          <a:p>
            <a:r>
              <a:rPr lang="pl-PL" dirty="0" err="1"/>
              <a:t>Click</a:t>
            </a:r>
            <a:r>
              <a:rPr lang="pl-PL" dirty="0"/>
              <a:t> to </a:t>
            </a:r>
            <a:r>
              <a:rPr lang="pl-PL" dirty="0" err="1"/>
              <a:t>edit</a:t>
            </a:r>
            <a:endParaRPr lang="pl-PL" dirty="0"/>
          </a:p>
        </p:txBody>
      </p:sp>
      <p:sp>
        <p:nvSpPr>
          <p:cNvPr id="3" name="Symbol zastępczy daty 2">
            <a:extLst>
              <a:ext uri="{FF2B5EF4-FFF2-40B4-BE49-F238E27FC236}">
                <a16:creationId xmlns:a16="http://schemas.microsoft.com/office/drawing/2014/main" id="{D3E005BF-7244-1D4A-BB97-C85F270F8250}"/>
              </a:ext>
            </a:extLst>
          </p:cNvPr>
          <p:cNvSpPr>
            <a:spLocks noGrp="1"/>
          </p:cNvSpPr>
          <p:nvPr>
            <p:ph type="dt" sz="half" idx="10"/>
          </p:nvPr>
        </p:nvSpPr>
        <p:spPr>
          <a:xfrm>
            <a:off x="5694759" y="4767263"/>
            <a:ext cx="1901428" cy="273844"/>
          </a:xfrm>
          <a:prstGeom prst="rect">
            <a:avLst/>
          </a:prstGeom>
        </p:spPr>
        <p:txBody>
          <a:bodyPr/>
          <a:lstStyle>
            <a:lvl1pPr>
              <a:defRPr>
                <a:latin typeface="Roboto" panose="02000000000000000000" pitchFamily="2" charset="0"/>
                <a:ea typeface="Roboto" panose="02000000000000000000" pitchFamily="2" charset="0"/>
              </a:defRPr>
            </a:lvl1pPr>
          </a:lstStyle>
          <a:p>
            <a:fld id="{2DF0A7F1-8DDE-AB40-ABD1-86832C9EAD8A}" type="datetimeFigureOut">
              <a:rPr lang="pl-PL" smtClean="0"/>
              <a:pPr/>
              <a:t>13.10.2026</a:t>
            </a:fld>
            <a:endParaRPr lang="pl-PL" dirty="0"/>
          </a:p>
        </p:txBody>
      </p:sp>
      <p:sp>
        <p:nvSpPr>
          <p:cNvPr id="4" name="Symbol zastępczy stopki 3">
            <a:extLst>
              <a:ext uri="{FF2B5EF4-FFF2-40B4-BE49-F238E27FC236}">
                <a16:creationId xmlns:a16="http://schemas.microsoft.com/office/drawing/2014/main" id="{7CE38F39-D96F-364D-B193-56BBB633852A}"/>
              </a:ext>
            </a:extLst>
          </p:cNvPr>
          <p:cNvSpPr>
            <a:spLocks noGrp="1"/>
          </p:cNvSpPr>
          <p:nvPr>
            <p:ph type="ftr" sz="quarter" idx="11"/>
          </p:nvPr>
        </p:nvSpPr>
        <p:spPr>
          <a:xfrm>
            <a:off x="1029891" y="4767263"/>
            <a:ext cx="4492227" cy="273844"/>
          </a:xfrm>
          <a:prstGeom prst="rect">
            <a:avLst/>
          </a:prstGeom>
        </p:spPr>
        <p:txBody>
          <a:bodyPr/>
          <a:lstStyle>
            <a:lvl1pPr>
              <a:defRPr>
                <a:latin typeface="Roboto" panose="02000000000000000000" pitchFamily="2" charset="0"/>
                <a:ea typeface="Roboto" panose="02000000000000000000" pitchFamily="2" charset="0"/>
              </a:defRPr>
            </a:lvl1pPr>
          </a:lstStyle>
          <a:p>
            <a:endParaRPr lang="pl-PL" dirty="0"/>
          </a:p>
        </p:txBody>
      </p:sp>
      <p:sp>
        <p:nvSpPr>
          <p:cNvPr id="5" name="Symbol zastępczy numeru slajdu 4">
            <a:extLst>
              <a:ext uri="{FF2B5EF4-FFF2-40B4-BE49-F238E27FC236}">
                <a16:creationId xmlns:a16="http://schemas.microsoft.com/office/drawing/2014/main" id="{B1042CF3-E3B6-1349-9AA2-C55AC9D9AA98}"/>
              </a:ext>
            </a:extLst>
          </p:cNvPr>
          <p:cNvSpPr>
            <a:spLocks noGrp="1"/>
          </p:cNvSpPr>
          <p:nvPr>
            <p:ph type="sldNum" sz="quarter" idx="12"/>
          </p:nvPr>
        </p:nvSpPr>
        <p:spPr>
          <a:xfrm>
            <a:off x="510780" y="4767263"/>
            <a:ext cx="432196" cy="273844"/>
          </a:xfrm>
          <a:prstGeom prst="rect">
            <a:avLst/>
          </a:prstGeom>
        </p:spPr>
        <p:txBody>
          <a:bodyPr/>
          <a:lstStyle>
            <a:lvl1pPr>
              <a:defRPr>
                <a:latin typeface="Roboto" panose="02000000000000000000" pitchFamily="2" charset="0"/>
                <a:ea typeface="Roboto" panose="02000000000000000000" pitchFamily="2" charset="0"/>
              </a:defRPr>
            </a:lvl1pPr>
          </a:lstStyle>
          <a:p>
            <a:fld id="{82F84508-4418-4F44-8CB3-6C056C4313D3}" type="slidenum">
              <a:rPr lang="pl-PL" smtClean="0"/>
              <a:pPr/>
              <a:t>‹#›</a:t>
            </a:fld>
            <a:endParaRPr lang="pl-PL" dirty="0"/>
          </a:p>
        </p:txBody>
      </p:sp>
      <p:sp>
        <p:nvSpPr>
          <p:cNvPr id="6" name="Content Placeholder 2">
            <a:extLst>
              <a:ext uri="{FF2B5EF4-FFF2-40B4-BE49-F238E27FC236}">
                <a16:creationId xmlns:a16="http://schemas.microsoft.com/office/drawing/2014/main" id="{960C15C8-E7C2-2947-964A-78AEBFC027D7}"/>
              </a:ext>
            </a:extLst>
          </p:cNvPr>
          <p:cNvSpPr>
            <a:spLocks noGrp="1"/>
          </p:cNvSpPr>
          <p:nvPr>
            <p:ph idx="1" hasCustomPrompt="1"/>
          </p:nvPr>
        </p:nvSpPr>
        <p:spPr>
          <a:xfrm>
            <a:off x="510779" y="1113588"/>
            <a:ext cx="3974306" cy="3456384"/>
          </a:xfrm>
        </p:spPr>
        <p:txBody>
          <a:bodyPr vert="horz" lIns="0" tIns="45720" rIns="0" bIns="45720" rtlCol="0">
            <a:normAutofit/>
          </a:bodyPr>
          <a:lstStyle>
            <a:lvl1pPr>
              <a:defRPr lang="pl-PL" dirty="0"/>
            </a:lvl1pPr>
          </a:lstStyle>
          <a:p>
            <a:pPr lvl="0"/>
            <a:r>
              <a:rPr lang="pl-PL" dirty="0" err="1"/>
              <a:t>Click</a:t>
            </a:r>
            <a:r>
              <a:rPr lang="pl-PL" dirty="0"/>
              <a:t> to </a:t>
            </a:r>
            <a:r>
              <a:rPr lang="pl-PL" dirty="0" err="1"/>
              <a:t>edit</a:t>
            </a:r>
            <a:endParaRPr lang="pl-PL" dirty="0"/>
          </a:p>
        </p:txBody>
      </p:sp>
      <p:cxnSp>
        <p:nvCxnSpPr>
          <p:cNvPr id="7" name="Łącznik prosty 6">
            <a:extLst>
              <a:ext uri="{FF2B5EF4-FFF2-40B4-BE49-F238E27FC236}">
                <a16:creationId xmlns:a16="http://schemas.microsoft.com/office/drawing/2014/main" id="{BAFCE026-4EF2-3844-BB84-6450150A56FE}"/>
              </a:ext>
            </a:extLst>
          </p:cNvPr>
          <p:cNvCxnSpPr>
            <a:cxnSpLocks/>
          </p:cNvCxnSpPr>
          <p:nvPr userDrawn="1"/>
        </p:nvCxnSpPr>
        <p:spPr>
          <a:xfrm flipH="1">
            <a:off x="1" y="961913"/>
            <a:ext cx="1462087" cy="0"/>
          </a:xfrm>
          <a:prstGeom prst="line">
            <a:avLst/>
          </a:prstGeom>
          <a:ln w="25400">
            <a:gradFill>
              <a:gsLst>
                <a:gs pos="0">
                  <a:schemeClr val="accent1"/>
                </a:gs>
                <a:gs pos="100000">
                  <a:schemeClr val="accent2"/>
                </a:gs>
              </a:gsLst>
              <a:lin ang="0" scaled="0"/>
            </a:gradFill>
          </a:ln>
          <a:effectLst/>
        </p:spPr>
        <p:style>
          <a:lnRef idx="2">
            <a:schemeClr val="accent1"/>
          </a:lnRef>
          <a:fillRef idx="0">
            <a:schemeClr val="accent1"/>
          </a:fillRef>
          <a:effectRef idx="1">
            <a:schemeClr val="accent1"/>
          </a:effectRef>
          <a:fontRef idx="minor">
            <a:schemeClr val="tx1"/>
          </a:fontRef>
        </p:style>
      </p:cxnSp>
      <p:sp>
        <p:nvSpPr>
          <p:cNvPr id="8" name="Content Placeholder 2">
            <a:extLst>
              <a:ext uri="{FF2B5EF4-FFF2-40B4-BE49-F238E27FC236}">
                <a16:creationId xmlns:a16="http://schemas.microsoft.com/office/drawing/2014/main" id="{3738BB78-ECD9-493D-A3D0-C1B8F90CD26D}"/>
              </a:ext>
            </a:extLst>
          </p:cNvPr>
          <p:cNvSpPr>
            <a:spLocks noGrp="1"/>
          </p:cNvSpPr>
          <p:nvPr>
            <p:ph idx="13" hasCustomPrompt="1"/>
          </p:nvPr>
        </p:nvSpPr>
        <p:spPr>
          <a:xfrm>
            <a:off x="4658917" y="1118893"/>
            <a:ext cx="3974306" cy="3456384"/>
          </a:xfrm>
        </p:spPr>
        <p:txBody>
          <a:bodyPr vert="horz" lIns="0" tIns="45720" rIns="0" bIns="45720" rtlCol="0">
            <a:normAutofit/>
          </a:bodyPr>
          <a:lstStyle>
            <a:lvl1pPr>
              <a:defRPr lang="pl-PL" dirty="0"/>
            </a:lvl1pPr>
          </a:lstStyle>
          <a:p>
            <a:pPr lvl="0"/>
            <a:r>
              <a:rPr lang="pl-PL" dirty="0" err="1"/>
              <a:t>Click</a:t>
            </a:r>
            <a:r>
              <a:rPr lang="pl-PL" dirty="0"/>
              <a:t> to </a:t>
            </a:r>
            <a:r>
              <a:rPr lang="pl-PL" dirty="0" err="1"/>
              <a:t>edit</a:t>
            </a:r>
            <a:endParaRPr lang="pl-PL" dirty="0"/>
          </a:p>
        </p:txBody>
      </p:sp>
    </p:spTree>
    <p:extLst>
      <p:ext uri="{BB962C8B-B14F-4D97-AF65-F5344CB8AC3E}">
        <p14:creationId xmlns:p14="http://schemas.microsoft.com/office/powerpoint/2010/main" val="147761471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slideLayout" Target="../slideLayouts/slideLayout63.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Symbol zastępczy tytułu 1"/>
          <p:cNvSpPr>
            <a:spLocks noGrp="1"/>
          </p:cNvSpPr>
          <p:nvPr>
            <p:ph type="title"/>
          </p:nvPr>
        </p:nvSpPr>
        <p:spPr bwMode="auto">
          <a:xfrm>
            <a:off x="457200" y="206375"/>
            <a:ext cx="82296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pl-PL" altLang="pl-PL"/>
              <a:t>INSERT TITLE</a:t>
            </a:r>
          </a:p>
        </p:txBody>
      </p:sp>
      <p:sp>
        <p:nvSpPr>
          <p:cNvPr id="1027" name="Symbol zastępczy tekstu 2"/>
          <p:cNvSpPr>
            <a:spLocks noGrp="1"/>
          </p:cNvSpPr>
          <p:nvPr>
            <p:ph type="body" idx="1"/>
          </p:nvPr>
        </p:nvSpPr>
        <p:spPr bwMode="auto">
          <a:xfrm>
            <a:off x="457200" y="1200150"/>
            <a:ext cx="8229600" cy="339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pl-PL" altLang="pl-PL"/>
              <a:t>Click to edit</a:t>
            </a:r>
          </a:p>
          <a:p>
            <a:pPr lvl="1"/>
            <a:r>
              <a:rPr lang="pl-PL" altLang="pl-PL"/>
              <a:t>Second level</a:t>
            </a:r>
          </a:p>
          <a:p>
            <a:pPr lvl="2"/>
            <a:r>
              <a:rPr lang="pl-PL" altLang="pl-PL"/>
              <a:t>Third level</a:t>
            </a:r>
          </a:p>
          <a:p>
            <a:pPr lvl="3"/>
            <a:r>
              <a:rPr lang="pl-PL" altLang="pl-PL"/>
              <a:t>Fourth level</a:t>
            </a:r>
          </a:p>
          <a:p>
            <a:pPr lvl="4"/>
            <a:r>
              <a:rPr lang="pl-PL" altLang="pl-PL"/>
              <a:t>Fifth level</a:t>
            </a:r>
          </a:p>
        </p:txBody>
      </p:sp>
      <p:sp>
        <p:nvSpPr>
          <p:cNvPr id="7" name="Symbol zastępczy stopki 4"/>
          <p:cNvSpPr>
            <a:spLocks noGrp="1"/>
          </p:cNvSpPr>
          <p:nvPr>
            <p:ph type="ftr" sz="quarter" idx="3"/>
          </p:nvPr>
        </p:nvSpPr>
        <p:spPr>
          <a:xfrm>
            <a:off x="1676400" y="4767263"/>
            <a:ext cx="5118100" cy="274637"/>
          </a:xfrm>
          <a:prstGeom prst="rect">
            <a:avLst/>
          </a:prstGeom>
        </p:spPr>
        <p:txBody>
          <a:bodyPr/>
          <a:lstStyle>
            <a:lvl1pPr algn="l" eaLnBrk="1" fontAlgn="auto" hangingPunct="1">
              <a:spcBef>
                <a:spcPts val="0"/>
              </a:spcBef>
              <a:spcAft>
                <a:spcPts val="0"/>
              </a:spcAft>
              <a:defRPr sz="1050">
                <a:latin typeface="+mn-lt"/>
              </a:defRPr>
            </a:lvl1pPr>
          </a:lstStyle>
          <a:p>
            <a:pPr>
              <a:defRPr/>
            </a:pPr>
            <a:r>
              <a:rPr lang="pl-PL">
                <a:solidFill>
                  <a:srgbClr val="26437E"/>
                </a:solidFill>
              </a:rPr>
              <a:t>Footer</a:t>
            </a:r>
          </a:p>
        </p:txBody>
      </p:sp>
      <p:sp>
        <p:nvSpPr>
          <p:cNvPr id="9" name="Symbol zastępczy numeru slajdu 5"/>
          <p:cNvSpPr>
            <a:spLocks noGrp="1"/>
          </p:cNvSpPr>
          <p:nvPr>
            <p:ph type="sldNum" sz="quarter" idx="4"/>
          </p:nvPr>
        </p:nvSpPr>
        <p:spPr>
          <a:xfrm>
            <a:off x="8274050" y="4822825"/>
            <a:ext cx="412750" cy="196850"/>
          </a:xfrm>
          <a:prstGeom prst="rect">
            <a:avLst/>
          </a:prstGeom>
          <a:solidFill>
            <a:schemeClr val="accent3"/>
          </a:solidFill>
        </p:spPr>
        <p:txBody>
          <a:bodyPr vert="horz" wrap="square" lIns="91440" tIns="45720" rIns="91440" bIns="45720" numCol="1" anchor="ctr" anchorCtr="0" compatLnSpc="1">
            <a:prstTxWarp prst="textNoShape">
              <a:avLst/>
            </a:prstTxWarp>
          </a:bodyPr>
          <a:lstStyle>
            <a:lvl1pPr algn="ctr" eaLnBrk="1" hangingPunct="1">
              <a:defRPr sz="1000">
                <a:solidFill>
                  <a:srgbClr val="FFFFFF"/>
                </a:solidFill>
              </a:defRPr>
            </a:lvl1pPr>
          </a:lstStyle>
          <a:p>
            <a:pPr fontAlgn="base">
              <a:spcBef>
                <a:spcPct val="0"/>
              </a:spcBef>
              <a:spcAft>
                <a:spcPct val="0"/>
              </a:spcAft>
            </a:pPr>
            <a:fld id="{37B0E7E1-F076-4472-819B-5726747B0BBB}" type="slidenum">
              <a:rPr lang="pl-PL" altLang="pl-PL" smtClean="0"/>
              <a:pPr fontAlgn="base">
                <a:spcBef>
                  <a:spcPct val="0"/>
                </a:spcBef>
                <a:spcAft>
                  <a:spcPct val="0"/>
                </a:spcAft>
              </a:pPr>
              <a:t>‹#›</a:t>
            </a:fld>
            <a:endParaRPr lang="pl-PL" altLang="pl-PL"/>
          </a:p>
        </p:txBody>
      </p:sp>
    </p:spTree>
    <p:extLst>
      <p:ext uri="{BB962C8B-B14F-4D97-AF65-F5344CB8AC3E}">
        <p14:creationId xmlns:p14="http://schemas.microsoft.com/office/powerpoint/2010/main" val="2278083978"/>
      </p:ext>
    </p:extLst>
  </p:cSld>
  <p:clrMap bg1="lt1" tx1="dk1" bg2="lt2" tx2="dk2" accent1="accent1" accent2="accent2" accent3="accent3" accent4="accent4" accent5="accent5" accent6="accent6" hlink="hlink" folHlink="folHlink"/>
  <p:sldLayoutIdLst>
    <p:sldLayoutId id="2147483861" r:id="rId1"/>
    <p:sldLayoutId id="2147483862" r:id="rId2"/>
    <p:sldLayoutId id="2147483863" r:id="rId3"/>
    <p:sldLayoutId id="2147483864" r:id="rId4"/>
    <p:sldLayoutId id="2147483865" r:id="rId5"/>
    <p:sldLayoutId id="2147483866" r:id="rId6"/>
    <p:sldLayoutId id="2147483867" r:id="rId7"/>
    <p:sldLayoutId id="2147483868" r:id="rId8"/>
    <p:sldLayoutId id="2147483869" r:id="rId9"/>
    <p:sldLayoutId id="2147483870" r:id="rId10"/>
    <p:sldLayoutId id="2147483871" r:id="rId11"/>
    <p:sldLayoutId id="2147483872" r:id="rId12"/>
    <p:sldLayoutId id="2147483873" r:id="rId13"/>
    <p:sldLayoutId id="2147483874" r:id="rId14"/>
    <p:sldLayoutId id="2147483875" r:id="rId15"/>
    <p:sldLayoutId id="2147483876" r:id="rId16"/>
    <p:sldLayoutId id="2147483877" r:id="rId17"/>
    <p:sldLayoutId id="2147483878" r:id="rId18"/>
    <p:sldLayoutId id="2147483879" r:id="rId19"/>
    <p:sldLayoutId id="2147483880" r:id="rId20"/>
    <p:sldLayoutId id="2147483881" r:id="rId21"/>
    <p:sldLayoutId id="2147483882" r:id="rId22"/>
    <p:sldLayoutId id="2147483883" r:id="rId23"/>
    <p:sldLayoutId id="2147483884" r:id="rId24"/>
    <p:sldLayoutId id="2147483885" r:id="rId25"/>
    <p:sldLayoutId id="2147483886" r:id="rId26"/>
    <p:sldLayoutId id="2147483887" r:id="rId27"/>
    <p:sldLayoutId id="2147483888" r:id="rId28"/>
    <p:sldLayoutId id="2147483889" r:id="rId29"/>
    <p:sldLayoutId id="2147483890" r:id="rId30"/>
    <p:sldLayoutId id="2147483891" r:id="rId31"/>
    <p:sldLayoutId id="2147483892" r:id="rId32"/>
    <p:sldLayoutId id="2147483893" r:id="rId33"/>
    <p:sldLayoutId id="2147483894" r:id="rId34"/>
    <p:sldLayoutId id="2147483895" r:id="rId35"/>
    <p:sldLayoutId id="2147483896" r:id="rId36"/>
    <p:sldLayoutId id="2147483897" r:id="rId37"/>
    <p:sldLayoutId id="2147483898" r:id="rId38"/>
    <p:sldLayoutId id="2147483899" r:id="rId39"/>
    <p:sldLayoutId id="2147483900" r:id="rId40"/>
    <p:sldLayoutId id="2147483901" r:id="rId41"/>
    <p:sldLayoutId id="2147483902" r:id="rId42"/>
    <p:sldLayoutId id="2147483903" r:id="rId43"/>
    <p:sldLayoutId id="2147483904" r:id="rId44"/>
    <p:sldLayoutId id="2147483905" r:id="rId45"/>
    <p:sldLayoutId id="2147483906" r:id="rId46"/>
    <p:sldLayoutId id="2147483907" r:id="rId47"/>
    <p:sldLayoutId id="2147483908" r:id="rId48"/>
    <p:sldLayoutId id="2147483909" r:id="rId49"/>
    <p:sldLayoutId id="2147483910" r:id="rId50"/>
    <p:sldLayoutId id="2147483911" r:id="rId51"/>
    <p:sldLayoutId id="2147483912" r:id="rId52"/>
    <p:sldLayoutId id="2147483913" r:id="rId53"/>
    <p:sldLayoutId id="2147483914" r:id="rId54"/>
    <p:sldLayoutId id="2147483915" r:id="rId55"/>
    <p:sldLayoutId id="2147483916" r:id="rId56"/>
    <p:sldLayoutId id="2147483917" r:id="rId57"/>
    <p:sldLayoutId id="2147483918" r:id="rId58"/>
    <p:sldLayoutId id="2147483919" r:id="rId59"/>
    <p:sldLayoutId id="2147483920" r:id="rId60"/>
    <p:sldLayoutId id="2147483921" r:id="rId61"/>
    <p:sldLayoutId id="2147483922" r:id="rId62"/>
    <p:sldLayoutId id="2147483923" r:id="rId63"/>
  </p:sldLayoutIdLst>
  <p:txStyles>
    <p:titleStyle>
      <a:lvl1pPr algn="ctr" defTabSz="457200" rtl="0" eaLnBrk="0" fontAlgn="base" hangingPunct="0">
        <a:spcBef>
          <a:spcPct val="0"/>
        </a:spcBef>
        <a:spcAft>
          <a:spcPct val="0"/>
        </a:spcAft>
        <a:defRPr lang="pl-PL" sz="2000" b="1" kern="1200" dirty="0">
          <a:solidFill>
            <a:schemeClr val="tx1"/>
          </a:solidFill>
          <a:latin typeface="+mj-lt"/>
          <a:ea typeface="+mj-ea"/>
          <a:cs typeface="+mj-cs"/>
        </a:defRPr>
      </a:lvl1pPr>
      <a:lvl2pPr algn="ctr" defTabSz="457200" rtl="0" eaLnBrk="0" fontAlgn="base" hangingPunct="0">
        <a:spcBef>
          <a:spcPct val="0"/>
        </a:spcBef>
        <a:spcAft>
          <a:spcPct val="0"/>
        </a:spcAft>
        <a:defRPr sz="2000" b="1">
          <a:solidFill>
            <a:schemeClr val="tx1"/>
          </a:solidFill>
          <a:latin typeface="Arial" panose="020B0604020202020204" pitchFamily="34" charset="0"/>
        </a:defRPr>
      </a:lvl2pPr>
      <a:lvl3pPr algn="ctr" defTabSz="457200" rtl="0" eaLnBrk="0" fontAlgn="base" hangingPunct="0">
        <a:spcBef>
          <a:spcPct val="0"/>
        </a:spcBef>
        <a:spcAft>
          <a:spcPct val="0"/>
        </a:spcAft>
        <a:defRPr sz="2000" b="1">
          <a:solidFill>
            <a:schemeClr val="tx1"/>
          </a:solidFill>
          <a:latin typeface="Arial" panose="020B0604020202020204" pitchFamily="34" charset="0"/>
        </a:defRPr>
      </a:lvl3pPr>
      <a:lvl4pPr algn="ctr" defTabSz="457200" rtl="0" eaLnBrk="0" fontAlgn="base" hangingPunct="0">
        <a:spcBef>
          <a:spcPct val="0"/>
        </a:spcBef>
        <a:spcAft>
          <a:spcPct val="0"/>
        </a:spcAft>
        <a:defRPr sz="2000" b="1">
          <a:solidFill>
            <a:schemeClr val="tx1"/>
          </a:solidFill>
          <a:latin typeface="Arial" panose="020B0604020202020204" pitchFamily="34" charset="0"/>
        </a:defRPr>
      </a:lvl4pPr>
      <a:lvl5pPr algn="ctr" defTabSz="457200" rtl="0" eaLnBrk="0" fontAlgn="base" hangingPunct="0">
        <a:spcBef>
          <a:spcPct val="0"/>
        </a:spcBef>
        <a:spcAft>
          <a:spcPct val="0"/>
        </a:spcAft>
        <a:defRPr sz="2000" b="1">
          <a:solidFill>
            <a:schemeClr val="tx1"/>
          </a:solidFill>
          <a:latin typeface="Arial" panose="020B0604020202020204" pitchFamily="34" charset="0"/>
        </a:defRPr>
      </a:lvl5pPr>
      <a:lvl6pPr marL="457200" algn="ctr" defTabSz="457200" rtl="0" fontAlgn="base">
        <a:spcBef>
          <a:spcPct val="0"/>
        </a:spcBef>
        <a:spcAft>
          <a:spcPct val="0"/>
        </a:spcAft>
        <a:defRPr sz="2000" b="1">
          <a:solidFill>
            <a:schemeClr val="tx1"/>
          </a:solidFill>
          <a:latin typeface="Arial" panose="020B0604020202020204" pitchFamily="34" charset="0"/>
        </a:defRPr>
      </a:lvl6pPr>
      <a:lvl7pPr marL="914400" algn="ctr" defTabSz="457200" rtl="0" fontAlgn="base">
        <a:spcBef>
          <a:spcPct val="0"/>
        </a:spcBef>
        <a:spcAft>
          <a:spcPct val="0"/>
        </a:spcAft>
        <a:defRPr sz="2000" b="1">
          <a:solidFill>
            <a:schemeClr val="tx1"/>
          </a:solidFill>
          <a:latin typeface="Arial" panose="020B0604020202020204" pitchFamily="34" charset="0"/>
        </a:defRPr>
      </a:lvl7pPr>
      <a:lvl8pPr marL="1371600" algn="ctr" defTabSz="457200" rtl="0" fontAlgn="base">
        <a:spcBef>
          <a:spcPct val="0"/>
        </a:spcBef>
        <a:spcAft>
          <a:spcPct val="0"/>
        </a:spcAft>
        <a:defRPr sz="2000" b="1">
          <a:solidFill>
            <a:schemeClr val="tx1"/>
          </a:solidFill>
          <a:latin typeface="Arial" panose="020B0604020202020204" pitchFamily="34" charset="0"/>
        </a:defRPr>
      </a:lvl8pPr>
      <a:lvl9pPr marL="1828800" algn="ctr" defTabSz="457200" rtl="0" fontAlgn="base">
        <a:spcBef>
          <a:spcPct val="0"/>
        </a:spcBef>
        <a:spcAft>
          <a:spcPct val="0"/>
        </a:spcAft>
        <a:defRPr sz="2000" b="1">
          <a:solidFill>
            <a:schemeClr val="tx1"/>
          </a:solidFill>
          <a:latin typeface="Arial" panose="020B0604020202020204" pitchFamily="34" charset="0"/>
        </a:defRPr>
      </a:lvl9pPr>
    </p:titleStyle>
    <p:bodyStyle>
      <a:lvl1pPr marL="342900" indent="-342900" algn="l" defTabSz="457200" rtl="0" eaLnBrk="0" fontAlgn="base" hangingPunct="0">
        <a:spcBef>
          <a:spcPct val="20000"/>
        </a:spcBef>
        <a:spcAft>
          <a:spcPct val="0"/>
        </a:spcAft>
        <a:buFont typeface="Wingdings" panose="05000000000000000000" pitchFamily="2" charset="2"/>
        <a:buChar char="§"/>
        <a:defRPr lang="pl-PL" b="1" kern="1200">
          <a:solidFill>
            <a:schemeClr val="accent1"/>
          </a:solidFill>
          <a:latin typeface="+mn-lt"/>
          <a:ea typeface="+mn-ea"/>
          <a:cs typeface="+mn-cs"/>
        </a:defRPr>
      </a:lvl1pPr>
      <a:lvl2pPr marL="742950" indent="-285750" algn="l" defTabSz="457200" rtl="0" eaLnBrk="0" fontAlgn="base" hangingPunct="0">
        <a:spcBef>
          <a:spcPct val="20000"/>
        </a:spcBef>
        <a:spcAft>
          <a:spcPct val="0"/>
        </a:spcAft>
        <a:buFont typeface="Wingdings" panose="05000000000000000000" pitchFamily="2" charset="2"/>
        <a:buChar char="§"/>
        <a:defRPr lang="pl-PL" sz="16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Wingdings" panose="05000000000000000000" pitchFamily="2" charset="2"/>
        <a:buChar char="§"/>
        <a:defRPr lang="pl-PL" sz="1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Wingdings" panose="05000000000000000000" pitchFamily="2" charset="2"/>
        <a:buChar char="§"/>
        <a:defRPr lang="pl-PL" sz="12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Wingdings" panose="05000000000000000000" pitchFamily="2" charset="2"/>
        <a:buChar char="§"/>
        <a:defRPr lang="pl-PL" sz="12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pl-PL"/>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xml"/><Relationship Id="rId1" Type="http://schemas.openxmlformats.org/officeDocument/2006/relationships/slideLayout" Target="../slideLayouts/slideLayout6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6.xml.rels><?xml version="1.0" encoding="UTF-8" standalone="yes"?>
<Relationships xmlns="http://schemas.openxmlformats.org/package/2006/relationships"><Relationship Id="rId3" Type="http://schemas.openxmlformats.org/officeDocument/2006/relationships/hyperlink" Target="https://en.wikiversity.org/wiki/Python_Concepts" TargetMode="External"/><Relationship Id="rId2" Type="http://schemas.openxmlformats.org/officeDocument/2006/relationships/image" Target="../media/image18.png"/><Relationship Id="rId1" Type="http://schemas.openxmlformats.org/officeDocument/2006/relationships/slideLayout" Target="../slideLayouts/slideLayout53.xml"/></Relationships>
</file>

<file path=ppt/slides/_rels/slide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3.xml"/></Relationships>
</file>

<file path=ppt/slides/_rels/slide8.xml.rels><?xml version="1.0" encoding="UTF-8" standalone="yes"?>
<Relationships xmlns="http://schemas.openxmlformats.org/package/2006/relationships"><Relationship Id="rId3" Type="http://schemas.openxmlformats.org/officeDocument/2006/relationships/hyperlink" Target="http://pngimg.com/download/38138" TargetMode="External"/><Relationship Id="rId2" Type="http://schemas.openxmlformats.org/officeDocument/2006/relationships/image" Target="../media/image20.png"/><Relationship Id="rId1" Type="http://schemas.openxmlformats.org/officeDocument/2006/relationships/slideLayout" Target="../slideLayouts/slideLayout5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11.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hyperlink" Target="https://sco.wikipedia.org/wiki/Facebook" TargetMode="External"/><Relationship Id="rId18" Type="http://schemas.openxmlformats.org/officeDocument/2006/relationships/image" Target="../media/image28.png"/><Relationship Id="rId3" Type="http://schemas.openxmlformats.org/officeDocument/2006/relationships/hyperlink" Target="https://en.wikiversity.org/wiki/Python_Concepts" TargetMode="External"/><Relationship Id="rId21" Type="http://schemas.openxmlformats.org/officeDocument/2006/relationships/hyperlink" Target="https://www.goodfreephotos.com/vector-images/database-symbol-vector-clipart.png.php" TargetMode="External"/><Relationship Id="rId7" Type="http://schemas.openxmlformats.org/officeDocument/2006/relationships/hyperlink" Target="https://commons.wikimedia.org/wiki/File:Oxygen480-categories-applications-internet.svg" TargetMode="External"/><Relationship Id="rId12" Type="http://schemas.openxmlformats.org/officeDocument/2006/relationships/image" Target="../media/image25.png"/><Relationship Id="rId17" Type="http://schemas.openxmlformats.org/officeDocument/2006/relationships/hyperlink" Target="https://en.wikipedia.org/wiki/Google_logo" TargetMode="External"/><Relationship Id="rId2" Type="http://schemas.openxmlformats.org/officeDocument/2006/relationships/image" Target="../media/image18.png"/><Relationship Id="rId16" Type="http://schemas.openxmlformats.org/officeDocument/2006/relationships/image" Target="../media/image27.png"/><Relationship Id="rId20" Type="http://schemas.openxmlformats.org/officeDocument/2006/relationships/image" Target="../media/image29.png"/><Relationship Id="rId1" Type="http://schemas.openxmlformats.org/officeDocument/2006/relationships/slideLayout" Target="../slideLayouts/slideLayout55.xml"/><Relationship Id="rId6" Type="http://schemas.openxmlformats.org/officeDocument/2006/relationships/image" Target="../media/image22.png"/><Relationship Id="rId11" Type="http://schemas.openxmlformats.org/officeDocument/2006/relationships/hyperlink" Target="https://en.wikipedia.org/wiki/Rocket_Science_Games" TargetMode="External"/><Relationship Id="rId5" Type="http://schemas.openxmlformats.org/officeDocument/2006/relationships/hyperlink" Target="https://hackclarify.blogspot.com/2012/04/uninstall-programs-using-cmd-in-windows.html" TargetMode="External"/><Relationship Id="rId15" Type="http://schemas.openxmlformats.org/officeDocument/2006/relationships/hyperlink" Target="https://www.maxpixel.net/Music-Network-Online-Streaming-Spotify-Internet-1759471" TargetMode="External"/><Relationship Id="rId10" Type="http://schemas.openxmlformats.org/officeDocument/2006/relationships/image" Target="../media/image24.jpg"/><Relationship Id="rId19" Type="http://schemas.openxmlformats.org/officeDocument/2006/relationships/hyperlink" Target="http://whatchareading.com/havent-forgotten-k-jessica-jones/" TargetMode="External"/><Relationship Id="rId4" Type="http://schemas.openxmlformats.org/officeDocument/2006/relationships/image" Target="../media/image21.jpg"/><Relationship Id="rId9" Type="http://schemas.openxmlformats.org/officeDocument/2006/relationships/hyperlink" Target="https://ai.stackexchange.com/questions/9305/what-problems-in-ai-are-not-machine-learning" TargetMode="External"/><Relationship Id="rId14" Type="http://schemas.openxmlformats.org/officeDocument/2006/relationships/image" Target="../media/image26.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15.xml.rels><?xml version="1.0" encoding="UTF-8" standalone="yes"?>
<Relationships xmlns="http://schemas.openxmlformats.org/package/2006/relationships"><Relationship Id="rId3" Type="http://schemas.openxmlformats.org/officeDocument/2006/relationships/hyperlink" Target="https://gersende-gollier.com/8-formes-dintelligences-celle-de-enfant/" TargetMode="External"/><Relationship Id="rId2" Type="http://schemas.openxmlformats.org/officeDocument/2006/relationships/image" Target="../media/image30.jpg"/><Relationship Id="rId1" Type="http://schemas.openxmlformats.org/officeDocument/2006/relationships/slideLayout" Target="../slideLayouts/slideLayout62.xml"/></Relationships>
</file>

<file path=ppt/slides/_rels/slide16.xml.rels><?xml version="1.0" encoding="UTF-8" standalone="yes"?>
<Relationships xmlns="http://schemas.openxmlformats.org/package/2006/relationships"><Relationship Id="rId3" Type="http://schemas.openxmlformats.org/officeDocument/2006/relationships/hyperlink" Target="https://www.new-educ.com/multiple-intelligences" TargetMode="External"/><Relationship Id="rId2" Type="http://schemas.openxmlformats.org/officeDocument/2006/relationships/image" Target="../media/image31.jpg"/><Relationship Id="rId1" Type="http://schemas.openxmlformats.org/officeDocument/2006/relationships/slideLayout" Target="../slideLayouts/slideLayout6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2.xml"/></Relationships>
</file>

<file path=ppt/slides/_rels/slide18.xml.rels><?xml version="1.0" encoding="UTF-8" standalone="yes"?>
<Relationships xmlns="http://schemas.openxmlformats.org/package/2006/relationships"><Relationship Id="rId3" Type="http://schemas.openxmlformats.org/officeDocument/2006/relationships/hyperlink" Target="https://www.wallpaperflare.com/human-brain-in-a-jar-clipart-glass-brown-blue-black-bank-wallpaper-shtx/download/1920x1080" TargetMode="External"/><Relationship Id="rId2" Type="http://schemas.openxmlformats.org/officeDocument/2006/relationships/image" Target="../media/image32.jpg"/><Relationship Id="rId1" Type="http://schemas.openxmlformats.org/officeDocument/2006/relationships/slideLayout" Target="../slideLayouts/slideLayout6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2.xml"/></Relationships>
</file>

<file path=ppt/slides/_rels/slide22.xml.rels><?xml version="1.0" encoding="UTF-8" standalone="yes"?>
<Relationships xmlns="http://schemas.openxmlformats.org/package/2006/relationships"><Relationship Id="rId3" Type="http://schemas.openxmlformats.org/officeDocument/2006/relationships/hyperlink" Target="https://sparkthemagazine.com/pms/" TargetMode="External"/><Relationship Id="rId2" Type="http://schemas.openxmlformats.org/officeDocument/2006/relationships/image" Target="../media/image33.jpg"/><Relationship Id="rId1" Type="http://schemas.openxmlformats.org/officeDocument/2006/relationships/slideLayout" Target="../slideLayouts/slideLayout6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5.xml"/></Relationships>
</file>

<file path=ppt/slides/_rels/slide2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56.xml"/></Relationships>
</file>

<file path=ppt/slides/_rels/slide2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55.xml"/></Relationships>
</file>

<file path=ppt/slides/_rels/slide2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5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5.xml"/></Relationships>
</file>

<file path=ppt/slides/_rels/slide3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55.xml"/></Relationships>
</file>

<file path=ppt/slides/_rels/slide32.xml.rels><?xml version="1.0" encoding="UTF-8" standalone="yes"?>
<Relationships xmlns="http://schemas.openxmlformats.org/package/2006/relationships"><Relationship Id="rId2" Type="http://schemas.openxmlformats.org/officeDocument/2006/relationships/image" Target="../media/image38.emf"/><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2" Type="http://schemas.openxmlformats.org/officeDocument/2006/relationships/image" Target="../media/image39.emf"/><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2" Type="http://schemas.openxmlformats.org/officeDocument/2006/relationships/image" Target="../media/image40.emf"/><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41.png"/><Relationship Id="rId1" Type="http://schemas.openxmlformats.org/officeDocument/2006/relationships/slideLayout" Target="../slideLayouts/slideLayout53.xml"/></Relationships>
</file>

<file path=ppt/slides/_rels/slide4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5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9.xml"/></Relationships>
</file>

<file path=ppt/slides/_rels/slide4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43.png"/><Relationship Id="rId1" Type="http://schemas.openxmlformats.org/officeDocument/2006/relationships/slideLayout" Target="../slideLayouts/slideLayout53.xml"/></Relationships>
</file>

<file path=ppt/slides/_rels/slide4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37.png"/><Relationship Id="rId1" Type="http://schemas.openxmlformats.org/officeDocument/2006/relationships/slideLayout" Target="../slideLayouts/slideLayout53.xml"/></Relationships>
</file>

<file path=ppt/slides/_rels/slide4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53.xml"/></Relationships>
</file>

<file path=ppt/slides/_rels/slide4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45.png"/><Relationship Id="rId1" Type="http://schemas.openxmlformats.org/officeDocument/2006/relationships/slideLayout" Target="../slideLayouts/slideLayout53.xml"/></Relationships>
</file>

<file path=ppt/slides/_rels/slide4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5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0.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9.xml"/></Relationships>
</file>

<file path=ppt/slides/_rels/slide51.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53.xml"/></Relationships>
</file>

<file path=ppt/slides/_rels/slide52.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47.png"/><Relationship Id="rId1" Type="http://schemas.openxmlformats.org/officeDocument/2006/relationships/slideLayout" Target="../slideLayouts/slideLayout53.xml"/><Relationship Id="rId4" Type="http://schemas.openxmlformats.org/officeDocument/2006/relationships/image" Target="../media/image48.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56.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9.xml"/></Relationships>
</file>

<file path=ppt/slides/_rels/slide57.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9.xml"/></Relationships>
</file>

<file path=ppt/slides/_rels/slide58.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9.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_rels/slide61.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53.xml"/></Relationships>
</file>

<file path=ppt/slides/_rels/slide62.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9.xml"/></Relationships>
</file>

<file path=ppt/slides/_rels/slide63.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9.xml"/></Relationships>
</file>

<file path=ppt/slides/_rels/slide64.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9.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0.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9.xml"/></Relationships>
</file>

<file path=ppt/slides/_rels/slide71.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9.xml"/></Relationships>
</file>

<file path=ppt/slides/_rels/slide72.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9.xml"/></Relationships>
</file>

<file path=ppt/slides/_rels/slide73.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9.xml"/></Relationships>
</file>

<file path=ppt/slides/_rels/slide74.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9.xml"/></Relationships>
</file>

<file path=ppt/slides/_rels/slide75.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9.xml"/></Relationships>
</file>

<file path=ppt/slides/_rels/slide76.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9.xml"/></Relationships>
</file>

<file path=ppt/slides/_rels/slide77.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9.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1.xml.rels><?xml version="1.0" encoding="UTF-8" standalone="yes"?>
<Relationships xmlns="http://schemas.openxmlformats.org/package/2006/relationships"><Relationship Id="rId3" Type="http://schemas.openxmlformats.org/officeDocument/2006/relationships/image" Target="../media/image65.gif"/><Relationship Id="rId2" Type="http://schemas.openxmlformats.org/officeDocument/2006/relationships/image" Target="../media/image64.gif"/><Relationship Id="rId1" Type="http://schemas.openxmlformats.org/officeDocument/2006/relationships/slideLayout" Target="../slideLayouts/slideLayout9.xml"/></Relationships>
</file>

<file path=ppt/slides/_rels/slide82.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9.xml"/></Relationships>
</file>

<file path=ppt/slides/_rels/slide83.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9.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5.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9.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1.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image" Target="../media/image70.jpg"/><Relationship Id="rId1" Type="http://schemas.openxmlformats.org/officeDocument/2006/relationships/slideLayout" Target="../slideLayouts/slideLayout9.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6.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9.xml"/></Relationships>
</file>

<file path=ppt/slides/_rels/slide97.xml.rels><?xml version="1.0" encoding="UTF-8" standalone="yes"?>
<Relationships xmlns="http://schemas.openxmlformats.org/package/2006/relationships"><Relationship Id="rId2" Type="http://schemas.openxmlformats.org/officeDocument/2006/relationships/image" Target="../media/image73.gif"/><Relationship Id="rId1" Type="http://schemas.openxmlformats.org/officeDocument/2006/relationships/slideLayout" Target="../slideLayouts/slideLayout9.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0.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9.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3.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9.xml"/></Relationships>
</file>

<file path=ppt/slides/_rels/slide104.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9.xml"/></Relationships>
</file>

<file path=ppt/slides/_rels/slide105.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9.xml"/></Relationships>
</file>

<file path=ppt/slides/_rels/slide106.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9.xml"/></Relationships>
</file>

<file path=ppt/slides/_rels/slide107.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9.xml"/></Relationships>
</file>

<file path=ppt/slides/_rels/slide108.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9.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1.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112.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9.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_rels/slide114.xml.rels><?xml version="1.0" encoding="UTF-8" standalone="yes"?>
<Relationships xmlns="http://schemas.openxmlformats.org/package/2006/relationships"><Relationship Id="rId3" Type="http://schemas.openxmlformats.org/officeDocument/2006/relationships/hyperlink" Target="https://pixabay.com/es/illustrations/h%C3%A9lice-gen%C3%A9tica-biolog%C3%ADa-3298831/" TargetMode="External"/><Relationship Id="rId2" Type="http://schemas.openxmlformats.org/officeDocument/2006/relationships/image" Target="../media/image84.png"/><Relationship Id="rId1" Type="http://schemas.openxmlformats.org/officeDocument/2006/relationships/slideLayout" Target="../slideLayouts/slideLayout53.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_rels/slide116.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53.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_rels/slide122.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53.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6.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9.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0.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customXml" Target="../ink/ink2.xml"/><Relationship Id="rId1" Type="http://schemas.openxmlformats.org/officeDocument/2006/relationships/slideLayout" Target="../slideLayouts/slideLayout60.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54274" name="Tytuł 7"/>
          <p:cNvSpPr>
            <a:spLocks noGrp="1"/>
          </p:cNvSpPr>
          <p:nvPr>
            <p:ph type="ctrTitle"/>
          </p:nvPr>
        </p:nvSpPr>
        <p:spPr>
          <a:xfrm>
            <a:off x="457200" y="2535238"/>
            <a:ext cx="8229600" cy="1027112"/>
          </a:xfrm>
        </p:spPr>
        <p:txBody>
          <a:bodyPr/>
          <a:lstStyle/>
          <a:p>
            <a:pPr eaLnBrk="1" hangingPunct="1"/>
            <a:r>
              <a:rPr altLang="pl-PL" dirty="0"/>
              <a:t>CENTRUM SZKOLENIOWE COMARCH</a:t>
            </a:r>
          </a:p>
        </p:txBody>
      </p:sp>
      <p:sp>
        <p:nvSpPr>
          <p:cNvPr id="54275" name="Podtytuł 8"/>
          <p:cNvSpPr>
            <a:spLocks noGrp="1"/>
          </p:cNvSpPr>
          <p:nvPr>
            <p:ph type="subTitle" idx="1"/>
          </p:nvPr>
        </p:nvSpPr>
        <p:spPr>
          <a:xfrm>
            <a:off x="457200" y="3562350"/>
            <a:ext cx="8229600" cy="549275"/>
          </a:xfrm>
        </p:spPr>
        <p:txBody>
          <a:bodyPr/>
          <a:lstStyle/>
          <a:p>
            <a:pPr eaLnBrk="1" hangingPunct="1"/>
            <a:r>
              <a:rPr lang="pl-PL" altLang="pl-PL" dirty="0"/>
              <a:t>Szkolenie: Algorytmy Sztucznej Inteligencji(AI) Implementacja w języku </a:t>
            </a:r>
            <a:r>
              <a:rPr lang="pl-PL" altLang="pl-PL" dirty="0" err="1"/>
              <a:t>Python</a:t>
            </a:r>
            <a:endParaRPr lang="en-GB" altLang="pl-PL" dirty="0"/>
          </a:p>
        </p:txBody>
      </p:sp>
      <p:sp>
        <p:nvSpPr>
          <p:cNvPr id="54277" name="Symbol zastępczy tekstu 10"/>
          <p:cNvSpPr>
            <a:spLocks noGrp="1"/>
          </p:cNvSpPr>
          <p:nvPr>
            <p:ph type="body" sz="quarter" idx="11"/>
          </p:nvPr>
        </p:nvSpPr>
        <p:spPr>
          <a:xfrm>
            <a:off x="457200" y="4406900"/>
            <a:ext cx="4000500" cy="279400"/>
          </a:xfrm>
        </p:spPr>
        <p:txBody>
          <a:bodyPr/>
          <a:lstStyle/>
          <a:p>
            <a:r>
              <a:rPr lang="pl-PL" altLang="pl-PL" dirty="0"/>
              <a:t>Trener: Marcin Albiniak</a:t>
            </a:r>
            <a:endParaRPr lang="en-GB" altLang="pl-PL" dirty="0"/>
          </a:p>
        </p:txBody>
      </p:sp>
      <p:pic>
        <p:nvPicPr>
          <p:cNvPr id="54278" name="Obraz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81000" y="238125"/>
            <a:ext cx="1798638" cy="217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10932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Prostokąt 6">
            <a:extLst>
              <a:ext uri="{FF2B5EF4-FFF2-40B4-BE49-F238E27FC236}">
                <a16:creationId xmlns:a16="http://schemas.microsoft.com/office/drawing/2014/main" id="{6E2969D2-0183-4FC2-A9AB-E227048307EE}"/>
              </a:ext>
            </a:extLst>
          </p:cNvPr>
          <p:cNvSpPr>
            <a:spLocks noGrp="1"/>
          </p:cNvSpPr>
          <p:nvPr/>
        </p:nvSpPr>
        <p:spPr>
          <a:xfrm>
            <a:off x="514350" y="221456"/>
            <a:ext cx="6572250" cy="200025"/>
          </a:xfrm>
          <a:prstGeom prst="rect">
            <a:avLst/>
          </a:prstGeom>
          <a:noFill/>
          <a:ln w="0">
            <a:noFill/>
          </a:ln>
        </p:spPr>
        <p:txBody>
          <a:bodyPr anchor="ctr">
            <a:noAutofit/>
          </a:bodyPr>
          <a:lstStyle/>
          <a:p>
            <a:pPr>
              <a:defRPr sz="1125" b="1">
                <a:solidFill>
                  <a:srgbClr val="A4EEE1"/>
                </a:solidFill>
                <a:latin typeface="DejaVu Sans"/>
                <a:ea typeface="DejaVu Sans"/>
                <a:cs typeface="DejaVu Sans"/>
              </a:defRPr>
            </a:pPr>
            <a:r>
              <a:rPr sz="844" b="1" dirty="0">
                <a:solidFill>
                  <a:srgbClr val="A4EEE1"/>
                </a:solidFill>
                <a:highlight>
                  <a:srgbClr val="000000"/>
                </a:highlight>
                <a:latin typeface="DejaVu Sans"/>
                <a:ea typeface="DejaVu Sans"/>
                <a:cs typeface="DejaVu Sans"/>
              </a:rPr>
              <a:t>PROWADZĄCY</a:t>
            </a:r>
          </a:p>
        </p:txBody>
      </p:sp>
      <p:sp>
        <p:nvSpPr>
          <p:cNvPr id="2" name="Prostokąt 1">
            <a:extLst>
              <a:ext uri="{FF2B5EF4-FFF2-40B4-BE49-F238E27FC236}">
                <a16:creationId xmlns:a16="http://schemas.microsoft.com/office/drawing/2014/main" id="{EC597C0A-507D-4B44-9BCC-12027C06E00D}"/>
              </a:ext>
            </a:extLst>
          </p:cNvPr>
          <p:cNvSpPr>
            <a:spLocks noGrp="1"/>
          </p:cNvSpPr>
          <p:nvPr/>
        </p:nvSpPr>
        <p:spPr>
          <a:xfrm>
            <a:off x="8286750" y="4607719"/>
            <a:ext cx="357188" cy="178594"/>
          </a:xfrm>
          <a:prstGeom prst="rect">
            <a:avLst/>
          </a:prstGeom>
          <a:noFill/>
          <a:ln w="0">
            <a:noFill/>
          </a:ln>
        </p:spPr>
        <p:txBody>
          <a:bodyPr anchor="ctr">
            <a:noAutofit/>
          </a:bodyPr>
          <a:lstStyle/>
          <a:p>
            <a:pPr>
              <a:defRPr sz="1125" b="0">
                <a:solidFill>
                  <a:srgbClr val="B7C4CE"/>
                </a:solidFill>
                <a:latin typeface="DejaVu Sans"/>
                <a:ea typeface="DejaVu Sans"/>
                <a:cs typeface="DejaVu Sans"/>
              </a:defRPr>
            </a:pPr>
            <a:r>
              <a:rPr sz="844">
                <a:solidFill>
                  <a:srgbClr val="B7C4CE"/>
                </a:solidFill>
                <a:latin typeface="DejaVu Sans"/>
                <a:ea typeface="DejaVu Sans"/>
                <a:cs typeface="DejaVu Sans"/>
              </a:rPr>
              <a:t>04</a:t>
            </a:r>
          </a:p>
        </p:txBody>
      </p:sp>
      <p:sp>
        <p:nvSpPr>
          <p:cNvPr id="3" name="Prostokąt 2">
            <a:extLst>
              <a:ext uri="{FF2B5EF4-FFF2-40B4-BE49-F238E27FC236}">
                <a16:creationId xmlns:a16="http://schemas.microsoft.com/office/drawing/2014/main" id="{687D337A-6BB6-467E-998E-196E55A6A5A8}"/>
              </a:ext>
            </a:extLst>
          </p:cNvPr>
          <p:cNvSpPr>
            <a:spLocks noGrp="1"/>
          </p:cNvSpPr>
          <p:nvPr/>
        </p:nvSpPr>
        <p:spPr>
          <a:xfrm>
            <a:off x="514350" y="735807"/>
            <a:ext cx="5429250" cy="607219"/>
          </a:xfrm>
          <a:prstGeom prst="rect">
            <a:avLst/>
          </a:prstGeom>
          <a:noFill/>
          <a:ln w="0">
            <a:noFill/>
          </a:ln>
        </p:spPr>
        <p:txBody>
          <a:bodyPr anchor="ctr">
            <a:noAutofit/>
          </a:bodyPr>
          <a:lstStyle/>
          <a:p>
            <a:pPr>
              <a:defRPr sz="3825" b="1">
                <a:solidFill>
                  <a:srgbClr val="FFFFFF"/>
                </a:solidFill>
                <a:latin typeface="DejaVu Sans"/>
                <a:ea typeface="DejaVu Sans"/>
                <a:cs typeface="DejaVu Sans"/>
              </a:defRPr>
            </a:pPr>
            <a:r>
              <a:rPr sz="2869" b="1">
                <a:solidFill>
                  <a:srgbClr val="FFFFFF"/>
                </a:solidFill>
                <a:latin typeface="DejaVu Sans"/>
                <a:ea typeface="DejaVu Sans"/>
                <a:cs typeface="DejaVu Sans"/>
              </a:rPr>
              <a:t>dr Marcin Albiniak</a:t>
            </a:r>
          </a:p>
        </p:txBody>
      </p:sp>
      <p:sp>
        <p:nvSpPr>
          <p:cNvPr id="4" name="Prostokąt 3">
            <a:extLst>
              <a:ext uri="{FF2B5EF4-FFF2-40B4-BE49-F238E27FC236}">
                <a16:creationId xmlns:a16="http://schemas.microsoft.com/office/drawing/2014/main" id="{5B2EC5B9-8CB4-4198-A8F3-3A14EC18A309}"/>
              </a:ext>
            </a:extLst>
          </p:cNvPr>
          <p:cNvSpPr>
            <a:spLocks noGrp="1"/>
          </p:cNvSpPr>
          <p:nvPr/>
        </p:nvSpPr>
        <p:spPr>
          <a:xfrm>
            <a:off x="514350" y="1543050"/>
            <a:ext cx="4714875" cy="671513"/>
          </a:xfrm>
          <a:prstGeom prst="rect">
            <a:avLst/>
          </a:prstGeom>
          <a:noFill/>
          <a:ln w="0">
            <a:noFill/>
          </a:ln>
        </p:spPr>
        <p:txBody>
          <a:bodyPr anchor="ctr">
            <a:noAutofit/>
          </a:bodyPr>
          <a:lstStyle/>
          <a:p>
            <a:pPr>
              <a:defRPr sz="2100" b="0">
                <a:solidFill>
                  <a:srgbClr val="A4EEE1"/>
                </a:solidFill>
                <a:latin typeface="DejaVu Sans"/>
                <a:ea typeface="DejaVu Sans"/>
                <a:cs typeface="DejaVu Sans"/>
              </a:defRPr>
            </a:pPr>
            <a:r>
              <a:rPr sz="1575" dirty="0" err="1">
                <a:solidFill>
                  <a:srgbClr val="A4EEE1"/>
                </a:solidFill>
                <a:highlight>
                  <a:srgbClr val="000000"/>
                </a:highlight>
                <a:latin typeface="DejaVu Sans"/>
                <a:ea typeface="DejaVu Sans"/>
                <a:cs typeface="DejaVu Sans"/>
              </a:rPr>
              <a:t>Badacz</a:t>
            </a:r>
            <a:r>
              <a:rPr sz="1575" dirty="0">
                <a:solidFill>
                  <a:srgbClr val="A4EEE1"/>
                </a:solidFill>
                <a:highlight>
                  <a:srgbClr val="000000"/>
                </a:highlight>
                <a:latin typeface="DejaVu Sans"/>
                <a:ea typeface="DejaVu Sans"/>
                <a:cs typeface="DejaVu Sans"/>
              </a:rPr>
              <a:t> AI, </a:t>
            </a:r>
            <a:r>
              <a:rPr sz="1575" dirty="0" err="1">
                <a:solidFill>
                  <a:srgbClr val="A4EEE1"/>
                </a:solidFill>
                <a:highlight>
                  <a:srgbClr val="000000"/>
                </a:highlight>
                <a:latin typeface="DejaVu Sans"/>
                <a:ea typeface="DejaVu Sans"/>
                <a:cs typeface="DejaVu Sans"/>
              </a:rPr>
              <a:t>wykładowca</a:t>
            </a:r>
            <a:r>
              <a:rPr sz="1575" dirty="0">
                <a:solidFill>
                  <a:srgbClr val="A4EEE1"/>
                </a:solidFill>
                <a:highlight>
                  <a:srgbClr val="000000"/>
                </a:highlight>
                <a:latin typeface="DejaVu Sans"/>
                <a:ea typeface="DejaVu Sans"/>
                <a:cs typeface="DejaVu Sans"/>
              </a:rPr>
              <a:t> </a:t>
            </a:r>
            <a:r>
              <a:rPr sz="1575" dirty="0" err="1">
                <a:solidFill>
                  <a:srgbClr val="A4EEE1"/>
                </a:solidFill>
                <a:highlight>
                  <a:srgbClr val="000000"/>
                </a:highlight>
                <a:latin typeface="DejaVu Sans"/>
                <a:ea typeface="DejaVu Sans"/>
                <a:cs typeface="DejaVu Sans"/>
              </a:rPr>
              <a:t>i</a:t>
            </a:r>
            <a:r>
              <a:rPr sz="1575" dirty="0">
                <a:solidFill>
                  <a:srgbClr val="A4EEE1"/>
                </a:solidFill>
                <a:highlight>
                  <a:srgbClr val="000000"/>
                </a:highlight>
                <a:latin typeface="DejaVu Sans"/>
                <a:ea typeface="DejaVu Sans"/>
                <a:cs typeface="DejaVu Sans"/>
              </a:rPr>
              <a:t> </a:t>
            </a:r>
            <a:r>
              <a:rPr sz="1575" dirty="0" err="1">
                <a:solidFill>
                  <a:srgbClr val="A4EEE1"/>
                </a:solidFill>
                <a:highlight>
                  <a:srgbClr val="000000"/>
                </a:highlight>
                <a:latin typeface="DejaVu Sans"/>
                <a:ea typeface="DejaVu Sans"/>
                <a:cs typeface="DejaVu Sans"/>
              </a:rPr>
              <a:t>przedsiębiorca</a:t>
            </a:r>
            <a:endParaRPr sz="1575" dirty="0">
              <a:solidFill>
                <a:srgbClr val="A4EEE1"/>
              </a:solidFill>
              <a:highlight>
                <a:srgbClr val="000000"/>
              </a:highlight>
              <a:latin typeface="DejaVu Sans"/>
              <a:ea typeface="DejaVu Sans"/>
              <a:cs typeface="DejaVu Sans"/>
            </a:endParaRPr>
          </a:p>
        </p:txBody>
      </p:sp>
      <p:sp>
        <p:nvSpPr>
          <p:cNvPr id="5" name="Prostokąt 4">
            <a:extLst>
              <a:ext uri="{FF2B5EF4-FFF2-40B4-BE49-F238E27FC236}">
                <a16:creationId xmlns:a16="http://schemas.microsoft.com/office/drawing/2014/main" id="{41758425-EF80-440D-B8D8-2AEF3FE687B2}"/>
              </a:ext>
            </a:extLst>
          </p:cNvPr>
          <p:cNvSpPr>
            <a:spLocks noGrp="1"/>
          </p:cNvSpPr>
          <p:nvPr/>
        </p:nvSpPr>
        <p:spPr>
          <a:xfrm>
            <a:off x="514350" y="2800350"/>
            <a:ext cx="4929188" cy="950119"/>
          </a:xfrm>
          <a:prstGeom prst="rect">
            <a:avLst/>
          </a:prstGeom>
          <a:noFill/>
          <a:ln w="0">
            <a:noFill/>
          </a:ln>
        </p:spPr>
        <p:txBody>
          <a:bodyPr anchor="ctr">
            <a:noAutofit/>
          </a:bodyPr>
          <a:lstStyle/>
          <a:p>
            <a:pPr>
              <a:defRPr sz="1950" b="0">
                <a:solidFill>
                  <a:srgbClr val="FFFFFF"/>
                </a:solidFill>
                <a:latin typeface="DejaVu Sans"/>
                <a:ea typeface="DejaVu Sans"/>
                <a:cs typeface="DejaVu Sans"/>
              </a:defRPr>
            </a:pPr>
            <a:r>
              <a:rPr sz="1463">
                <a:solidFill>
                  <a:srgbClr val="FFFFFF"/>
                </a:solidFill>
                <a:latin typeface="DejaVu Sans"/>
                <a:ea typeface="DejaVu Sans"/>
                <a:cs typeface="DejaVu Sans"/>
              </a:rPr>
              <a:t>Pracuję na styku badań, budowania systemów AI i wdrożeń biznesowych.</a:t>
            </a:r>
          </a:p>
        </p:txBody>
      </p:sp>
      <p:pic>
        <p:nvPicPr>
          <p:cNvPr id="12" name="Obraz 11"/>
          <p:cNvPicPr>
            <a:picLocks noChangeAspect="1"/>
          </p:cNvPicPr>
          <p:nvPr/>
        </p:nvPicPr>
        <p:blipFill>
          <a:blip r:embed="rId3"/>
          <a:srcRect l="1268" r="1268"/>
          <a:stretch>
            <a:fillRect/>
          </a:stretch>
        </p:blipFill>
        <p:spPr>
          <a:xfrm>
            <a:off x="6179344" y="671513"/>
            <a:ext cx="2357438" cy="3629025"/>
          </a:xfrm>
          <a:prstGeom prst="rect">
            <a:avLst/>
          </a:prstGeom>
        </p:spPr>
      </p:pic>
    </p:spTree>
    <p:extLst>
      <p:ext uri="{BB962C8B-B14F-4D97-AF65-F5344CB8AC3E}">
        <p14:creationId xmlns:p14="http://schemas.microsoft.com/office/powerpoint/2010/main" val="14775371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Prostokąt 12">
            <a:extLst>
              <a:ext uri="{FF2B5EF4-FFF2-40B4-BE49-F238E27FC236}">
                <a16:creationId xmlns:a16="http://schemas.microsoft.com/office/drawing/2014/main" id="{33428298-0B15-4979-A886-B1C794D650C2}"/>
              </a:ext>
            </a:extLst>
          </p:cNvPr>
          <p:cNvSpPr>
            <a:spLocks noGrp="1"/>
          </p:cNvSpPr>
          <p:nvPr/>
        </p:nvSpPr>
        <p:spPr>
          <a:xfrm>
            <a:off x="514350" y="221456"/>
            <a:ext cx="6572250" cy="200025"/>
          </a:xfrm>
          <a:prstGeom prst="rect">
            <a:avLst/>
          </a:prstGeom>
          <a:noFill/>
          <a:ln w="0">
            <a:noFill/>
          </a:ln>
        </p:spPr>
        <p:txBody>
          <a:bodyPr anchor="ctr">
            <a:noAutofit/>
          </a:bodyPr>
          <a:lstStyle/>
          <a:p>
            <a:pPr>
              <a:defRPr sz="1125" b="1">
                <a:solidFill>
                  <a:srgbClr val="536878"/>
                </a:solidFill>
                <a:latin typeface="DejaVu Sans"/>
                <a:ea typeface="DejaVu Sans"/>
                <a:cs typeface="DejaVu Sans"/>
              </a:defRPr>
            </a:pPr>
            <a:r>
              <a:rPr sz="844" b="1">
                <a:solidFill>
                  <a:srgbClr val="536878"/>
                </a:solidFill>
                <a:latin typeface="DejaVu Sans"/>
                <a:ea typeface="DejaVu Sans"/>
                <a:cs typeface="DejaVu Sans"/>
              </a:rPr>
              <a:t>PROWADZĄCY</a:t>
            </a:r>
          </a:p>
        </p:txBody>
      </p:sp>
      <p:sp>
        <p:nvSpPr>
          <p:cNvPr id="2" name="Prostokąt 1">
            <a:extLst>
              <a:ext uri="{FF2B5EF4-FFF2-40B4-BE49-F238E27FC236}">
                <a16:creationId xmlns:a16="http://schemas.microsoft.com/office/drawing/2014/main" id="{B308B492-F971-4FE4-8E74-13DCE92ADD9F}"/>
              </a:ext>
            </a:extLst>
          </p:cNvPr>
          <p:cNvSpPr>
            <a:spLocks noGrp="1"/>
          </p:cNvSpPr>
          <p:nvPr/>
        </p:nvSpPr>
        <p:spPr>
          <a:xfrm>
            <a:off x="8286750" y="4607719"/>
            <a:ext cx="357188" cy="178594"/>
          </a:xfrm>
          <a:prstGeom prst="rect">
            <a:avLst/>
          </a:prstGeom>
          <a:noFill/>
          <a:ln w="0">
            <a:noFill/>
          </a:ln>
        </p:spPr>
        <p:txBody>
          <a:bodyPr anchor="ctr">
            <a:noAutofit/>
          </a:bodyPr>
          <a:lstStyle/>
          <a:p>
            <a:pPr>
              <a:defRPr sz="1125" b="0">
                <a:solidFill>
                  <a:srgbClr val="536878"/>
                </a:solidFill>
                <a:latin typeface="DejaVu Sans"/>
                <a:ea typeface="DejaVu Sans"/>
                <a:cs typeface="DejaVu Sans"/>
              </a:defRPr>
            </a:pPr>
            <a:r>
              <a:rPr sz="844">
                <a:solidFill>
                  <a:srgbClr val="536878"/>
                </a:solidFill>
                <a:latin typeface="DejaVu Sans"/>
                <a:ea typeface="DejaVu Sans"/>
                <a:cs typeface="DejaVu Sans"/>
              </a:rPr>
              <a:t>05</a:t>
            </a:r>
          </a:p>
        </p:txBody>
      </p:sp>
      <p:sp>
        <p:nvSpPr>
          <p:cNvPr id="3" name="Prostokąt 2">
            <a:extLst>
              <a:ext uri="{FF2B5EF4-FFF2-40B4-BE49-F238E27FC236}">
                <a16:creationId xmlns:a16="http://schemas.microsoft.com/office/drawing/2014/main" id="{F42740DC-5CB4-4D5C-B667-8F9E4363E553}"/>
              </a:ext>
            </a:extLst>
          </p:cNvPr>
          <p:cNvSpPr>
            <a:spLocks noGrp="1"/>
          </p:cNvSpPr>
          <p:nvPr/>
        </p:nvSpPr>
        <p:spPr>
          <a:xfrm>
            <a:off x="514350" y="607219"/>
            <a:ext cx="8036719" cy="750094"/>
          </a:xfrm>
          <a:prstGeom prst="rect">
            <a:avLst/>
          </a:prstGeom>
          <a:noFill/>
          <a:ln w="0">
            <a:noFill/>
          </a:ln>
        </p:spPr>
        <p:txBody>
          <a:bodyPr anchor="ctr">
            <a:noAutofit/>
          </a:bodyPr>
          <a:lstStyle/>
          <a:p>
            <a:pPr>
              <a:defRPr sz="3225" b="1">
                <a:solidFill>
                  <a:srgbClr val="102334"/>
                </a:solidFill>
                <a:latin typeface="DejaVu Sans"/>
                <a:ea typeface="DejaVu Sans"/>
                <a:cs typeface="DejaVu Sans"/>
              </a:defRPr>
            </a:pPr>
            <a:r>
              <a:rPr sz="2419" b="1">
                <a:solidFill>
                  <a:srgbClr val="102334"/>
                </a:solidFill>
                <a:latin typeface="DejaVu Sans"/>
                <a:ea typeface="DejaVu Sans"/>
                <a:cs typeface="DejaVu Sans"/>
              </a:rPr>
              <a:t>Zaplecze badawcze</a:t>
            </a:r>
          </a:p>
        </p:txBody>
      </p:sp>
      <p:sp>
        <p:nvSpPr>
          <p:cNvPr id="4" name="Prostokąt 3">
            <a:extLst>
              <a:ext uri="{FF2B5EF4-FFF2-40B4-BE49-F238E27FC236}">
                <a16:creationId xmlns:a16="http://schemas.microsoft.com/office/drawing/2014/main" id="{D26BEB41-69F8-4DFD-8CBD-77BB5B9A33D4}"/>
              </a:ext>
            </a:extLst>
          </p:cNvPr>
          <p:cNvSpPr>
            <a:spLocks noGrp="1"/>
          </p:cNvSpPr>
          <p:nvPr/>
        </p:nvSpPr>
        <p:spPr>
          <a:xfrm>
            <a:off x="514350" y="1464469"/>
            <a:ext cx="642938" cy="392906"/>
          </a:xfrm>
          <a:prstGeom prst="rect">
            <a:avLst/>
          </a:prstGeom>
          <a:noFill/>
          <a:ln w="0">
            <a:noFill/>
          </a:ln>
        </p:spPr>
        <p:txBody>
          <a:bodyPr anchor="ctr">
            <a:noAutofit/>
          </a:bodyPr>
          <a:lstStyle/>
          <a:p>
            <a:pPr>
              <a:defRPr sz="2550" b="1">
                <a:solidFill>
                  <a:srgbClr val="536878"/>
                </a:solidFill>
                <a:latin typeface="DejaVu Sans"/>
                <a:ea typeface="DejaVu Sans"/>
                <a:cs typeface="DejaVu Sans"/>
              </a:defRPr>
            </a:pPr>
            <a:r>
              <a:rPr sz="1913" b="1">
                <a:solidFill>
                  <a:srgbClr val="536878"/>
                </a:solidFill>
                <a:latin typeface="DejaVu Sans"/>
                <a:ea typeface="DejaVu Sans"/>
                <a:cs typeface="DejaVu Sans"/>
              </a:rPr>
              <a:t>01</a:t>
            </a:r>
          </a:p>
        </p:txBody>
      </p:sp>
      <p:sp>
        <p:nvSpPr>
          <p:cNvPr id="5" name="Prostokąt 4">
            <a:extLst>
              <a:ext uri="{FF2B5EF4-FFF2-40B4-BE49-F238E27FC236}">
                <a16:creationId xmlns:a16="http://schemas.microsoft.com/office/drawing/2014/main" id="{9410E4F9-BC31-4437-BCFE-4151AAE56E17}"/>
              </a:ext>
            </a:extLst>
          </p:cNvPr>
          <p:cNvSpPr>
            <a:spLocks noGrp="1"/>
          </p:cNvSpPr>
          <p:nvPr/>
        </p:nvSpPr>
        <p:spPr>
          <a:xfrm>
            <a:off x="514350" y="2007394"/>
            <a:ext cx="2407444" cy="478631"/>
          </a:xfrm>
          <a:prstGeom prst="rect">
            <a:avLst/>
          </a:prstGeom>
          <a:noFill/>
          <a:ln w="0">
            <a:noFill/>
          </a:ln>
        </p:spPr>
        <p:txBody>
          <a:bodyPr anchor="ctr">
            <a:noAutofit/>
          </a:bodyPr>
          <a:lstStyle/>
          <a:p>
            <a:pPr>
              <a:defRPr sz="2100" b="1">
                <a:solidFill>
                  <a:srgbClr val="102334"/>
                </a:solidFill>
                <a:latin typeface="DejaVu Sans"/>
                <a:ea typeface="DejaVu Sans"/>
                <a:cs typeface="DejaVu Sans"/>
              </a:defRPr>
            </a:pPr>
            <a:r>
              <a:rPr sz="1575" b="1">
                <a:solidFill>
                  <a:srgbClr val="102334"/>
                </a:solidFill>
                <a:latin typeface="DejaVu Sans"/>
                <a:ea typeface="DejaVu Sans"/>
                <a:cs typeface="DejaVu Sans"/>
              </a:rPr>
              <a:t>Doktorat</a:t>
            </a:r>
          </a:p>
        </p:txBody>
      </p:sp>
      <p:sp>
        <p:nvSpPr>
          <p:cNvPr id="6" name="Prostokąt 5">
            <a:extLst>
              <a:ext uri="{FF2B5EF4-FFF2-40B4-BE49-F238E27FC236}">
                <a16:creationId xmlns:a16="http://schemas.microsoft.com/office/drawing/2014/main" id="{8A8A0DCB-FA17-4207-B72D-9BE1D58BBF4B}"/>
              </a:ext>
            </a:extLst>
          </p:cNvPr>
          <p:cNvSpPr>
            <a:spLocks noGrp="1"/>
          </p:cNvSpPr>
          <p:nvPr/>
        </p:nvSpPr>
        <p:spPr>
          <a:xfrm>
            <a:off x="514350" y="2543175"/>
            <a:ext cx="2407444" cy="1743075"/>
          </a:xfrm>
          <a:prstGeom prst="rect">
            <a:avLst/>
          </a:prstGeom>
          <a:noFill/>
          <a:ln w="0">
            <a:noFill/>
          </a:ln>
        </p:spPr>
        <p:txBody>
          <a:bodyPr anchor="ctr">
            <a:noAutofit/>
          </a:bodyPr>
          <a:lstStyle/>
          <a:p>
            <a:pPr>
              <a:defRPr sz="1725" b="0">
                <a:solidFill>
                  <a:srgbClr val="102334"/>
                </a:solidFill>
                <a:latin typeface="DejaVu Sans"/>
                <a:ea typeface="DejaVu Sans"/>
                <a:cs typeface="DejaVu Sans"/>
              </a:defRPr>
            </a:pPr>
            <a:r>
              <a:rPr sz="1294">
                <a:solidFill>
                  <a:srgbClr val="102334"/>
                </a:solidFill>
                <a:latin typeface="DejaVu Sans"/>
                <a:ea typeface="DejaVu Sans"/>
                <a:cs typeface="DejaVu Sans"/>
              </a:rPr>
              <a:t>Stopień doktora w obszarze AI. Obrona w 2020 r. z wyróżnieniem.</a:t>
            </a:r>
          </a:p>
        </p:txBody>
      </p:sp>
      <p:sp>
        <p:nvSpPr>
          <p:cNvPr id="7" name="Prostokąt 6">
            <a:extLst>
              <a:ext uri="{FF2B5EF4-FFF2-40B4-BE49-F238E27FC236}">
                <a16:creationId xmlns:a16="http://schemas.microsoft.com/office/drawing/2014/main" id="{754CA0AA-6E97-4257-967A-2C6F53EF2B9D}"/>
              </a:ext>
            </a:extLst>
          </p:cNvPr>
          <p:cNvSpPr>
            <a:spLocks noGrp="1"/>
          </p:cNvSpPr>
          <p:nvPr/>
        </p:nvSpPr>
        <p:spPr>
          <a:xfrm>
            <a:off x="3350419" y="1464469"/>
            <a:ext cx="642938" cy="392906"/>
          </a:xfrm>
          <a:prstGeom prst="rect">
            <a:avLst/>
          </a:prstGeom>
          <a:noFill/>
          <a:ln w="0">
            <a:noFill/>
          </a:ln>
        </p:spPr>
        <p:txBody>
          <a:bodyPr anchor="ctr">
            <a:noAutofit/>
          </a:bodyPr>
          <a:lstStyle/>
          <a:p>
            <a:pPr>
              <a:defRPr sz="2550" b="1">
                <a:solidFill>
                  <a:srgbClr val="536878"/>
                </a:solidFill>
                <a:latin typeface="DejaVu Sans"/>
                <a:ea typeface="DejaVu Sans"/>
                <a:cs typeface="DejaVu Sans"/>
              </a:defRPr>
            </a:pPr>
            <a:r>
              <a:rPr sz="1913" b="1">
                <a:solidFill>
                  <a:srgbClr val="536878"/>
                </a:solidFill>
                <a:latin typeface="DejaVu Sans"/>
                <a:ea typeface="DejaVu Sans"/>
                <a:cs typeface="DejaVu Sans"/>
              </a:rPr>
              <a:t>02</a:t>
            </a:r>
          </a:p>
        </p:txBody>
      </p:sp>
      <p:sp>
        <p:nvSpPr>
          <p:cNvPr id="8" name="Prostokąt 7">
            <a:extLst>
              <a:ext uri="{FF2B5EF4-FFF2-40B4-BE49-F238E27FC236}">
                <a16:creationId xmlns:a16="http://schemas.microsoft.com/office/drawing/2014/main" id="{90C52DB0-26DF-40D6-AF9B-C7938B685A1B}"/>
              </a:ext>
            </a:extLst>
          </p:cNvPr>
          <p:cNvSpPr>
            <a:spLocks noGrp="1"/>
          </p:cNvSpPr>
          <p:nvPr/>
        </p:nvSpPr>
        <p:spPr>
          <a:xfrm>
            <a:off x="3350419" y="2007394"/>
            <a:ext cx="2407444" cy="478631"/>
          </a:xfrm>
          <a:prstGeom prst="rect">
            <a:avLst/>
          </a:prstGeom>
          <a:noFill/>
          <a:ln w="0">
            <a:noFill/>
          </a:ln>
        </p:spPr>
        <p:txBody>
          <a:bodyPr anchor="ctr">
            <a:noAutofit/>
          </a:bodyPr>
          <a:lstStyle/>
          <a:p>
            <a:pPr>
              <a:defRPr sz="2100" b="1">
                <a:solidFill>
                  <a:srgbClr val="102334"/>
                </a:solidFill>
                <a:latin typeface="DejaVu Sans"/>
                <a:ea typeface="DejaVu Sans"/>
                <a:cs typeface="DejaVu Sans"/>
              </a:defRPr>
            </a:pPr>
            <a:r>
              <a:rPr sz="1575" b="1">
                <a:solidFill>
                  <a:srgbClr val="102334"/>
                </a:solidFill>
                <a:latin typeface="DejaVu Sans"/>
                <a:ea typeface="DejaVu Sans"/>
                <a:cs typeface="DejaVu Sans"/>
              </a:rPr>
              <a:t>Temat badawczy</a:t>
            </a:r>
          </a:p>
        </p:txBody>
      </p:sp>
      <p:sp>
        <p:nvSpPr>
          <p:cNvPr id="9" name="Prostokąt 8">
            <a:extLst>
              <a:ext uri="{FF2B5EF4-FFF2-40B4-BE49-F238E27FC236}">
                <a16:creationId xmlns:a16="http://schemas.microsoft.com/office/drawing/2014/main" id="{1FC2CB94-64DB-4943-AEE8-6FC91BC18D88}"/>
              </a:ext>
            </a:extLst>
          </p:cNvPr>
          <p:cNvSpPr>
            <a:spLocks noGrp="1"/>
          </p:cNvSpPr>
          <p:nvPr/>
        </p:nvSpPr>
        <p:spPr>
          <a:xfrm>
            <a:off x="3350419" y="2543175"/>
            <a:ext cx="2407444" cy="1743075"/>
          </a:xfrm>
          <a:prstGeom prst="rect">
            <a:avLst/>
          </a:prstGeom>
          <a:noFill/>
          <a:ln w="0">
            <a:noFill/>
          </a:ln>
        </p:spPr>
        <p:txBody>
          <a:bodyPr anchor="ctr">
            <a:noAutofit/>
          </a:bodyPr>
          <a:lstStyle/>
          <a:p>
            <a:pPr>
              <a:defRPr sz="1725" b="0">
                <a:solidFill>
                  <a:srgbClr val="102334"/>
                </a:solidFill>
                <a:latin typeface="DejaVu Sans"/>
                <a:ea typeface="DejaVu Sans"/>
                <a:cs typeface="DejaVu Sans"/>
              </a:defRPr>
            </a:pPr>
            <a:r>
              <a:rPr sz="1294">
                <a:solidFill>
                  <a:srgbClr val="102334"/>
                </a:solidFill>
                <a:latin typeface="DejaVu Sans"/>
                <a:ea typeface="DejaVu Sans"/>
                <a:cs typeface="DejaVu Sans"/>
              </a:rPr>
              <a:t>Teoria gier w weryfikacji e-learningu oraz modele uczenia maszynowego.</a:t>
            </a:r>
          </a:p>
        </p:txBody>
      </p:sp>
      <p:sp>
        <p:nvSpPr>
          <p:cNvPr id="10" name="Prostokąt 9">
            <a:extLst>
              <a:ext uri="{FF2B5EF4-FFF2-40B4-BE49-F238E27FC236}">
                <a16:creationId xmlns:a16="http://schemas.microsoft.com/office/drawing/2014/main" id="{AAF2D177-EF89-4BB1-B7B6-3BFDD0EB4ADF}"/>
              </a:ext>
            </a:extLst>
          </p:cNvPr>
          <p:cNvSpPr>
            <a:spLocks noGrp="1"/>
          </p:cNvSpPr>
          <p:nvPr/>
        </p:nvSpPr>
        <p:spPr>
          <a:xfrm>
            <a:off x="6186487" y="1464469"/>
            <a:ext cx="642938" cy="392906"/>
          </a:xfrm>
          <a:prstGeom prst="rect">
            <a:avLst/>
          </a:prstGeom>
          <a:noFill/>
          <a:ln w="0">
            <a:noFill/>
          </a:ln>
        </p:spPr>
        <p:txBody>
          <a:bodyPr anchor="ctr">
            <a:noAutofit/>
          </a:bodyPr>
          <a:lstStyle/>
          <a:p>
            <a:pPr>
              <a:defRPr sz="2550" b="1">
                <a:solidFill>
                  <a:srgbClr val="536878"/>
                </a:solidFill>
                <a:latin typeface="DejaVu Sans"/>
                <a:ea typeface="DejaVu Sans"/>
                <a:cs typeface="DejaVu Sans"/>
              </a:defRPr>
            </a:pPr>
            <a:r>
              <a:rPr sz="1913" b="1">
                <a:solidFill>
                  <a:srgbClr val="536878"/>
                </a:solidFill>
                <a:latin typeface="DejaVu Sans"/>
                <a:ea typeface="DejaVu Sans"/>
                <a:cs typeface="DejaVu Sans"/>
              </a:rPr>
              <a:t>03</a:t>
            </a:r>
          </a:p>
        </p:txBody>
      </p:sp>
      <p:sp>
        <p:nvSpPr>
          <p:cNvPr id="11" name="Prostokąt 10">
            <a:extLst>
              <a:ext uri="{FF2B5EF4-FFF2-40B4-BE49-F238E27FC236}">
                <a16:creationId xmlns:a16="http://schemas.microsoft.com/office/drawing/2014/main" id="{D459ED29-DE47-4D6A-9821-8AF11076C1A8}"/>
              </a:ext>
            </a:extLst>
          </p:cNvPr>
          <p:cNvSpPr>
            <a:spLocks noGrp="1"/>
          </p:cNvSpPr>
          <p:nvPr/>
        </p:nvSpPr>
        <p:spPr>
          <a:xfrm>
            <a:off x="6186488" y="2007394"/>
            <a:ext cx="2407444" cy="478631"/>
          </a:xfrm>
          <a:prstGeom prst="rect">
            <a:avLst/>
          </a:prstGeom>
          <a:noFill/>
          <a:ln w="0">
            <a:noFill/>
          </a:ln>
        </p:spPr>
        <p:txBody>
          <a:bodyPr anchor="ctr">
            <a:noAutofit/>
          </a:bodyPr>
          <a:lstStyle/>
          <a:p>
            <a:pPr>
              <a:defRPr sz="2100" b="1">
                <a:solidFill>
                  <a:srgbClr val="102334"/>
                </a:solidFill>
                <a:latin typeface="DejaVu Sans"/>
                <a:ea typeface="DejaVu Sans"/>
                <a:cs typeface="DejaVu Sans"/>
              </a:defRPr>
            </a:pPr>
            <a:r>
              <a:rPr sz="1575" b="1">
                <a:solidFill>
                  <a:srgbClr val="102334"/>
                </a:solidFill>
                <a:latin typeface="DejaVu Sans"/>
                <a:ea typeface="DejaVu Sans"/>
                <a:cs typeface="DejaVu Sans"/>
              </a:rPr>
              <a:t>Metody</a:t>
            </a:r>
          </a:p>
        </p:txBody>
      </p:sp>
      <p:sp>
        <p:nvSpPr>
          <p:cNvPr id="12" name="Prostokąt 11">
            <a:extLst>
              <a:ext uri="{FF2B5EF4-FFF2-40B4-BE49-F238E27FC236}">
                <a16:creationId xmlns:a16="http://schemas.microsoft.com/office/drawing/2014/main" id="{A04C42B0-D5EA-4593-8937-2F47906AC026}"/>
              </a:ext>
            </a:extLst>
          </p:cNvPr>
          <p:cNvSpPr>
            <a:spLocks noGrp="1"/>
          </p:cNvSpPr>
          <p:nvPr/>
        </p:nvSpPr>
        <p:spPr>
          <a:xfrm>
            <a:off x="6186488" y="2543175"/>
            <a:ext cx="2407444" cy="1743075"/>
          </a:xfrm>
          <a:prstGeom prst="rect">
            <a:avLst/>
          </a:prstGeom>
          <a:noFill/>
          <a:ln w="0">
            <a:noFill/>
          </a:ln>
        </p:spPr>
        <p:txBody>
          <a:bodyPr anchor="ctr">
            <a:noAutofit/>
          </a:bodyPr>
          <a:lstStyle/>
          <a:p>
            <a:pPr>
              <a:defRPr sz="1725" b="0">
                <a:solidFill>
                  <a:srgbClr val="102334"/>
                </a:solidFill>
                <a:latin typeface="DejaVu Sans"/>
                <a:ea typeface="DejaVu Sans"/>
                <a:cs typeface="DejaVu Sans"/>
              </a:defRPr>
            </a:pPr>
            <a:r>
              <a:rPr sz="1294">
                <a:solidFill>
                  <a:srgbClr val="102334"/>
                </a:solidFill>
                <a:latin typeface="DejaVu Sans"/>
                <a:ea typeface="DejaVu Sans"/>
                <a:cs typeface="DejaVu Sans"/>
              </a:rPr>
              <a:t>Deep learning, NLP, uczenie ze wzmocnieniem i wyjaśnialność AI.</a:t>
            </a:r>
          </a:p>
        </p:txBody>
      </p:sp>
    </p:spTree>
    <p:extLst>
      <p:ext uri="{BB962C8B-B14F-4D97-AF65-F5344CB8AC3E}">
        <p14:creationId xmlns:p14="http://schemas.microsoft.com/office/powerpoint/2010/main" val="1389683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Prostokąt 7">
            <a:extLst>
              <a:ext uri="{FF2B5EF4-FFF2-40B4-BE49-F238E27FC236}">
                <a16:creationId xmlns:a16="http://schemas.microsoft.com/office/drawing/2014/main" id="{AB961CB4-0543-419B-8199-084A1B16D00E}"/>
              </a:ext>
            </a:extLst>
          </p:cNvPr>
          <p:cNvSpPr>
            <a:spLocks noGrp="1"/>
          </p:cNvSpPr>
          <p:nvPr/>
        </p:nvSpPr>
        <p:spPr>
          <a:xfrm>
            <a:off x="514350" y="221456"/>
            <a:ext cx="6572250" cy="200025"/>
          </a:xfrm>
          <a:prstGeom prst="rect">
            <a:avLst/>
          </a:prstGeom>
          <a:noFill/>
          <a:ln w="0">
            <a:noFill/>
          </a:ln>
        </p:spPr>
        <p:txBody>
          <a:bodyPr anchor="ctr">
            <a:noAutofit/>
          </a:bodyPr>
          <a:lstStyle/>
          <a:p>
            <a:pPr>
              <a:defRPr sz="1125" b="1">
                <a:solidFill>
                  <a:srgbClr val="536878"/>
                </a:solidFill>
                <a:latin typeface="DejaVu Sans"/>
                <a:ea typeface="DejaVu Sans"/>
                <a:cs typeface="DejaVu Sans"/>
              </a:defRPr>
            </a:pPr>
            <a:r>
              <a:rPr sz="844" b="1">
                <a:solidFill>
                  <a:srgbClr val="536878"/>
                </a:solidFill>
                <a:latin typeface="DejaVu Sans"/>
                <a:ea typeface="DejaVu Sans"/>
                <a:cs typeface="DejaVu Sans"/>
              </a:rPr>
              <a:t>PROWADZĄCY</a:t>
            </a:r>
          </a:p>
        </p:txBody>
      </p:sp>
      <p:sp>
        <p:nvSpPr>
          <p:cNvPr id="2" name="Prostokąt 1">
            <a:extLst>
              <a:ext uri="{FF2B5EF4-FFF2-40B4-BE49-F238E27FC236}">
                <a16:creationId xmlns:a16="http://schemas.microsoft.com/office/drawing/2014/main" id="{74B3D72D-1274-4125-9EDE-81FD526BAD00}"/>
              </a:ext>
            </a:extLst>
          </p:cNvPr>
          <p:cNvSpPr>
            <a:spLocks noGrp="1"/>
          </p:cNvSpPr>
          <p:nvPr/>
        </p:nvSpPr>
        <p:spPr>
          <a:xfrm>
            <a:off x="8286750" y="4607719"/>
            <a:ext cx="357188" cy="178594"/>
          </a:xfrm>
          <a:prstGeom prst="rect">
            <a:avLst/>
          </a:prstGeom>
          <a:noFill/>
          <a:ln w="0">
            <a:noFill/>
          </a:ln>
        </p:spPr>
        <p:txBody>
          <a:bodyPr anchor="ctr">
            <a:noAutofit/>
          </a:bodyPr>
          <a:lstStyle/>
          <a:p>
            <a:pPr>
              <a:defRPr sz="1125" b="0">
                <a:solidFill>
                  <a:srgbClr val="536878"/>
                </a:solidFill>
                <a:latin typeface="DejaVu Sans"/>
                <a:ea typeface="DejaVu Sans"/>
                <a:cs typeface="DejaVu Sans"/>
              </a:defRPr>
            </a:pPr>
            <a:r>
              <a:rPr sz="844">
                <a:solidFill>
                  <a:srgbClr val="536878"/>
                </a:solidFill>
                <a:latin typeface="DejaVu Sans"/>
                <a:ea typeface="DejaVu Sans"/>
                <a:cs typeface="DejaVu Sans"/>
              </a:rPr>
              <a:t>06</a:t>
            </a:r>
          </a:p>
        </p:txBody>
      </p:sp>
      <p:sp>
        <p:nvSpPr>
          <p:cNvPr id="3" name="Prostokąt 2">
            <a:extLst>
              <a:ext uri="{FF2B5EF4-FFF2-40B4-BE49-F238E27FC236}">
                <a16:creationId xmlns:a16="http://schemas.microsoft.com/office/drawing/2014/main" id="{3F075C3C-89CE-47C5-B35D-D67946ADE9CB}"/>
              </a:ext>
            </a:extLst>
          </p:cNvPr>
          <p:cNvSpPr>
            <a:spLocks noGrp="1"/>
          </p:cNvSpPr>
          <p:nvPr/>
        </p:nvSpPr>
        <p:spPr>
          <a:xfrm>
            <a:off x="514350" y="607219"/>
            <a:ext cx="8036719" cy="750094"/>
          </a:xfrm>
          <a:prstGeom prst="rect">
            <a:avLst/>
          </a:prstGeom>
          <a:noFill/>
          <a:ln w="0">
            <a:noFill/>
          </a:ln>
        </p:spPr>
        <p:txBody>
          <a:bodyPr anchor="ctr">
            <a:noAutofit/>
          </a:bodyPr>
          <a:lstStyle/>
          <a:p>
            <a:pPr>
              <a:defRPr sz="3225" b="1">
                <a:solidFill>
                  <a:srgbClr val="102334"/>
                </a:solidFill>
                <a:latin typeface="DejaVu Sans"/>
                <a:ea typeface="DejaVu Sans"/>
                <a:cs typeface="DejaVu Sans"/>
              </a:defRPr>
            </a:pPr>
            <a:r>
              <a:rPr sz="2419" b="1">
                <a:solidFill>
                  <a:srgbClr val="102334"/>
                </a:solidFill>
                <a:latin typeface="DejaVu Sans"/>
                <a:ea typeface="DejaVu Sans"/>
                <a:cs typeface="DejaVu Sans"/>
              </a:rPr>
              <a:t>Badania przekładane na praktykę</a:t>
            </a:r>
          </a:p>
        </p:txBody>
      </p:sp>
      <p:sp>
        <p:nvSpPr>
          <p:cNvPr id="4" name="Prostokąt 3">
            <a:extLst>
              <a:ext uri="{FF2B5EF4-FFF2-40B4-BE49-F238E27FC236}">
                <a16:creationId xmlns:a16="http://schemas.microsoft.com/office/drawing/2014/main" id="{3A711B14-7635-4834-892A-E8FA1A366B16}"/>
              </a:ext>
            </a:extLst>
          </p:cNvPr>
          <p:cNvSpPr>
            <a:spLocks noGrp="1"/>
          </p:cNvSpPr>
          <p:nvPr/>
        </p:nvSpPr>
        <p:spPr>
          <a:xfrm>
            <a:off x="514351" y="1593057"/>
            <a:ext cx="3821906" cy="378619"/>
          </a:xfrm>
          <a:prstGeom prst="rect">
            <a:avLst/>
          </a:prstGeom>
          <a:noFill/>
          <a:ln w="0">
            <a:noFill/>
          </a:ln>
        </p:spPr>
        <p:txBody>
          <a:bodyPr anchor="ctr">
            <a:noAutofit/>
          </a:bodyPr>
          <a:lstStyle/>
          <a:p>
            <a:pPr>
              <a:defRPr sz="2025" b="1">
                <a:solidFill>
                  <a:srgbClr val="102334"/>
                </a:solidFill>
                <a:latin typeface="DejaVu Sans"/>
                <a:ea typeface="DejaVu Sans"/>
                <a:cs typeface="DejaVu Sans"/>
              </a:defRPr>
            </a:pPr>
            <a:r>
              <a:rPr sz="1519" b="1">
                <a:solidFill>
                  <a:srgbClr val="102334"/>
                </a:solidFill>
                <a:latin typeface="DejaVu Sans"/>
                <a:ea typeface="DejaVu Sans"/>
                <a:cs typeface="DejaVu Sans"/>
              </a:rPr>
              <a:t>Kształcenie</a:t>
            </a:r>
          </a:p>
        </p:txBody>
      </p:sp>
      <p:sp>
        <p:nvSpPr>
          <p:cNvPr id="5" name="Prostokąt 4">
            <a:extLst>
              <a:ext uri="{FF2B5EF4-FFF2-40B4-BE49-F238E27FC236}">
                <a16:creationId xmlns:a16="http://schemas.microsoft.com/office/drawing/2014/main" id="{0BF74215-C618-4AA4-989A-A4FA0B178C28}"/>
              </a:ext>
            </a:extLst>
          </p:cNvPr>
          <p:cNvSpPr>
            <a:spLocks noGrp="1"/>
          </p:cNvSpPr>
          <p:nvPr/>
        </p:nvSpPr>
        <p:spPr>
          <a:xfrm>
            <a:off x="514351" y="2035969"/>
            <a:ext cx="3821906" cy="1978819"/>
          </a:xfrm>
          <a:prstGeom prst="rect">
            <a:avLst/>
          </a:prstGeom>
          <a:noFill/>
          <a:ln w="0">
            <a:noFill/>
          </a:ln>
        </p:spPr>
        <p:txBody>
          <a:bodyPr anchor="ctr">
            <a:noAutofit/>
          </a:bodyPr>
          <a:lstStyle/>
          <a:p>
            <a:pPr>
              <a:defRPr sz="1875" b="0">
                <a:solidFill>
                  <a:srgbClr val="102334"/>
                </a:solidFill>
                <a:latin typeface="DejaVu Sans"/>
                <a:ea typeface="DejaVu Sans"/>
                <a:cs typeface="DejaVu Sans"/>
              </a:defRPr>
            </a:pPr>
            <a:r>
              <a:rPr sz="1406">
                <a:solidFill>
                  <a:srgbClr val="102334"/>
                </a:solidFill>
                <a:latin typeface="DejaVu Sans"/>
                <a:ea typeface="DejaVu Sans"/>
                <a:cs typeface="DejaVu Sans"/>
              </a:rPr>
              <a:t>Kieruję studiami podyplomowymi o AI i biznesie w erze AI na Uniwersytecie SWPS. Prowadzę szkolenia dla specjalistów.</a:t>
            </a:r>
          </a:p>
        </p:txBody>
      </p:sp>
      <p:sp>
        <p:nvSpPr>
          <p:cNvPr id="6" name="Prostokąt 5">
            <a:extLst>
              <a:ext uri="{FF2B5EF4-FFF2-40B4-BE49-F238E27FC236}">
                <a16:creationId xmlns:a16="http://schemas.microsoft.com/office/drawing/2014/main" id="{B18BEBD5-FA89-4EB0-8178-C09D934E93C6}"/>
              </a:ext>
            </a:extLst>
          </p:cNvPr>
          <p:cNvSpPr>
            <a:spLocks noGrp="1"/>
          </p:cNvSpPr>
          <p:nvPr/>
        </p:nvSpPr>
        <p:spPr>
          <a:xfrm>
            <a:off x="4764882" y="1593057"/>
            <a:ext cx="3821906" cy="378619"/>
          </a:xfrm>
          <a:prstGeom prst="rect">
            <a:avLst/>
          </a:prstGeom>
          <a:noFill/>
          <a:ln w="0">
            <a:noFill/>
          </a:ln>
        </p:spPr>
        <p:txBody>
          <a:bodyPr anchor="ctr">
            <a:noAutofit/>
          </a:bodyPr>
          <a:lstStyle/>
          <a:p>
            <a:pPr>
              <a:defRPr sz="2025" b="1">
                <a:solidFill>
                  <a:srgbClr val="102334"/>
                </a:solidFill>
                <a:latin typeface="DejaVu Sans"/>
                <a:ea typeface="DejaVu Sans"/>
                <a:cs typeface="DejaVu Sans"/>
              </a:defRPr>
            </a:pPr>
            <a:r>
              <a:rPr sz="1519" b="1">
                <a:solidFill>
                  <a:srgbClr val="102334"/>
                </a:solidFill>
                <a:latin typeface="DejaVu Sans"/>
                <a:ea typeface="DejaVu Sans"/>
                <a:cs typeface="DejaVu Sans"/>
              </a:rPr>
              <a:t>Projekty</a:t>
            </a:r>
          </a:p>
        </p:txBody>
      </p:sp>
      <p:sp>
        <p:nvSpPr>
          <p:cNvPr id="7" name="Prostokąt 6">
            <a:extLst>
              <a:ext uri="{FF2B5EF4-FFF2-40B4-BE49-F238E27FC236}">
                <a16:creationId xmlns:a16="http://schemas.microsoft.com/office/drawing/2014/main" id="{0C732E4B-47A0-4F56-908F-4A4530872994}"/>
              </a:ext>
            </a:extLst>
          </p:cNvPr>
          <p:cNvSpPr>
            <a:spLocks noGrp="1"/>
          </p:cNvSpPr>
          <p:nvPr/>
        </p:nvSpPr>
        <p:spPr>
          <a:xfrm>
            <a:off x="4764882" y="2035969"/>
            <a:ext cx="3821906" cy="1978819"/>
          </a:xfrm>
          <a:prstGeom prst="rect">
            <a:avLst/>
          </a:prstGeom>
          <a:noFill/>
          <a:ln w="0">
            <a:noFill/>
          </a:ln>
        </p:spPr>
        <p:txBody>
          <a:bodyPr anchor="ctr">
            <a:noAutofit/>
          </a:bodyPr>
          <a:lstStyle/>
          <a:p>
            <a:pPr>
              <a:defRPr sz="1875" b="0">
                <a:solidFill>
                  <a:srgbClr val="102334"/>
                </a:solidFill>
                <a:latin typeface="DejaVu Sans"/>
                <a:ea typeface="DejaVu Sans"/>
                <a:cs typeface="DejaVu Sans"/>
              </a:defRPr>
            </a:pPr>
            <a:r>
              <a:rPr sz="1406">
                <a:solidFill>
                  <a:srgbClr val="102334"/>
                </a:solidFill>
                <a:latin typeface="DejaVu Sans"/>
                <a:ea typeface="DejaVu Sans"/>
                <a:cs typeface="DejaVu Sans"/>
              </a:rPr>
              <a:t>Jako prezes Synapse X rozwijam systemy agentowe, RAG i wsparcie decyzji. Pracuję z Pythonem, modelami ML i środowiskami wdrożeniowymi.</a:t>
            </a:r>
          </a:p>
        </p:txBody>
      </p:sp>
    </p:spTree>
    <p:extLst>
      <p:ext uri="{BB962C8B-B14F-4D97-AF65-F5344CB8AC3E}">
        <p14:creationId xmlns:p14="http://schemas.microsoft.com/office/powerpoint/2010/main" val="8718637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en-US"/>
          </a:p>
        </p:txBody>
      </p:sp>
      <p:sp>
        <p:nvSpPr>
          <p:cNvPr id="3" name="Symbol zastępczy tekstu 2"/>
          <p:cNvSpPr>
            <a:spLocks noGrp="1"/>
          </p:cNvSpPr>
          <p:nvPr>
            <p:ph type="body" sz="quarter" idx="12"/>
          </p:nvPr>
        </p:nvSpPr>
        <p:spPr/>
        <p:txBody>
          <a:bodyPr/>
          <a:lstStyle/>
          <a:p>
            <a:endParaRPr lang="en-US"/>
          </a:p>
        </p:txBody>
      </p:sp>
      <p:sp>
        <p:nvSpPr>
          <p:cNvPr id="4" name="Symbol zastępczy tekstu 3"/>
          <p:cNvSpPr>
            <a:spLocks noGrp="1"/>
          </p:cNvSpPr>
          <p:nvPr>
            <p:ph type="body" sz="quarter" idx="10"/>
          </p:nvPr>
        </p:nvSpPr>
        <p:spPr>
          <a:xfrm>
            <a:off x="1581528" y="1240425"/>
            <a:ext cx="7105272" cy="279757"/>
          </a:xfrm>
        </p:spPr>
        <p:txBody>
          <a:bodyPr/>
          <a:lstStyle/>
          <a:p>
            <a:r>
              <a:rPr lang="pl-PL" dirty="0"/>
              <a:t>Wprowadzenie do zagadnień związanych ze sztuczną inteligencją</a:t>
            </a:r>
            <a:endParaRPr lang="en-US" dirty="0"/>
          </a:p>
        </p:txBody>
      </p:sp>
      <p:sp>
        <p:nvSpPr>
          <p:cNvPr id="5" name="Symbol zastępczy tekstu 4"/>
          <p:cNvSpPr>
            <a:spLocks noGrp="1"/>
          </p:cNvSpPr>
          <p:nvPr>
            <p:ph type="body" sz="quarter" idx="30"/>
          </p:nvPr>
        </p:nvSpPr>
        <p:spPr>
          <a:xfrm>
            <a:off x="1581528" y="1603646"/>
            <a:ext cx="7105272" cy="279757"/>
          </a:xfrm>
        </p:spPr>
        <p:txBody>
          <a:bodyPr/>
          <a:lstStyle/>
          <a:p>
            <a:r>
              <a:rPr lang="pl-PL" dirty="0"/>
              <a:t>Algorytmy Ewolucyjne  - Algorytmy Genetyczne</a:t>
            </a:r>
            <a:endParaRPr lang="en-US" dirty="0"/>
          </a:p>
        </p:txBody>
      </p:sp>
      <p:sp>
        <p:nvSpPr>
          <p:cNvPr id="6" name="Symbol zastępczy tekstu 5"/>
          <p:cNvSpPr>
            <a:spLocks noGrp="1"/>
          </p:cNvSpPr>
          <p:nvPr>
            <p:ph type="body" sz="quarter" idx="31"/>
          </p:nvPr>
        </p:nvSpPr>
        <p:spPr>
          <a:xfrm>
            <a:off x="1581528" y="1982577"/>
            <a:ext cx="7105272" cy="279757"/>
          </a:xfrm>
        </p:spPr>
        <p:txBody>
          <a:bodyPr/>
          <a:lstStyle/>
          <a:p>
            <a:r>
              <a:rPr lang="pl-PL" dirty="0"/>
              <a:t>Sztuczne sieci neuronowe</a:t>
            </a:r>
            <a:endParaRPr lang="en-US" dirty="0"/>
          </a:p>
        </p:txBody>
      </p:sp>
      <p:sp>
        <p:nvSpPr>
          <p:cNvPr id="7" name="Symbol zastępczy tekstu 6"/>
          <p:cNvSpPr>
            <a:spLocks noGrp="1"/>
          </p:cNvSpPr>
          <p:nvPr>
            <p:ph type="body" sz="quarter" idx="32"/>
          </p:nvPr>
        </p:nvSpPr>
        <p:spPr>
          <a:xfrm>
            <a:off x="1581528" y="2353653"/>
            <a:ext cx="7105272" cy="279757"/>
          </a:xfrm>
        </p:spPr>
        <p:txBody>
          <a:bodyPr/>
          <a:lstStyle/>
          <a:p>
            <a:r>
              <a:rPr lang="pl-PL" dirty="0"/>
              <a:t>Algorytmy przeszukiwania</a:t>
            </a:r>
          </a:p>
        </p:txBody>
      </p:sp>
      <p:sp>
        <p:nvSpPr>
          <p:cNvPr id="8" name="Symbol zastępczy tekstu 7"/>
          <p:cNvSpPr>
            <a:spLocks noGrp="1"/>
          </p:cNvSpPr>
          <p:nvPr>
            <p:ph type="body" sz="quarter" idx="33"/>
          </p:nvPr>
        </p:nvSpPr>
        <p:spPr>
          <a:xfrm>
            <a:off x="1581528" y="2724729"/>
            <a:ext cx="7105272" cy="279757"/>
          </a:xfrm>
        </p:spPr>
        <p:txBody>
          <a:bodyPr/>
          <a:lstStyle/>
          <a:p>
            <a:r>
              <a:rPr lang="pl-PL" dirty="0"/>
              <a:t>Przeszukiwanie za pomocą algorytmów heurystycznych z implementacją w języku </a:t>
            </a:r>
            <a:r>
              <a:rPr lang="pl-PL" dirty="0" err="1"/>
              <a:t>Python</a:t>
            </a:r>
            <a:r>
              <a:rPr lang="pl-PL" dirty="0"/>
              <a:t> </a:t>
            </a:r>
          </a:p>
        </p:txBody>
      </p:sp>
      <p:sp>
        <p:nvSpPr>
          <p:cNvPr id="9" name="Symbol zastępczy tekstu 8"/>
          <p:cNvSpPr>
            <a:spLocks noGrp="1"/>
          </p:cNvSpPr>
          <p:nvPr>
            <p:ph type="body" sz="quarter" idx="34"/>
          </p:nvPr>
        </p:nvSpPr>
        <p:spPr>
          <a:xfrm>
            <a:off x="1581528" y="3095805"/>
            <a:ext cx="7105272" cy="279757"/>
          </a:xfrm>
        </p:spPr>
        <p:txBody>
          <a:bodyPr/>
          <a:lstStyle/>
          <a:p>
            <a:r>
              <a:rPr lang="pl-PL" dirty="0"/>
              <a:t>Algorytmy mrówkowe  - inteligencja rozproszona</a:t>
            </a:r>
            <a:endParaRPr lang="en-US" dirty="0"/>
          </a:p>
        </p:txBody>
      </p:sp>
      <p:sp>
        <p:nvSpPr>
          <p:cNvPr id="10" name="Symbol zastępczy tekstu 9"/>
          <p:cNvSpPr>
            <a:spLocks noGrp="1"/>
          </p:cNvSpPr>
          <p:nvPr>
            <p:ph type="body" sz="quarter" idx="35"/>
          </p:nvPr>
        </p:nvSpPr>
        <p:spPr>
          <a:xfrm>
            <a:off x="1581528" y="3466881"/>
            <a:ext cx="7105272" cy="279757"/>
          </a:xfrm>
        </p:spPr>
        <p:txBody>
          <a:bodyPr/>
          <a:lstStyle/>
          <a:p>
            <a:r>
              <a:rPr lang="pl-PL" dirty="0"/>
              <a:t>Uczenie przez wzmacnianie z użyciem algorytmu Q-learning</a:t>
            </a:r>
            <a:endParaRPr lang="en-US" dirty="0"/>
          </a:p>
        </p:txBody>
      </p:sp>
      <p:sp>
        <p:nvSpPr>
          <p:cNvPr id="11" name="Symbol zastępczy tekstu 10"/>
          <p:cNvSpPr>
            <a:spLocks noGrp="1"/>
          </p:cNvSpPr>
          <p:nvPr>
            <p:ph type="body" sz="quarter" idx="36"/>
          </p:nvPr>
        </p:nvSpPr>
        <p:spPr>
          <a:xfrm>
            <a:off x="1581528" y="3837957"/>
            <a:ext cx="7105272" cy="279757"/>
          </a:xfrm>
        </p:spPr>
        <p:txBody>
          <a:bodyPr/>
          <a:lstStyle/>
          <a:p>
            <a:r>
              <a:rPr lang="pl-PL" dirty="0"/>
              <a:t>Przegląd najnowszych algorytmów AI</a:t>
            </a:r>
          </a:p>
        </p:txBody>
      </p:sp>
      <p:sp>
        <p:nvSpPr>
          <p:cNvPr id="12" name="Symbol zastępczy tekstu 11"/>
          <p:cNvSpPr>
            <a:spLocks noGrp="1"/>
          </p:cNvSpPr>
          <p:nvPr>
            <p:ph type="body" sz="quarter" idx="37"/>
          </p:nvPr>
        </p:nvSpPr>
        <p:spPr/>
        <p:txBody>
          <a:bodyPr/>
          <a:lstStyle/>
          <a:p>
            <a:endParaRPr lang="en-US"/>
          </a:p>
        </p:txBody>
      </p:sp>
      <p:sp>
        <p:nvSpPr>
          <p:cNvPr id="13" name="Symbol zastępczy tekstu 12"/>
          <p:cNvSpPr>
            <a:spLocks noGrp="1"/>
          </p:cNvSpPr>
          <p:nvPr>
            <p:ph type="body" sz="quarter" idx="38"/>
          </p:nvPr>
        </p:nvSpPr>
        <p:spPr/>
        <p:txBody>
          <a:bodyPr/>
          <a:lstStyle/>
          <a:p>
            <a:endParaRPr lang="en-US"/>
          </a:p>
        </p:txBody>
      </p:sp>
      <p:sp>
        <p:nvSpPr>
          <p:cNvPr id="14" name="Symbol zastępczy tekstu 13"/>
          <p:cNvSpPr>
            <a:spLocks noGrp="1"/>
          </p:cNvSpPr>
          <p:nvPr>
            <p:ph type="body" sz="quarter" idx="39"/>
          </p:nvPr>
        </p:nvSpPr>
        <p:spPr/>
        <p:txBody>
          <a:bodyPr/>
          <a:lstStyle/>
          <a:p>
            <a:endParaRPr lang="en-US"/>
          </a:p>
        </p:txBody>
      </p:sp>
      <p:sp>
        <p:nvSpPr>
          <p:cNvPr id="15" name="Symbol zastępczy tekstu 14"/>
          <p:cNvSpPr>
            <a:spLocks noGrp="1"/>
          </p:cNvSpPr>
          <p:nvPr>
            <p:ph type="body" sz="quarter" idx="40"/>
          </p:nvPr>
        </p:nvSpPr>
        <p:spPr/>
        <p:txBody>
          <a:bodyPr/>
          <a:lstStyle/>
          <a:p>
            <a:endParaRPr lang="en-US"/>
          </a:p>
        </p:txBody>
      </p:sp>
      <p:sp>
        <p:nvSpPr>
          <p:cNvPr id="16" name="Symbol zastępczy tekstu 15"/>
          <p:cNvSpPr>
            <a:spLocks noGrp="1"/>
          </p:cNvSpPr>
          <p:nvPr>
            <p:ph type="body" sz="quarter" idx="41"/>
          </p:nvPr>
        </p:nvSpPr>
        <p:spPr/>
        <p:txBody>
          <a:bodyPr/>
          <a:lstStyle/>
          <a:p>
            <a:endParaRPr lang="en-US"/>
          </a:p>
        </p:txBody>
      </p:sp>
      <p:sp>
        <p:nvSpPr>
          <p:cNvPr id="17" name="Symbol zastępczy tekstu 16"/>
          <p:cNvSpPr>
            <a:spLocks noGrp="1"/>
          </p:cNvSpPr>
          <p:nvPr>
            <p:ph type="body" sz="quarter" idx="42"/>
          </p:nvPr>
        </p:nvSpPr>
        <p:spPr/>
        <p:txBody>
          <a:bodyPr/>
          <a:lstStyle/>
          <a:p>
            <a:endParaRPr lang="en-US"/>
          </a:p>
        </p:txBody>
      </p:sp>
      <p:sp>
        <p:nvSpPr>
          <p:cNvPr id="18" name="Symbol zastępczy tekstu 17"/>
          <p:cNvSpPr>
            <a:spLocks noGrp="1"/>
          </p:cNvSpPr>
          <p:nvPr>
            <p:ph type="body" sz="quarter" idx="43"/>
          </p:nvPr>
        </p:nvSpPr>
        <p:spPr/>
        <p:txBody>
          <a:bodyPr/>
          <a:lstStyle/>
          <a:p>
            <a:endParaRPr lang="en-US"/>
          </a:p>
        </p:txBody>
      </p:sp>
    </p:spTree>
    <p:extLst>
      <p:ext uri="{BB962C8B-B14F-4D97-AF65-F5344CB8AC3E}">
        <p14:creationId xmlns:p14="http://schemas.microsoft.com/office/powerpoint/2010/main" val="10384773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479089-3793-44BA-83AA-8604A5F56BAD}"/>
              </a:ext>
            </a:extLst>
          </p:cNvPr>
          <p:cNvSpPr>
            <a:spLocks noGrp="1"/>
          </p:cNvSpPr>
          <p:nvPr>
            <p:ph type="title"/>
          </p:nvPr>
        </p:nvSpPr>
        <p:spPr/>
        <p:txBody>
          <a:bodyPr/>
          <a:lstStyle/>
          <a:p>
            <a:r>
              <a:rPr lang="pl-PL" dirty="0"/>
              <a:t>Historia języka Python:</a:t>
            </a:r>
          </a:p>
        </p:txBody>
      </p:sp>
      <p:sp>
        <p:nvSpPr>
          <p:cNvPr id="4" name="Rectangle 3">
            <a:extLst>
              <a:ext uri="{FF2B5EF4-FFF2-40B4-BE49-F238E27FC236}">
                <a16:creationId xmlns:a16="http://schemas.microsoft.com/office/drawing/2014/main" id="{697A22CC-F072-48E7-9809-B66103B10EBD}"/>
              </a:ext>
            </a:extLst>
          </p:cNvPr>
          <p:cNvSpPr txBox="1">
            <a:spLocks noChangeArrowheads="1"/>
          </p:cNvSpPr>
          <p:nvPr/>
        </p:nvSpPr>
        <p:spPr>
          <a:xfrm>
            <a:off x="1095550" y="1549221"/>
            <a:ext cx="6643295" cy="279837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l-PL" altLang="pl-PL" sz="1350" dirty="0"/>
              <a:t>Python jest aktualnie jednym z najbardziej popularnych języków programowania wysokiego poziomu o bardzo różnorodnym zakresie funkcjonalnym. Język ten został zaprojektowany przez Holendra Guido van Rossum w 1990 roku a następnie dokumentacja została przygotowana przez instytucję Python Software Foundation (Wiskunde &amp; Informatica (CWI) Amsterdam) . Idea to połączenie minimalizmu w kodzie z indywidualizmem rozwiązań oraz implemetacji. </a:t>
            </a:r>
          </a:p>
          <a:p>
            <a:r>
              <a:rPr lang="pl-PL" altLang="pl-PL" sz="1350" dirty="0"/>
              <a:t>Guido jest fanem serialu telewizyjnego BBC „Latający cyrk Monty Pythona”. Nazwa była inspirowana tym właśnie serialem.</a:t>
            </a:r>
          </a:p>
          <a:p>
            <a:r>
              <a:rPr lang="pl-PL" altLang="pl-PL" sz="1350" dirty="0"/>
              <a:t>Prekursorem języka Python był język ABC, który stał się API dla systemu Amoeba</a:t>
            </a:r>
          </a:p>
          <a:p>
            <a:r>
              <a:rPr lang="pl-PL" altLang="pl-PL" sz="1350" dirty="0"/>
              <a:t>Język Python w swojej konstrukcji posiada najlepsze cechy języka ABC oraz języka Modula-3</a:t>
            </a:r>
          </a:p>
          <a:p>
            <a:r>
              <a:rPr lang="pl-PL" altLang="pl-PL" sz="1350" dirty="0"/>
              <a:t>Python na swojej drodze rozwoju czerpał z wielu inspiracji łącznie z takimi językami jak C, Pearl czy Java.</a:t>
            </a:r>
          </a:p>
          <a:p>
            <a:endParaRPr lang="pl-PL" altLang="pl-PL" sz="1350" dirty="0"/>
          </a:p>
        </p:txBody>
      </p:sp>
      <p:pic>
        <p:nvPicPr>
          <p:cNvPr id="5" name="Obraz 4">
            <a:extLst>
              <a:ext uri="{FF2B5EF4-FFF2-40B4-BE49-F238E27FC236}">
                <a16:creationId xmlns:a16="http://schemas.microsoft.com/office/drawing/2014/main" id="{F45F9DB1-80CF-4A35-BBAC-9FFC01DC4D97}"/>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7260648" y="273844"/>
            <a:ext cx="1254702" cy="1254702"/>
          </a:xfrm>
          <a:prstGeom prst="rect">
            <a:avLst/>
          </a:prstGeom>
        </p:spPr>
      </p:pic>
    </p:spTree>
    <p:extLst>
      <p:ext uri="{BB962C8B-B14F-4D97-AF65-F5344CB8AC3E}">
        <p14:creationId xmlns:p14="http://schemas.microsoft.com/office/powerpoint/2010/main" val="16344587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4F5F1F9A-84A6-4A05-AED7-048D2DA928D7}"/>
              </a:ext>
            </a:extLst>
          </p:cNvPr>
          <p:cNvSpPr>
            <a:spLocks noGrp="1"/>
          </p:cNvSpPr>
          <p:nvPr>
            <p:ph type="title"/>
          </p:nvPr>
        </p:nvSpPr>
        <p:spPr/>
        <p:txBody>
          <a:bodyPr/>
          <a:lstStyle/>
          <a:p>
            <a:r>
              <a:rPr lang="pl-PL" dirty="0"/>
              <a:t>Kalendarium</a:t>
            </a:r>
          </a:p>
        </p:txBody>
      </p:sp>
      <p:pic>
        <p:nvPicPr>
          <p:cNvPr id="6" name="Obraz 5">
            <a:extLst>
              <a:ext uri="{FF2B5EF4-FFF2-40B4-BE49-F238E27FC236}">
                <a16:creationId xmlns:a16="http://schemas.microsoft.com/office/drawing/2014/main" id="{28E13767-4478-4B0D-9B13-AAEB576DD487}"/>
              </a:ext>
            </a:extLst>
          </p:cNvPr>
          <p:cNvPicPr>
            <a:picLocks noChangeAspect="1"/>
          </p:cNvPicPr>
          <p:nvPr/>
        </p:nvPicPr>
        <p:blipFill>
          <a:blip r:embed="rId2"/>
          <a:stretch>
            <a:fillRect/>
          </a:stretch>
        </p:blipFill>
        <p:spPr>
          <a:xfrm>
            <a:off x="493254" y="1268016"/>
            <a:ext cx="8450138" cy="2741083"/>
          </a:xfrm>
          <a:prstGeom prst="rect">
            <a:avLst/>
          </a:prstGeom>
        </p:spPr>
      </p:pic>
    </p:spTree>
    <p:extLst>
      <p:ext uri="{BB962C8B-B14F-4D97-AF65-F5344CB8AC3E}">
        <p14:creationId xmlns:p14="http://schemas.microsoft.com/office/powerpoint/2010/main" val="20627059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B80ADF49-591D-4D9E-87F6-F5EB85599278}"/>
              </a:ext>
            </a:extLst>
          </p:cNvPr>
          <p:cNvSpPr>
            <a:spLocks noGrp="1"/>
          </p:cNvSpPr>
          <p:nvPr>
            <p:ph type="title"/>
          </p:nvPr>
        </p:nvSpPr>
        <p:spPr>
          <a:xfrm>
            <a:off x="628650" y="89517"/>
            <a:ext cx="7886700" cy="994172"/>
          </a:xfrm>
        </p:spPr>
        <p:txBody>
          <a:bodyPr/>
          <a:lstStyle/>
          <a:p>
            <a:r>
              <a:rPr lang="pl-PL" dirty="0"/>
              <a:t>Co dalej z językiem Python</a:t>
            </a:r>
          </a:p>
        </p:txBody>
      </p:sp>
      <p:sp>
        <p:nvSpPr>
          <p:cNvPr id="4" name="pole tekstowe 3">
            <a:extLst>
              <a:ext uri="{FF2B5EF4-FFF2-40B4-BE49-F238E27FC236}">
                <a16:creationId xmlns:a16="http://schemas.microsoft.com/office/drawing/2014/main" id="{C5105556-A6A6-4B0F-B39B-22EE6A23D35B}"/>
              </a:ext>
            </a:extLst>
          </p:cNvPr>
          <p:cNvSpPr txBox="1"/>
          <p:nvPr/>
        </p:nvSpPr>
        <p:spPr>
          <a:xfrm>
            <a:off x="389673" y="2390404"/>
            <a:ext cx="2329517" cy="1131079"/>
          </a:xfrm>
          <a:prstGeom prst="rect">
            <a:avLst/>
          </a:prstGeom>
          <a:noFill/>
        </p:spPr>
        <p:txBody>
          <a:bodyPr wrap="square" rtlCol="0">
            <a:spAutoFit/>
          </a:bodyPr>
          <a:lstStyle/>
          <a:p>
            <a:r>
              <a:rPr lang="pl-PL" sz="3375" dirty="0" err="1"/>
              <a:t>Python</a:t>
            </a:r>
            <a:r>
              <a:rPr lang="pl-PL" sz="3375" dirty="0"/>
              <a:t> 3.12</a:t>
            </a:r>
          </a:p>
        </p:txBody>
      </p:sp>
      <p:sp>
        <p:nvSpPr>
          <p:cNvPr id="5" name="pole tekstowe 4">
            <a:extLst>
              <a:ext uri="{FF2B5EF4-FFF2-40B4-BE49-F238E27FC236}">
                <a16:creationId xmlns:a16="http://schemas.microsoft.com/office/drawing/2014/main" id="{6BE4FF08-1E8C-474B-8E6B-D2539A1ECD10}"/>
              </a:ext>
            </a:extLst>
          </p:cNvPr>
          <p:cNvSpPr txBox="1"/>
          <p:nvPr/>
        </p:nvSpPr>
        <p:spPr>
          <a:xfrm>
            <a:off x="6882117" y="2390404"/>
            <a:ext cx="1977180" cy="611706"/>
          </a:xfrm>
          <a:prstGeom prst="rect">
            <a:avLst/>
          </a:prstGeom>
          <a:noFill/>
        </p:spPr>
        <p:txBody>
          <a:bodyPr wrap="square" rtlCol="0">
            <a:spAutoFit/>
          </a:bodyPr>
          <a:lstStyle/>
          <a:p>
            <a:r>
              <a:rPr lang="pl-PL" sz="3375" dirty="0"/>
              <a:t>Python 4</a:t>
            </a:r>
          </a:p>
        </p:txBody>
      </p:sp>
      <p:pic>
        <p:nvPicPr>
          <p:cNvPr id="6" name="Obraz 5">
            <a:extLst>
              <a:ext uri="{FF2B5EF4-FFF2-40B4-BE49-F238E27FC236}">
                <a16:creationId xmlns:a16="http://schemas.microsoft.com/office/drawing/2014/main" id="{EABFB665-AFCE-41BE-93DD-9454794895BD}"/>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3454137" y="1717817"/>
            <a:ext cx="2565778" cy="1924333"/>
          </a:xfrm>
          <a:prstGeom prst="rect">
            <a:avLst/>
          </a:prstGeom>
        </p:spPr>
      </p:pic>
      <p:sp>
        <p:nvSpPr>
          <p:cNvPr id="7" name="pole tekstowe 6">
            <a:extLst>
              <a:ext uri="{FF2B5EF4-FFF2-40B4-BE49-F238E27FC236}">
                <a16:creationId xmlns:a16="http://schemas.microsoft.com/office/drawing/2014/main" id="{80A5147D-66B2-4AE7-B47C-71C9FE22297B}"/>
              </a:ext>
            </a:extLst>
          </p:cNvPr>
          <p:cNvSpPr txBox="1"/>
          <p:nvPr/>
        </p:nvSpPr>
        <p:spPr>
          <a:xfrm>
            <a:off x="559965" y="3938632"/>
            <a:ext cx="7606718" cy="715581"/>
          </a:xfrm>
          <a:prstGeom prst="rect">
            <a:avLst/>
          </a:prstGeom>
          <a:noFill/>
        </p:spPr>
        <p:txBody>
          <a:bodyPr wrap="square" rtlCol="0">
            <a:spAutoFit/>
          </a:bodyPr>
          <a:lstStyle/>
          <a:p>
            <a:r>
              <a:rPr lang="pl-PL" sz="1350" dirty="0"/>
              <a:t>Guido Van Rossum (twórca języka Python) nie zostawia żadnych wątpliwości, że na zmianę głównej wersji należy jeszcze poczekać. Prawdopodobnie niedługo pojawi się wersja 3.12, która ma wprowadzić kilka nowości. </a:t>
            </a:r>
          </a:p>
        </p:txBody>
      </p:sp>
      <p:sp>
        <p:nvSpPr>
          <p:cNvPr id="3" name="pole tekstowe 2">
            <a:extLst>
              <a:ext uri="{FF2B5EF4-FFF2-40B4-BE49-F238E27FC236}">
                <a16:creationId xmlns:a16="http://schemas.microsoft.com/office/drawing/2014/main" id="{17BBB729-0BC5-49BA-9FB1-C0E60CB09595}"/>
              </a:ext>
            </a:extLst>
          </p:cNvPr>
          <p:cNvSpPr txBox="1"/>
          <p:nvPr/>
        </p:nvSpPr>
        <p:spPr>
          <a:xfrm>
            <a:off x="924886" y="1049122"/>
            <a:ext cx="5448650" cy="507831"/>
          </a:xfrm>
          <a:prstGeom prst="rect">
            <a:avLst/>
          </a:prstGeom>
          <a:noFill/>
        </p:spPr>
        <p:txBody>
          <a:bodyPr wrap="square" rtlCol="0">
            <a:spAutoFit/>
          </a:bodyPr>
          <a:lstStyle/>
          <a:p>
            <a:r>
              <a:rPr lang="pl-PL" sz="1350" dirty="0"/>
              <a:t>Która wersja Pythona będzie następna? Czy zmiana wersji z 3 na 4? </a:t>
            </a:r>
          </a:p>
          <a:p>
            <a:r>
              <a:rPr lang="pl-PL" sz="1350" dirty="0"/>
              <a:t>Czy kolejna subwersja czyli 3.x</a:t>
            </a:r>
          </a:p>
        </p:txBody>
      </p:sp>
    </p:spTree>
    <p:extLst>
      <p:ext uri="{BB962C8B-B14F-4D97-AF65-F5344CB8AC3E}">
        <p14:creationId xmlns:p14="http://schemas.microsoft.com/office/powerpoint/2010/main" val="20254169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C49D7BA4-AF5A-449E-B35F-B404881E92E7}"/>
              </a:ext>
            </a:extLst>
          </p:cNvPr>
          <p:cNvSpPr>
            <a:spLocks noGrp="1"/>
          </p:cNvSpPr>
          <p:nvPr>
            <p:ph type="title"/>
          </p:nvPr>
        </p:nvSpPr>
        <p:spPr>
          <a:xfrm>
            <a:off x="431921" y="527499"/>
            <a:ext cx="8272212" cy="741249"/>
          </a:xfrm>
        </p:spPr>
        <p:txBody>
          <a:bodyPr/>
          <a:lstStyle/>
          <a:p>
            <a:r>
              <a:rPr lang="pl-PL" dirty="0"/>
              <a:t>Wersjonowanie języka Python</a:t>
            </a:r>
          </a:p>
        </p:txBody>
      </p:sp>
      <p:sp>
        <p:nvSpPr>
          <p:cNvPr id="3" name="pole tekstowe 2">
            <a:extLst>
              <a:ext uri="{FF2B5EF4-FFF2-40B4-BE49-F238E27FC236}">
                <a16:creationId xmlns:a16="http://schemas.microsoft.com/office/drawing/2014/main" id="{4DB9B835-CB00-47FB-9367-66BA18ABC4C0}"/>
              </a:ext>
            </a:extLst>
          </p:cNvPr>
          <p:cNvSpPr txBox="1"/>
          <p:nvPr/>
        </p:nvSpPr>
        <p:spPr>
          <a:xfrm>
            <a:off x="1113638" y="1560352"/>
            <a:ext cx="4605557" cy="300082"/>
          </a:xfrm>
          <a:prstGeom prst="rect">
            <a:avLst/>
          </a:prstGeom>
          <a:noFill/>
        </p:spPr>
        <p:txBody>
          <a:bodyPr wrap="square" rtlCol="0">
            <a:spAutoFit/>
          </a:bodyPr>
          <a:lstStyle/>
          <a:p>
            <a:r>
              <a:rPr lang="pl-PL" sz="1350" dirty="0"/>
              <a:t>Python R.E.X   np. 3.9.6</a:t>
            </a:r>
          </a:p>
        </p:txBody>
      </p:sp>
      <p:sp>
        <p:nvSpPr>
          <p:cNvPr id="4" name="pole tekstowe 3">
            <a:extLst>
              <a:ext uri="{FF2B5EF4-FFF2-40B4-BE49-F238E27FC236}">
                <a16:creationId xmlns:a16="http://schemas.microsoft.com/office/drawing/2014/main" id="{76985214-62C4-401C-96C2-501FC7FE555A}"/>
              </a:ext>
            </a:extLst>
          </p:cNvPr>
          <p:cNvSpPr txBox="1"/>
          <p:nvPr/>
        </p:nvSpPr>
        <p:spPr>
          <a:xfrm>
            <a:off x="1233181" y="4023741"/>
            <a:ext cx="4605557" cy="300082"/>
          </a:xfrm>
          <a:prstGeom prst="rect">
            <a:avLst/>
          </a:prstGeom>
          <a:noFill/>
        </p:spPr>
        <p:txBody>
          <a:bodyPr wrap="square" rtlCol="0">
            <a:spAutoFit/>
          </a:bodyPr>
          <a:lstStyle/>
          <a:p>
            <a:r>
              <a:rPr lang="pl-PL" sz="1350" dirty="0"/>
              <a:t>Python 3.8.4</a:t>
            </a:r>
          </a:p>
        </p:txBody>
      </p:sp>
      <p:sp>
        <p:nvSpPr>
          <p:cNvPr id="5" name="pole tekstowe 4">
            <a:extLst>
              <a:ext uri="{FF2B5EF4-FFF2-40B4-BE49-F238E27FC236}">
                <a16:creationId xmlns:a16="http://schemas.microsoft.com/office/drawing/2014/main" id="{1A4EFEA6-902A-4A22-B5A8-0B46B73C6657}"/>
              </a:ext>
            </a:extLst>
          </p:cNvPr>
          <p:cNvSpPr txBox="1"/>
          <p:nvPr/>
        </p:nvSpPr>
        <p:spPr>
          <a:xfrm>
            <a:off x="1233181" y="4313302"/>
            <a:ext cx="4605557" cy="300082"/>
          </a:xfrm>
          <a:prstGeom prst="rect">
            <a:avLst/>
          </a:prstGeom>
          <a:noFill/>
        </p:spPr>
        <p:txBody>
          <a:bodyPr wrap="square" rtlCol="0">
            <a:spAutoFit/>
          </a:bodyPr>
          <a:lstStyle/>
          <a:p>
            <a:r>
              <a:rPr lang="pl-PL" sz="1350" dirty="0"/>
              <a:t>Python 2.7.1</a:t>
            </a:r>
          </a:p>
        </p:txBody>
      </p:sp>
      <p:sp>
        <p:nvSpPr>
          <p:cNvPr id="6" name="pole tekstowe 5">
            <a:extLst>
              <a:ext uri="{FF2B5EF4-FFF2-40B4-BE49-F238E27FC236}">
                <a16:creationId xmlns:a16="http://schemas.microsoft.com/office/drawing/2014/main" id="{E29DC472-C3EF-4A7A-9F90-1DEC8FBF2190}"/>
              </a:ext>
            </a:extLst>
          </p:cNvPr>
          <p:cNvSpPr txBox="1"/>
          <p:nvPr/>
        </p:nvSpPr>
        <p:spPr>
          <a:xfrm>
            <a:off x="1233181" y="4615427"/>
            <a:ext cx="4605557" cy="300082"/>
          </a:xfrm>
          <a:prstGeom prst="rect">
            <a:avLst/>
          </a:prstGeom>
          <a:noFill/>
        </p:spPr>
        <p:txBody>
          <a:bodyPr wrap="square" rtlCol="0">
            <a:spAutoFit/>
          </a:bodyPr>
          <a:lstStyle/>
          <a:p>
            <a:r>
              <a:rPr lang="pl-PL" sz="1350" dirty="0"/>
              <a:t>Python 3.6.5</a:t>
            </a:r>
          </a:p>
        </p:txBody>
      </p:sp>
      <p:sp>
        <p:nvSpPr>
          <p:cNvPr id="7" name="pole tekstowe 6">
            <a:extLst>
              <a:ext uri="{FF2B5EF4-FFF2-40B4-BE49-F238E27FC236}">
                <a16:creationId xmlns:a16="http://schemas.microsoft.com/office/drawing/2014/main" id="{20E68708-8B1C-486C-9037-F1A3CCD94222}"/>
              </a:ext>
            </a:extLst>
          </p:cNvPr>
          <p:cNvSpPr txBox="1"/>
          <p:nvPr/>
        </p:nvSpPr>
        <p:spPr>
          <a:xfrm>
            <a:off x="1182043" y="1874846"/>
            <a:ext cx="6765722" cy="715581"/>
          </a:xfrm>
          <a:prstGeom prst="rect">
            <a:avLst/>
          </a:prstGeom>
          <a:noFill/>
        </p:spPr>
        <p:txBody>
          <a:bodyPr wrap="square" rtlCol="0">
            <a:spAutoFit/>
          </a:bodyPr>
          <a:lstStyle/>
          <a:p>
            <a:r>
              <a:rPr lang="pl-PL" sz="1350" dirty="0"/>
              <a:t>R – wersja główna (pierwsza cyfra wersji), aktualnie nr 3. Każda nowa wersja wprowadza istotne i kluczowe zmiany w składni języka, zmienia sposób interpretacji programu</a:t>
            </a:r>
          </a:p>
        </p:txBody>
      </p:sp>
      <p:sp>
        <p:nvSpPr>
          <p:cNvPr id="8" name="pole tekstowe 7">
            <a:extLst>
              <a:ext uri="{FF2B5EF4-FFF2-40B4-BE49-F238E27FC236}">
                <a16:creationId xmlns:a16="http://schemas.microsoft.com/office/drawing/2014/main" id="{77855331-6EA6-431F-B3CE-F8AB65FD0D28}"/>
              </a:ext>
            </a:extLst>
          </p:cNvPr>
          <p:cNvSpPr txBox="1"/>
          <p:nvPr/>
        </p:nvSpPr>
        <p:spPr>
          <a:xfrm>
            <a:off x="1189139" y="2586475"/>
            <a:ext cx="6568580" cy="715581"/>
          </a:xfrm>
          <a:prstGeom prst="rect">
            <a:avLst/>
          </a:prstGeom>
          <a:noFill/>
        </p:spPr>
        <p:txBody>
          <a:bodyPr wrap="square" rtlCol="0">
            <a:spAutoFit/>
          </a:bodyPr>
          <a:lstStyle/>
          <a:p>
            <a:r>
              <a:rPr lang="pl-PL" sz="1350" dirty="0"/>
              <a:t>E – wersja drugorzędna (druga wartość po kropce), aktualnie nr11. Każda nowa wersja wprowadza ważne zmiany w składni języka, jednak nie zmienia sposobu interpretacji programu </a:t>
            </a:r>
          </a:p>
        </p:txBody>
      </p:sp>
      <p:sp>
        <p:nvSpPr>
          <p:cNvPr id="9" name="pole tekstowe 8">
            <a:extLst>
              <a:ext uri="{FF2B5EF4-FFF2-40B4-BE49-F238E27FC236}">
                <a16:creationId xmlns:a16="http://schemas.microsoft.com/office/drawing/2014/main" id="{D5560539-B6B1-44AB-B054-2D4F5F9F6A1E}"/>
              </a:ext>
            </a:extLst>
          </p:cNvPr>
          <p:cNvSpPr txBox="1"/>
          <p:nvPr/>
        </p:nvSpPr>
        <p:spPr>
          <a:xfrm>
            <a:off x="1189138" y="3293748"/>
            <a:ext cx="6568580" cy="715581"/>
          </a:xfrm>
          <a:prstGeom prst="rect">
            <a:avLst/>
          </a:prstGeom>
          <a:noFill/>
        </p:spPr>
        <p:txBody>
          <a:bodyPr wrap="square" rtlCol="0">
            <a:spAutoFit/>
          </a:bodyPr>
          <a:lstStyle/>
          <a:p>
            <a:r>
              <a:rPr lang="pl-PL" sz="1350" dirty="0"/>
              <a:t>X – wersja trzeciorzędna (trzecia wartość po kropce), aktualnie nr 1. Każda nowa wersja wprowadza drobne zmiany w składni języka, usprawnia interpreter i optymalizuje rozwiązania</a:t>
            </a:r>
          </a:p>
        </p:txBody>
      </p:sp>
      <p:sp>
        <p:nvSpPr>
          <p:cNvPr id="10" name="pole tekstowe 9">
            <a:extLst>
              <a:ext uri="{FF2B5EF4-FFF2-40B4-BE49-F238E27FC236}">
                <a16:creationId xmlns:a16="http://schemas.microsoft.com/office/drawing/2014/main" id="{AD7115B7-24B0-4DE3-A37C-A0E8152F9D95}"/>
              </a:ext>
            </a:extLst>
          </p:cNvPr>
          <p:cNvSpPr txBox="1"/>
          <p:nvPr/>
        </p:nvSpPr>
        <p:spPr>
          <a:xfrm>
            <a:off x="4114800" y="4168522"/>
            <a:ext cx="3366083" cy="300082"/>
          </a:xfrm>
          <a:prstGeom prst="rect">
            <a:avLst/>
          </a:prstGeom>
          <a:noFill/>
        </p:spPr>
        <p:txBody>
          <a:bodyPr wrap="square" rtlCol="0">
            <a:spAutoFit/>
          </a:bodyPr>
          <a:lstStyle/>
          <a:p>
            <a:r>
              <a:rPr lang="pl-PL" sz="1350" dirty="0"/>
              <a:t>Przykładowe wersje języka Python</a:t>
            </a:r>
          </a:p>
        </p:txBody>
      </p:sp>
      <p:sp>
        <p:nvSpPr>
          <p:cNvPr id="11" name="Strzałka: w prawo 10">
            <a:extLst>
              <a:ext uri="{FF2B5EF4-FFF2-40B4-BE49-F238E27FC236}">
                <a16:creationId xmlns:a16="http://schemas.microsoft.com/office/drawing/2014/main" id="{9E25DCD7-8F46-4D2B-B8D0-8193BD2CAE0E}"/>
              </a:ext>
            </a:extLst>
          </p:cNvPr>
          <p:cNvSpPr/>
          <p:nvPr/>
        </p:nvSpPr>
        <p:spPr>
          <a:xfrm rot="10800000">
            <a:off x="3287435" y="4219342"/>
            <a:ext cx="610299" cy="18227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sz="1350" dirty="0"/>
          </a:p>
        </p:txBody>
      </p:sp>
    </p:spTree>
    <p:extLst>
      <p:ext uri="{BB962C8B-B14F-4D97-AF65-F5344CB8AC3E}">
        <p14:creationId xmlns:p14="http://schemas.microsoft.com/office/powerpoint/2010/main" val="11680172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762350" y="583407"/>
            <a:ext cx="6172200" cy="529828"/>
          </a:xfrm>
        </p:spPr>
        <p:txBody>
          <a:bodyPr/>
          <a:lstStyle/>
          <a:p>
            <a:pPr algn="l"/>
            <a:r>
              <a:rPr lang="pl-PL" altLang="pl-PL" sz="2400" dirty="0"/>
              <a:t>Idea języka:</a:t>
            </a:r>
          </a:p>
        </p:txBody>
      </p:sp>
      <p:sp>
        <p:nvSpPr>
          <p:cNvPr id="7171" name="Rectangle 3"/>
          <p:cNvSpPr>
            <a:spLocks noGrp="1" noChangeArrowheads="1"/>
          </p:cNvSpPr>
          <p:nvPr>
            <p:ph type="body" idx="1"/>
          </p:nvPr>
        </p:nvSpPr>
        <p:spPr>
          <a:xfrm>
            <a:off x="1410399" y="1346030"/>
            <a:ext cx="6172200" cy="3481388"/>
          </a:xfrm>
        </p:spPr>
        <p:txBody>
          <a:bodyPr/>
          <a:lstStyle/>
          <a:p>
            <a:pPr marL="0" indent="0">
              <a:buNone/>
            </a:pPr>
            <a:r>
              <a:rPr lang="pl-PL" altLang="pl-PL" sz="1350" dirty="0"/>
              <a:t>Idea nadania ludziom pierwszeństwa nad maszynami jest podstawą filozofii stojącej za Pythonem. Z pewnością fakt, że jest to język interpretowany, w przeciwieństwie do języka skompilowanego, oznacza, że ​​programista otrzymuje natychmiastową informację zwrotną na temat kodu, który pisze, bez konieczności poświęcania czasu na jego rekompilację po dokonaniu każdej zmiany. </a:t>
            </a:r>
          </a:p>
          <a:p>
            <a:pPr marL="0" indent="0">
              <a:buNone/>
            </a:pPr>
            <a:endParaRPr lang="pl-PL" altLang="pl-PL" sz="1350" dirty="0"/>
          </a:p>
          <a:p>
            <a:pPr marL="0" indent="0">
              <a:buNone/>
            </a:pPr>
            <a:r>
              <a:rPr lang="pl-PL" altLang="pl-PL" sz="1350" dirty="0"/>
              <a:t>„Istnieje cała masa typowych zadań programistycznych, które są łatwe w Pythonie”</a:t>
            </a:r>
          </a:p>
          <a:p>
            <a:pPr marL="0" indent="0">
              <a:buNone/>
            </a:pPr>
            <a:r>
              <a:rPr lang="pl-PL" altLang="pl-PL" sz="1350" dirty="0"/>
              <a:t>/Guido van Rossum/</a:t>
            </a:r>
          </a:p>
          <a:p>
            <a:pPr marL="0" indent="0">
              <a:buNone/>
            </a:pPr>
            <a:endParaRPr lang="pl-PL" altLang="pl-PL" sz="1350" dirty="0"/>
          </a:p>
          <a:p>
            <a:pPr marL="0" indent="0">
              <a:buNone/>
            </a:pPr>
            <a:r>
              <a:rPr lang="pl-PL" altLang="pl-PL" sz="1350" dirty="0"/>
              <a:t>„W Pythonie każdy symbol, który wpisujesz, jest niezbędny”</a:t>
            </a:r>
          </a:p>
          <a:p>
            <a:pPr marL="0" indent="0">
              <a:buNone/>
            </a:pPr>
            <a:r>
              <a:rPr lang="pl-PL" altLang="pl-PL" sz="1350" dirty="0"/>
              <a:t>/Guido van Rossum/</a:t>
            </a:r>
          </a:p>
          <a:p>
            <a:pPr marL="0" indent="0">
              <a:buNone/>
            </a:pPr>
            <a:endParaRPr lang="pl-PL" altLang="pl-PL" sz="1350" dirty="0"/>
          </a:p>
        </p:txBody>
      </p:sp>
    </p:spTree>
    <p:extLst>
      <p:ext uri="{BB962C8B-B14F-4D97-AF65-F5344CB8AC3E}">
        <p14:creationId xmlns:p14="http://schemas.microsoft.com/office/powerpoint/2010/main" val="14195181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ytuł 2">
            <a:extLst>
              <a:ext uri="{FF2B5EF4-FFF2-40B4-BE49-F238E27FC236}">
                <a16:creationId xmlns:a16="http://schemas.microsoft.com/office/drawing/2014/main" id="{1FD985EE-407E-4590-8C8A-BFB3EFDA9BF5}"/>
              </a:ext>
            </a:extLst>
          </p:cNvPr>
          <p:cNvSpPr>
            <a:spLocks noGrp="1"/>
          </p:cNvSpPr>
          <p:nvPr>
            <p:ph type="title"/>
          </p:nvPr>
        </p:nvSpPr>
        <p:spPr/>
        <p:txBody>
          <a:bodyPr/>
          <a:lstStyle/>
          <a:p>
            <a:r>
              <a:rPr lang="pl-PL" dirty="0"/>
              <a:t>Zastosowania języka Python</a:t>
            </a:r>
          </a:p>
        </p:txBody>
      </p:sp>
      <p:pic>
        <p:nvPicPr>
          <p:cNvPr id="4" name="Obraz 3">
            <a:extLst>
              <a:ext uri="{FF2B5EF4-FFF2-40B4-BE49-F238E27FC236}">
                <a16:creationId xmlns:a16="http://schemas.microsoft.com/office/drawing/2014/main" id="{71D277B9-5A9D-4856-9D19-A294300EDDBF}"/>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2528562" y="2221806"/>
            <a:ext cx="1291936" cy="129193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6" name="Obraz 5" descr="Obraz zawierający tekst, sprzęt elektroniczny, zrzut ekranu, wyświetlanie&#10;&#10;Opis wygenerowany automatycznie">
            <a:extLst>
              <a:ext uri="{FF2B5EF4-FFF2-40B4-BE49-F238E27FC236}">
                <a16:creationId xmlns:a16="http://schemas.microsoft.com/office/drawing/2014/main" id="{2985C75A-3BAA-4ABB-BA27-7419BCBB24D7}"/>
              </a:ext>
            </a:extLst>
          </p:cNvPr>
          <p:cNvPicPr>
            <a:picLocks noChangeAspect="1"/>
          </p:cNvPicPr>
          <p:nvPr/>
        </p:nvPicPr>
        <p:blipFill>
          <a:blip r:embed="rId4">
            <a:extLst>
              <a:ext uri="{837473B0-CC2E-450A-ABE3-18F120FF3D39}">
                <a1611:picAttrSrcUrl xmlns:a1611="http://schemas.microsoft.com/office/drawing/2016/11/main" r:id="rId5"/>
              </a:ext>
            </a:extLst>
          </a:blip>
          <a:stretch>
            <a:fillRect/>
          </a:stretch>
        </p:blipFill>
        <p:spPr>
          <a:xfrm>
            <a:off x="1096675" y="1246477"/>
            <a:ext cx="1223867" cy="684110"/>
          </a:xfrm>
          <a:prstGeom prst="rect">
            <a:avLst/>
          </a:prstGeom>
        </p:spPr>
      </p:pic>
      <p:pic>
        <p:nvPicPr>
          <p:cNvPr id="9" name="Obraz 8" descr="Obraz zawierający rozwar wielkokwiatowy, niebieski&#10;&#10;Opis wygenerowany automatycznie">
            <a:extLst>
              <a:ext uri="{FF2B5EF4-FFF2-40B4-BE49-F238E27FC236}">
                <a16:creationId xmlns:a16="http://schemas.microsoft.com/office/drawing/2014/main" id="{41F2DAA9-A687-4FAA-B7C3-914454B696DA}"/>
              </a:ext>
            </a:extLst>
          </p:cNvPr>
          <p:cNvPicPr>
            <a:picLocks noChangeAspect="1"/>
          </p:cNvPicPr>
          <p:nvPr/>
        </p:nvPicPr>
        <p:blipFill>
          <a:blip r:embed="rId6">
            <a:extLst>
              <a:ext uri="{837473B0-CC2E-450A-ABE3-18F120FF3D39}">
                <a1611:picAttrSrcUrl xmlns:a1611="http://schemas.microsoft.com/office/drawing/2016/11/main" r:id="rId7"/>
              </a:ext>
            </a:extLst>
          </a:blip>
          <a:stretch>
            <a:fillRect/>
          </a:stretch>
        </p:blipFill>
        <p:spPr>
          <a:xfrm>
            <a:off x="6880515" y="1059873"/>
            <a:ext cx="1291936" cy="1291936"/>
          </a:xfrm>
          <a:prstGeom prst="rect">
            <a:avLst/>
          </a:prstGeom>
        </p:spPr>
      </p:pic>
      <p:pic>
        <p:nvPicPr>
          <p:cNvPr id="12" name="Obraz 11">
            <a:extLst>
              <a:ext uri="{FF2B5EF4-FFF2-40B4-BE49-F238E27FC236}">
                <a16:creationId xmlns:a16="http://schemas.microsoft.com/office/drawing/2014/main" id="{F1CDB642-069C-45A1-ABEC-C110205F6BEF}"/>
              </a:ext>
            </a:extLst>
          </p:cNvPr>
          <p:cNvPicPr>
            <a:picLocks noChangeAspect="1"/>
          </p:cNvPicPr>
          <p:nvPr/>
        </p:nvPicPr>
        <p:blipFill>
          <a:blip r:embed="rId8">
            <a:extLst>
              <a:ext uri="{837473B0-CC2E-450A-ABE3-18F120FF3D39}">
                <a1611:picAttrSrcUrl xmlns:a1611="http://schemas.microsoft.com/office/drawing/2016/11/main" r:id="rId9"/>
              </a:ext>
            </a:extLst>
          </a:blip>
          <a:stretch>
            <a:fillRect/>
          </a:stretch>
        </p:blipFill>
        <p:spPr>
          <a:xfrm>
            <a:off x="4779820" y="2874812"/>
            <a:ext cx="3974693" cy="1671001"/>
          </a:xfrm>
          <a:prstGeom prst="rect">
            <a:avLst/>
          </a:prstGeom>
        </p:spPr>
      </p:pic>
      <p:pic>
        <p:nvPicPr>
          <p:cNvPr id="15" name="Obraz 14" descr="Obraz zawierający tekst, urządzenie, wskaźnik&#10;&#10;Opis wygenerowany automatycznie">
            <a:extLst>
              <a:ext uri="{FF2B5EF4-FFF2-40B4-BE49-F238E27FC236}">
                <a16:creationId xmlns:a16="http://schemas.microsoft.com/office/drawing/2014/main" id="{4D363BFD-F0DA-44A6-9BA3-92CB35B353FD}"/>
              </a:ext>
            </a:extLst>
          </p:cNvPr>
          <p:cNvPicPr>
            <a:picLocks noChangeAspect="1"/>
          </p:cNvPicPr>
          <p:nvPr/>
        </p:nvPicPr>
        <p:blipFill>
          <a:blip r:embed="rId10">
            <a:extLst>
              <a:ext uri="{837473B0-CC2E-450A-ABE3-18F120FF3D39}">
                <a1611:picAttrSrcUrl xmlns:a1611="http://schemas.microsoft.com/office/drawing/2016/11/main" r:id="rId11"/>
              </a:ext>
            </a:extLst>
          </a:blip>
          <a:stretch>
            <a:fillRect/>
          </a:stretch>
        </p:blipFill>
        <p:spPr>
          <a:xfrm>
            <a:off x="4339083" y="1288473"/>
            <a:ext cx="1060726" cy="944418"/>
          </a:xfrm>
          <a:prstGeom prst="rect">
            <a:avLst/>
          </a:prstGeom>
        </p:spPr>
      </p:pic>
      <p:pic>
        <p:nvPicPr>
          <p:cNvPr id="18" name="Obraz 17">
            <a:extLst>
              <a:ext uri="{FF2B5EF4-FFF2-40B4-BE49-F238E27FC236}">
                <a16:creationId xmlns:a16="http://schemas.microsoft.com/office/drawing/2014/main" id="{CC9345FE-4D47-4A32-9C43-1477DFF2BA1C}"/>
              </a:ext>
            </a:extLst>
          </p:cNvPr>
          <p:cNvPicPr>
            <a:picLocks noChangeAspect="1"/>
          </p:cNvPicPr>
          <p:nvPr/>
        </p:nvPicPr>
        <p:blipFill>
          <a:blip r:embed="rId12">
            <a:extLst>
              <a:ext uri="{837473B0-CC2E-450A-ABE3-18F120FF3D39}">
                <a1611:picAttrSrcUrl xmlns:a1611="http://schemas.microsoft.com/office/drawing/2016/11/main" r:id="rId13"/>
              </a:ext>
            </a:extLst>
          </a:blip>
          <a:stretch>
            <a:fillRect/>
          </a:stretch>
        </p:blipFill>
        <p:spPr>
          <a:xfrm>
            <a:off x="296140" y="3378669"/>
            <a:ext cx="528312" cy="528312"/>
          </a:xfrm>
          <a:prstGeom prst="rect">
            <a:avLst/>
          </a:prstGeom>
        </p:spPr>
      </p:pic>
      <p:pic>
        <p:nvPicPr>
          <p:cNvPr id="21" name="Obraz 20">
            <a:extLst>
              <a:ext uri="{FF2B5EF4-FFF2-40B4-BE49-F238E27FC236}">
                <a16:creationId xmlns:a16="http://schemas.microsoft.com/office/drawing/2014/main" id="{94E6C510-C77E-4E8B-B8A5-E9679949BF8B}"/>
              </a:ext>
            </a:extLst>
          </p:cNvPr>
          <p:cNvPicPr>
            <a:picLocks noChangeAspect="1"/>
          </p:cNvPicPr>
          <p:nvPr/>
        </p:nvPicPr>
        <p:blipFill>
          <a:blip r:embed="rId14">
            <a:extLst>
              <a:ext uri="{837473B0-CC2E-450A-ABE3-18F120FF3D39}">
                <a1611:picAttrSrcUrl xmlns:a1611="http://schemas.microsoft.com/office/drawing/2016/11/main" r:id="rId15"/>
              </a:ext>
            </a:extLst>
          </a:blip>
          <a:stretch>
            <a:fillRect/>
          </a:stretch>
        </p:blipFill>
        <p:spPr>
          <a:xfrm>
            <a:off x="990016" y="3382003"/>
            <a:ext cx="554528" cy="554528"/>
          </a:xfrm>
          <a:prstGeom prst="rect">
            <a:avLst/>
          </a:prstGeom>
        </p:spPr>
      </p:pic>
      <p:pic>
        <p:nvPicPr>
          <p:cNvPr id="23" name="Obraz 22">
            <a:extLst>
              <a:ext uri="{FF2B5EF4-FFF2-40B4-BE49-F238E27FC236}">
                <a16:creationId xmlns:a16="http://schemas.microsoft.com/office/drawing/2014/main" id="{14BCDB6C-64C5-4432-A0F9-7780462516CA}"/>
              </a:ext>
            </a:extLst>
          </p:cNvPr>
          <p:cNvPicPr>
            <a:picLocks noChangeAspect="1"/>
          </p:cNvPicPr>
          <p:nvPr/>
        </p:nvPicPr>
        <p:blipFill>
          <a:blip r:embed="rId16">
            <a:extLst>
              <a:ext uri="{837473B0-CC2E-450A-ABE3-18F120FF3D39}">
                <a1611:picAttrSrcUrl xmlns:a1611="http://schemas.microsoft.com/office/drawing/2016/11/main" r:id="rId17"/>
              </a:ext>
            </a:extLst>
          </a:blip>
          <a:stretch>
            <a:fillRect/>
          </a:stretch>
        </p:blipFill>
        <p:spPr>
          <a:xfrm>
            <a:off x="169718" y="4118609"/>
            <a:ext cx="1409700" cy="476949"/>
          </a:xfrm>
          <a:prstGeom prst="rect">
            <a:avLst/>
          </a:prstGeom>
        </p:spPr>
      </p:pic>
      <p:pic>
        <p:nvPicPr>
          <p:cNvPr id="26" name="Obraz 25">
            <a:extLst>
              <a:ext uri="{FF2B5EF4-FFF2-40B4-BE49-F238E27FC236}">
                <a16:creationId xmlns:a16="http://schemas.microsoft.com/office/drawing/2014/main" id="{702B6514-E4E9-4319-AD2D-0F2FDC2254BF}"/>
              </a:ext>
            </a:extLst>
          </p:cNvPr>
          <p:cNvPicPr>
            <a:picLocks noChangeAspect="1"/>
          </p:cNvPicPr>
          <p:nvPr/>
        </p:nvPicPr>
        <p:blipFill>
          <a:blip r:embed="rId18">
            <a:extLst>
              <a:ext uri="{837473B0-CC2E-450A-ABE3-18F120FF3D39}">
                <a1611:picAttrSrcUrl xmlns:a1611="http://schemas.microsoft.com/office/drawing/2016/11/main" r:id="rId19"/>
              </a:ext>
            </a:extLst>
          </a:blip>
          <a:stretch>
            <a:fillRect/>
          </a:stretch>
        </p:blipFill>
        <p:spPr>
          <a:xfrm>
            <a:off x="142009" y="4357085"/>
            <a:ext cx="1465118" cy="824129"/>
          </a:xfrm>
          <a:prstGeom prst="rect">
            <a:avLst/>
          </a:prstGeom>
        </p:spPr>
      </p:pic>
      <p:cxnSp>
        <p:nvCxnSpPr>
          <p:cNvPr id="29" name="Łącznik prosty ze strzałką 28">
            <a:extLst>
              <a:ext uri="{FF2B5EF4-FFF2-40B4-BE49-F238E27FC236}">
                <a16:creationId xmlns:a16="http://schemas.microsoft.com/office/drawing/2014/main" id="{F48E07C9-D35A-4550-8121-E43889A49A00}"/>
              </a:ext>
            </a:extLst>
          </p:cNvPr>
          <p:cNvCxnSpPr>
            <a:cxnSpLocks/>
          </p:cNvCxnSpPr>
          <p:nvPr/>
        </p:nvCxnSpPr>
        <p:spPr>
          <a:xfrm flipH="1" flipV="1">
            <a:off x="2197358" y="1956956"/>
            <a:ext cx="554400" cy="57876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0" name="Łącznik prosty ze strzałką 29">
            <a:extLst>
              <a:ext uri="{FF2B5EF4-FFF2-40B4-BE49-F238E27FC236}">
                <a16:creationId xmlns:a16="http://schemas.microsoft.com/office/drawing/2014/main" id="{B788AA07-8AE2-41F0-8EB3-127ADDD08C5A}"/>
              </a:ext>
            </a:extLst>
          </p:cNvPr>
          <p:cNvCxnSpPr>
            <a:cxnSpLocks/>
          </p:cNvCxnSpPr>
          <p:nvPr/>
        </p:nvCxnSpPr>
        <p:spPr>
          <a:xfrm flipV="1">
            <a:off x="3690077" y="1760682"/>
            <a:ext cx="504825" cy="70481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2" name="Łącznik prosty ze strzałką 31">
            <a:extLst>
              <a:ext uri="{FF2B5EF4-FFF2-40B4-BE49-F238E27FC236}">
                <a16:creationId xmlns:a16="http://schemas.microsoft.com/office/drawing/2014/main" id="{8FA5369C-F024-4CD3-9EB9-E1474E44E4C3}"/>
              </a:ext>
            </a:extLst>
          </p:cNvPr>
          <p:cNvCxnSpPr>
            <a:cxnSpLocks/>
          </p:cNvCxnSpPr>
          <p:nvPr/>
        </p:nvCxnSpPr>
        <p:spPr>
          <a:xfrm flipV="1">
            <a:off x="3678442" y="2147285"/>
            <a:ext cx="3190436" cy="77687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3" name="Łącznik prosty ze strzałką 32">
            <a:extLst>
              <a:ext uri="{FF2B5EF4-FFF2-40B4-BE49-F238E27FC236}">
                <a16:creationId xmlns:a16="http://schemas.microsoft.com/office/drawing/2014/main" id="{420DCDBF-5997-4D08-8F6B-D73B49CB389B}"/>
              </a:ext>
            </a:extLst>
          </p:cNvPr>
          <p:cNvCxnSpPr>
            <a:cxnSpLocks/>
          </p:cNvCxnSpPr>
          <p:nvPr/>
        </p:nvCxnSpPr>
        <p:spPr>
          <a:xfrm>
            <a:off x="3606946" y="3392316"/>
            <a:ext cx="1012344" cy="20774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4" name="Łącznik prosty ze strzałką 33">
            <a:extLst>
              <a:ext uri="{FF2B5EF4-FFF2-40B4-BE49-F238E27FC236}">
                <a16:creationId xmlns:a16="http://schemas.microsoft.com/office/drawing/2014/main" id="{1B35D5E9-8948-43E5-AD75-C297A45DA85C}"/>
              </a:ext>
            </a:extLst>
          </p:cNvPr>
          <p:cNvCxnSpPr>
            <a:cxnSpLocks/>
          </p:cNvCxnSpPr>
          <p:nvPr/>
        </p:nvCxnSpPr>
        <p:spPr>
          <a:xfrm flipH="1">
            <a:off x="1771790" y="3349338"/>
            <a:ext cx="929928" cy="84859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40" name="Obraz 39" descr="Obraz zawierający kubek, wewnątrz, zastawa stołowa&#10;&#10;Opis wygenerowany automatycznie">
            <a:extLst>
              <a:ext uri="{FF2B5EF4-FFF2-40B4-BE49-F238E27FC236}">
                <a16:creationId xmlns:a16="http://schemas.microsoft.com/office/drawing/2014/main" id="{7CEACCD8-2589-452B-A59F-13F5E7D7A11E}"/>
              </a:ext>
            </a:extLst>
          </p:cNvPr>
          <p:cNvPicPr>
            <a:picLocks noChangeAspect="1"/>
          </p:cNvPicPr>
          <p:nvPr/>
        </p:nvPicPr>
        <p:blipFill>
          <a:blip r:embed="rId20">
            <a:extLst>
              <a:ext uri="{837473B0-CC2E-450A-ABE3-18F120FF3D39}">
                <a1611:picAttrSrcUrl xmlns:a1611="http://schemas.microsoft.com/office/drawing/2016/11/main" r:id="rId21"/>
              </a:ext>
            </a:extLst>
          </a:blip>
          <a:stretch>
            <a:fillRect/>
          </a:stretch>
        </p:blipFill>
        <p:spPr>
          <a:xfrm>
            <a:off x="3006070" y="4096826"/>
            <a:ext cx="814428" cy="899093"/>
          </a:xfrm>
          <a:prstGeom prst="rect">
            <a:avLst/>
          </a:prstGeom>
        </p:spPr>
      </p:pic>
      <p:cxnSp>
        <p:nvCxnSpPr>
          <p:cNvPr id="41" name="Łącznik prosty ze strzałką 40">
            <a:extLst>
              <a:ext uri="{FF2B5EF4-FFF2-40B4-BE49-F238E27FC236}">
                <a16:creationId xmlns:a16="http://schemas.microsoft.com/office/drawing/2014/main" id="{6BA655B4-F897-4ED6-8FD7-F4CAD3BA48C0}"/>
              </a:ext>
            </a:extLst>
          </p:cNvPr>
          <p:cNvCxnSpPr>
            <a:cxnSpLocks/>
          </p:cNvCxnSpPr>
          <p:nvPr/>
        </p:nvCxnSpPr>
        <p:spPr>
          <a:xfrm>
            <a:off x="3106884" y="3349338"/>
            <a:ext cx="247216" cy="70442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 name="pole tekstowe 1">
            <a:extLst>
              <a:ext uri="{FF2B5EF4-FFF2-40B4-BE49-F238E27FC236}">
                <a16:creationId xmlns:a16="http://schemas.microsoft.com/office/drawing/2014/main" id="{2001BA33-0DFF-4DCB-9F90-6B4C58F32FBA}"/>
              </a:ext>
            </a:extLst>
          </p:cNvPr>
          <p:cNvSpPr txBox="1"/>
          <p:nvPr/>
        </p:nvSpPr>
        <p:spPr>
          <a:xfrm>
            <a:off x="459848" y="921373"/>
            <a:ext cx="2294558" cy="300082"/>
          </a:xfrm>
          <a:prstGeom prst="rect">
            <a:avLst/>
          </a:prstGeom>
          <a:noFill/>
        </p:spPr>
        <p:txBody>
          <a:bodyPr wrap="square" rtlCol="0">
            <a:spAutoFit/>
          </a:bodyPr>
          <a:lstStyle/>
          <a:p>
            <a:r>
              <a:rPr lang="pl-PL" sz="1350" dirty="0"/>
              <a:t>Aplikacja konsoli</a:t>
            </a:r>
          </a:p>
        </p:txBody>
      </p:sp>
      <p:sp>
        <p:nvSpPr>
          <p:cNvPr id="20" name="pole tekstowe 19">
            <a:extLst>
              <a:ext uri="{FF2B5EF4-FFF2-40B4-BE49-F238E27FC236}">
                <a16:creationId xmlns:a16="http://schemas.microsoft.com/office/drawing/2014/main" id="{DCD9E030-E061-4D88-BF94-705667518452}"/>
              </a:ext>
            </a:extLst>
          </p:cNvPr>
          <p:cNvSpPr txBox="1"/>
          <p:nvPr/>
        </p:nvSpPr>
        <p:spPr>
          <a:xfrm>
            <a:off x="4126380" y="949474"/>
            <a:ext cx="2294558" cy="300082"/>
          </a:xfrm>
          <a:prstGeom prst="rect">
            <a:avLst/>
          </a:prstGeom>
          <a:noFill/>
        </p:spPr>
        <p:txBody>
          <a:bodyPr wrap="square" rtlCol="0">
            <a:spAutoFit/>
          </a:bodyPr>
          <a:lstStyle/>
          <a:p>
            <a:r>
              <a:rPr lang="pl-PL" sz="1350" dirty="0"/>
              <a:t>Aplikacja rocket science</a:t>
            </a:r>
          </a:p>
        </p:txBody>
      </p:sp>
      <p:sp>
        <p:nvSpPr>
          <p:cNvPr id="22" name="pole tekstowe 21">
            <a:extLst>
              <a:ext uri="{FF2B5EF4-FFF2-40B4-BE49-F238E27FC236}">
                <a16:creationId xmlns:a16="http://schemas.microsoft.com/office/drawing/2014/main" id="{810F2D24-C729-4262-9B24-75EF31BA5406}"/>
              </a:ext>
            </a:extLst>
          </p:cNvPr>
          <p:cNvSpPr txBox="1"/>
          <p:nvPr/>
        </p:nvSpPr>
        <p:spPr>
          <a:xfrm>
            <a:off x="100230" y="2680545"/>
            <a:ext cx="2097128" cy="507831"/>
          </a:xfrm>
          <a:prstGeom prst="rect">
            <a:avLst/>
          </a:prstGeom>
          <a:noFill/>
        </p:spPr>
        <p:txBody>
          <a:bodyPr wrap="square" rtlCol="0">
            <a:spAutoFit/>
          </a:bodyPr>
          <a:lstStyle/>
          <a:p>
            <a:r>
              <a:rPr lang="pl-PL" sz="1350" dirty="0"/>
              <a:t>Zastosowania w aplikacjach znanych firm</a:t>
            </a:r>
          </a:p>
        </p:txBody>
      </p:sp>
      <p:sp>
        <p:nvSpPr>
          <p:cNvPr id="24" name="pole tekstowe 23">
            <a:extLst>
              <a:ext uri="{FF2B5EF4-FFF2-40B4-BE49-F238E27FC236}">
                <a16:creationId xmlns:a16="http://schemas.microsoft.com/office/drawing/2014/main" id="{394962F2-6795-4FB8-8141-7D0B8C361760}"/>
              </a:ext>
            </a:extLst>
          </p:cNvPr>
          <p:cNvSpPr txBox="1"/>
          <p:nvPr/>
        </p:nvSpPr>
        <p:spPr>
          <a:xfrm>
            <a:off x="2578596" y="1805455"/>
            <a:ext cx="1291936" cy="300082"/>
          </a:xfrm>
          <a:prstGeom prst="rect">
            <a:avLst/>
          </a:prstGeom>
          <a:noFill/>
        </p:spPr>
        <p:txBody>
          <a:bodyPr wrap="square" rtlCol="0">
            <a:spAutoFit/>
          </a:bodyPr>
          <a:lstStyle/>
          <a:p>
            <a:r>
              <a:rPr lang="pl-PL" sz="1350" dirty="0"/>
              <a:t>Język Python</a:t>
            </a:r>
          </a:p>
        </p:txBody>
      </p:sp>
      <p:sp>
        <p:nvSpPr>
          <p:cNvPr id="25" name="pole tekstowe 24">
            <a:extLst>
              <a:ext uri="{FF2B5EF4-FFF2-40B4-BE49-F238E27FC236}">
                <a16:creationId xmlns:a16="http://schemas.microsoft.com/office/drawing/2014/main" id="{3F5B86C3-04FB-468F-9684-85BF75656390}"/>
              </a:ext>
            </a:extLst>
          </p:cNvPr>
          <p:cNvSpPr txBox="1"/>
          <p:nvPr/>
        </p:nvSpPr>
        <p:spPr>
          <a:xfrm>
            <a:off x="3930071" y="4540279"/>
            <a:ext cx="1646384" cy="507831"/>
          </a:xfrm>
          <a:prstGeom prst="rect">
            <a:avLst/>
          </a:prstGeom>
          <a:noFill/>
        </p:spPr>
        <p:txBody>
          <a:bodyPr wrap="square" rtlCol="0">
            <a:spAutoFit/>
          </a:bodyPr>
          <a:lstStyle/>
          <a:p>
            <a:r>
              <a:rPr lang="pl-PL" sz="1350" dirty="0"/>
              <a:t>Analiza danych, bazy danych</a:t>
            </a:r>
          </a:p>
        </p:txBody>
      </p:sp>
      <p:sp>
        <p:nvSpPr>
          <p:cNvPr id="27" name="pole tekstowe 26">
            <a:extLst>
              <a:ext uri="{FF2B5EF4-FFF2-40B4-BE49-F238E27FC236}">
                <a16:creationId xmlns:a16="http://schemas.microsoft.com/office/drawing/2014/main" id="{191E279D-EBBF-4AAE-9777-9E5B1B7ACE77}"/>
              </a:ext>
            </a:extLst>
          </p:cNvPr>
          <p:cNvSpPr txBox="1"/>
          <p:nvPr/>
        </p:nvSpPr>
        <p:spPr>
          <a:xfrm>
            <a:off x="5925272" y="2503184"/>
            <a:ext cx="3040058" cy="507831"/>
          </a:xfrm>
          <a:prstGeom prst="rect">
            <a:avLst/>
          </a:prstGeom>
          <a:noFill/>
        </p:spPr>
        <p:txBody>
          <a:bodyPr wrap="square" rtlCol="0">
            <a:spAutoFit/>
          </a:bodyPr>
          <a:lstStyle/>
          <a:p>
            <a:r>
              <a:rPr lang="pl-PL" sz="1350" dirty="0"/>
              <a:t>Aplikacje AI, ML, DL – sztuczna inteligencja</a:t>
            </a:r>
          </a:p>
        </p:txBody>
      </p:sp>
      <p:sp>
        <p:nvSpPr>
          <p:cNvPr id="28" name="pole tekstowe 27">
            <a:extLst>
              <a:ext uri="{FF2B5EF4-FFF2-40B4-BE49-F238E27FC236}">
                <a16:creationId xmlns:a16="http://schemas.microsoft.com/office/drawing/2014/main" id="{DECD4009-36FB-4299-B141-BF22BAF6B1B6}"/>
              </a:ext>
            </a:extLst>
          </p:cNvPr>
          <p:cNvSpPr txBox="1"/>
          <p:nvPr/>
        </p:nvSpPr>
        <p:spPr>
          <a:xfrm>
            <a:off x="7624574" y="880767"/>
            <a:ext cx="1291936" cy="300082"/>
          </a:xfrm>
          <a:prstGeom prst="rect">
            <a:avLst/>
          </a:prstGeom>
          <a:noFill/>
        </p:spPr>
        <p:txBody>
          <a:bodyPr wrap="square" rtlCol="0">
            <a:spAutoFit/>
          </a:bodyPr>
          <a:lstStyle/>
          <a:p>
            <a:r>
              <a:rPr lang="pl-PL" sz="1350" dirty="0"/>
              <a:t>Aplikacje Web</a:t>
            </a:r>
          </a:p>
        </p:txBody>
      </p:sp>
    </p:spTree>
    <p:extLst>
      <p:ext uri="{BB962C8B-B14F-4D97-AF65-F5344CB8AC3E}">
        <p14:creationId xmlns:p14="http://schemas.microsoft.com/office/powerpoint/2010/main" val="34138346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3E59143-78AB-4C9D-9641-B735C418D2F0}"/>
              </a:ext>
            </a:extLst>
          </p:cNvPr>
          <p:cNvSpPr>
            <a:spLocks noGrp="1"/>
          </p:cNvSpPr>
          <p:nvPr>
            <p:ph type="title"/>
          </p:nvPr>
        </p:nvSpPr>
        <p:spPr/>
        <p:txBody>
          <a:bodyPr/>
          <a:lstStyle/>
          <a:p>
            <a:r>
              <a:rPr lang="pl-PL" dirty="0"/>
              <a:t>Zastosowania języka Python</a:t>
            </a:r>
          </a:p>
        </p:txBody>
      </p:sp>
      <p:sp>
        <p:nvSpPr>
          <p:cNvPr id="3" name="pole tekstowe 2">
            <a:extLst>
              <a:ext uri="{FF2B5EF4-FFF2-40B4-BE49-F238E27FC236}">
                <a16:creationId xmlns:a16="http://schemas.microsoft.com/office/drawing/2014/main" id="{A79E433E-9463-45AA-8C91-F034B10D43AE}"/>
              </a:ext>
            </a:extLst>
          </p:cNvPr>
          <p:cNvSpPr txBox="1"/>
          <p:nvPr/>
        </p:nvSpPr>
        <p:spPr>
          <a:xfrm>
            <a:off x="748717" y="1528894"/>
            <a:ext cx="6820250" cy="2585323"/>
          </a:xfrm>
          <a:prstGeom prst="rect">
            <a:avLst/>
          </a:prstGeom>
          <a:noFill/>
        </p:spPr>
        <p:txBody>
          <a:bodyPr wrap="square" rtlCol="0">
            <a:spAutoFit/>
          </a:bodyPr>
          <a:lstStyle/>
          <a:p>
            <a:r>
              <a:rPr lang="pl-PL" sz="1350" dirty="0"/>
              <a:t>Język Python ma bardzo wiele zastosowań, wymieńmy najważniejsze:</a:t>
            </a:r>
          </a:p>
          <a:p>
            <a:pPr marL="257175" indent="-257175">
              <a:buAutoNum type="arabicPeriod"/>
            </a:pPr>
            <a:r>
              <a:rPr lang="pl-PL" sz="1350" dirty="0"/>
              <a:t>Aplikacje standardowe (konsola) – wykorzystanie podstawowych elementów języka</a:t>
            </a:r>
          </a:p>
          <a:p>
            <a:pPr marL="257175" indent="-257175">
              <a:buAutoNum type="arabicPeriod"/>
            </a:pPr>
            <a:r>
              <a:rPr lang="pl-PL" sz="1350" dirty="0"/>
              <a:t>Aplikacje bazodanowe, analiza danych, analiza struktur danych, Big Data, Data Science</a:t>
            </a:r>
          </a:p>
          <a:p>
            <a:pPr marL="257175" indent="-257175">
              <a:buAutoNum type="arabicPeriod"/>
            </a:pPr>
            <a:r>
              <a:rPr lang="pl-PL" sz="1350" dirty="0"/>
              <a:t>Aplikacje Web – platformy: Django, Flask, Bottle, Jade  - wysoki poziom bezpieczeństwa</a:t>
            </a:r>
          </a:p>
          <a:p>
            <a:pPr marL="257175" indent="-257175">
              <a:buAutoNum type="arabicPeriod"/>
            </a:pPr>
            <a:r>
              <a:rPr lang="pl-PL" sz="1350" dirty="0"/>
              <a:t>Aplikacje AI(Sztuczna Inteligencja)  - w tym algorytmy Machine Learning i Deep Learning, jest wiele bibliotek pozwalających na programowanie tego typu algorytmów takich jak sieci neuronowe, genetyka itd. (scikit-learn, keras)</a:t>
            </a:r>
          </a:p>
          <a:p>
            <a:pPr marL="257175" indent="-257175">
              <a:buAutoNum type="arabicPeriod"/>
            </a:pPr>
            <a:r>
              <a:rPr lang="pl-PL" sz="1350" dirty="0"/>
              <a:t>Rocket Science  - programowanie eksperymentalnych algorytmów oraz struktur danych z użyciem wyników nowoczesnych badań naukowych.</a:t>
            </a:r>
          </a:p>
          <a:p>
            <a:pPr marL="257175" indent="-257175">
              <a:buAutoNum type="arabicPeriod"/>
            </a:pPr>
            <a:endParaRPr lang="pl-PL" sz="1350" dirty="0"/>
          </a:p>
        </p:txBody>
      </p:sp>
      <p:sp>
        <p:nvSpPr>
          <p:cNvPr id="4" name="pole tekstowe 3">
            <a:extLst>
              <a:ext uri="{FF2B5EF4-FFF2-40B4-BE49-F238E27FC236}">
                <a16:creationId xmlns:a16="http://schemas.microsoft.com/office/drawing/2014/main" id="{1F569C69-91FB-43E4-A657-1779F365B037}"/>
              </a:ext>
            </a:extLst>
          </p:cNvPr>
          <p:cNvSpPr txBox="1"/>
          <p:nvPr/>
        </p:nvSpPr>
        <p:spPr>
          <a:xfrm>
            <a:off x="748718" y="3863130"/>
            <a:ext cx="6272868" cy="923330"/>
          </a:xfrm>
          <a:prstGeom prst="rect">
            <a:avLst/>
          </a:prstGeom>
          <a:noFill/>
        </p:spPr>
        <p:txBody>
          <a:bodyPr wrap="square" rtlCol="0">
            <a:spAutoFit/>
          </a:bodyPr>
          <a:lstStyle/>
          <a:p>
            <a:r>
              <a:rPr lang="pl-PL" sz="1350" dirty="0"/>
              <a:t>Firmy takie jak: Netflix, Google, Facebook, Spotify i wiele innych korzystają w swoich rozwiązaniach z języka Python. Prowadzą badania naukowe oraz sam tworzą nowe biblioteki dla Pythona udostępniając je społeczności programistycznej.</a:t>
            </a:r>
          </a:p>
        </p:txBody>
      </p:sp>
    </p:spTree>
    <p:extLst>
      <p:ext uri="{BB962C8B-B14F-4D97-AF65-F5344CB8AC3E}">
        <p14:creationId xmlns:p14="http://schemas.microsoft.com/office/powerpoint/2010/main" val="13336668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3E59143-78AB-4C9D-9641-B735C418D2F0}"/>
              </a:ext>
            </a:extLst>
          </p:cNvPr>
          <p:cNvSpPr>
            <a:spLocks noGrp="1"/>
          </p:cNvSpPr>
          <p:nvPr>
            <p:ph type="title"/>
          </p:nvPr>
        </p:nvSpPr>
        <p:spPr/>
        <p:txBody>
          <a:bodyPr/>
          <a:lstStyle/>
          <a:p>
            <a:r>
              <a:rPr lang="pl-PL" dirty="0"/>
              <a:t>Zastosowania języka Python</a:t>
            </a:r>
          </a:p>
        </p:txBody>
      </p:sp>
      <p:sp>
        <p:nvSpPr>
          <p:cNvPr id="3" name="pole tekstowe 2">
            <a:extLst>
              <a:ext uri="{FF2B5EF4-FFF2-40B4-BE49-F238E27FC236}">
                <a16:creationId xmlns:a16="http://schemas.microsoft.com/office/drawing/2014/main" id="{A79E433E-9463-45AA-8C91-F034B10D43AE}"/>
              </a:ext>
            </a:extLst>
          </p:cNvPr>
          <p:cNvSpPr txBox="1"/>
          <p:nvPr/>
        </p:nvSpPr>
        <p:spPr>
          <a:xfrm>
            <a:off x="748717" y="1528894"/>
            <a:ext cx="6820250" cy="2585323"/>
          </a:xfrm>
          <a:prstGeom prst="rect">
            <a:avLst/>
          </a:prstGeom>
          <a:noFill/>
        </p:spPr>
        <p:txBody>
          <a:bodyPr wrap="square" rtlCol="0">
            <a:spAutoFit/>
          </a:bodyPr>
          <a:lstStyle/>
          <a:p>
            <a:r>
              <a:rPr lang="pl-PL" sz="1350" dirty="0"/>
              <a:t>Język Python ma bardzo wiele zastosowań, wymieńmy najważniejsze:</a:t>
            </a:r>
          </a:p>
          <a:p>
            <a:pPr marL="257175" indent="-257175">
              <a:buAutoNum type="arabicPeriod"/>
            </a:pPr>
            <a:r>
              <a:rPr lang="pl-PL" sz="1350" dirty="0"/>
              <a:t>Aplikacje standardowe (konsola) – wykorzystanie podstawowych elementów języka</a:t>
            </a:r>
          </a:p>
          <a:p>
            <a:pPr marL="257175" indent="-257175">
              <a:buAutoNum type="arabicPeriod"/>
            </a:pPr>
            <a:r>
              <a:rPr lang="pl-PL" sz="1350" dirty="0"/>
              <a:t>Aplikacje bazodanowe, analiza danych, analiza struktur danych, Big Data, Data Science</a:t>
            </a:r>
          </a:p>
          <a:p>
            <a:pPr marL="257175" indent="-257175">
              <a:buAutoNum type="arabicPeriod"/>
            </a:pPr>
            <a:r>
              <a:rPr lang="pl-PL" sz="1350" dirty="0"/>
              <a:t>Aplikacje Web – platformy: Django, Flask, Bottle, Jade  - wysoki poziom bezpieczeństwa</a:t>
            </a:r>
          </a:p>
          <a:p>
            <a:pPr marL="257175" indent="-257175">
              <a:buAutoNum type="arabicPeriod"/>
            </a:pPr>
            <a:r>
              <a:rPr lang="pl-PL" sz="1350" dirty="0"/>
              <a:t>Aplikacje AI(Sztuczna Inteligencja)  - w tym algorytmy Machine Learning i Deep Learning, jest wiele bibliotek pozwalających na programowanie tego typu algorytmów takich jak sieci neuronowe, genetyka itd. (scikit-learn, keras)</a:t>
            </a:r>
          </a:p>
          <a:p>
            <a:pPr marL="257175" indent="-257175">
              <a:buAutoNum type="arabicPeriod"/>
            </a:pPr>
            <a:r>
              <a:rPr lang="pl-PL" sz="1350" dirty="0"/>
              <a:t>Rocket Science  - programowanie eksperymentalnych algorytmów oraz struktur danych z użyciem wyników nowoczesnych badań naukowych.</a:t>
            </a:r>
          </a:p>
          <a:p>
            <a:pPr marL="257175" indent="-257175">
              <a:buAutoNum type="arabicPeriod"/>
            </a:pPr>
            <a:endParaRPr lang="pl-PL" sz="1350" dirty="0"/>
          </a:p>
        </p:txBody>
      </p:sp>
      <p:sp>
        <p:nvSpPr>
          <p:cNvPr id="4" name="pole tekstowe 3">
            <a:extLst>
              <a:ext uri="{FF2B5EF4-FFF2-40B4-BE49-F238E27FC236}">
                <a16:creationId xmlns:a16="http://schemas.microsoft.com/office/drawing/2014/main" id="{1F569C69-91FB-43E4-A657-1779F365B037}"/>
              </a:ext>
            </a:extLst>
          </p:cNvPr>
          <p:cNvSpPr txBox="1"/>
          <p:nvPr/>
        </p:nvSpPr>
        <p:spPr>
          <a:xfrm>
            <a:off x="748718" y="3863130"/>
            <a:ext cx="6272868" cy="923330"/>
          </a:xfrm>
          <a:prstGeom prst="rect">
            <a:avLst/>
          </a:prstGeom>
          <a:noFill/>
        </p:spPr>
        <p:txBody>
          <a:bodyPr wrap="square" rtlCol="0">
            <a:spAutoFit/>
          </a:bodyPr>
          <a:lstStyle/>
          <a:p>
            <a:r>
              <a:rPr lang="pl-PL" sz="1350" dirty="0"/>
              <a:t>Firmy takie jak: Netflix, Google, Facebook, Spotify i wiele innych korzystają w swoich rozwiązaniach z języka Python. Prowadzą badania naukowe oraz sam tworzą nowe biblioteki dla Pythona udostępniając je społeczności programistycznej.</a:t>
            </a:r>
          </a:p>
        </p:txBody>
      </p:sp>
    </p:spTree>
    <p:extLst>
      <p:ext uri="{BB962C8B-B14F-4D97-AF65-F5344CB8AC3E}">
        <p14:creationId xmlns:p14="http://schemas.microsoft.com/office/powerpoint/2010/main" val="1211490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591D9CC8-310C-36F1-CF75-8A2BF6C5F009}"/>
              </a:ext>
            </a:extLst>
          </p:cNvPr>
          <p:cNvSpPr>
            <a:spLocks noGrp="1"/>
          </p:cNvSpPr>
          <p:nvPr>
            <p:ph type="title"/>
          </p:nvPr>
        </p:nvSpPr>
        <p:spPr/>
        <p:txBody>
          <a:bodyPr/>
          <a:lstStyle/>
          <a:p>
            <a:r>
              <a:rPr lang="pl-PL" dirty="0"/>
              <a:t>ANI i AGI</a:t>
            </a:r>
          </a:p>
        </p:txBody>
      </p:sp>
      <p:sp>
        <p:nvSpPr>
          <p:cNvPr id="5" name="pole tekstowe 4">
            <a:extLst>
              <a:ext uri="{FF2B5EF4-FFF2-40B4-BE49-F238E27FC236}">
                <a16:creationId xmlns:a16="http://schemas.microsoft.com/office/drawing/2014/main" id="{BE6E5BAF-3C69-D9FB-85C8-D7C0DCABA201}"/>
              </a:ext>
            </a:extLst>
          </p:cNvPr>
          <p:cNvSpPr txBox="1"/>
          <p:nvPr/>
        </p:nvSpPr>
        <p:spPr>
          <a:xfrm>
            <a:off x="575556" y="1545636"/>
            <a:ext cx="8154906" cy="2585323"/>
          </a:xfrm>
          <a:prstGeom prst="rect">
            <a:avLst/>
          </a:prstGeom>
          <a:noFill/>
        </p:spPr>
        <p:txBody>
          <a:bodyPr wrap="square">
            <a:spAutoFit/>
          </a:bodyPr>
          <a:lstStyle/>
          <a:p>
            <a:r>
              <a:rPr lang="pl-PL" sz="1350" dirty="0">
                <a:solidFill>
                  <a:schemeClr val="bg1"/>
                </a:solidFill>
              </a:rPr>
              <a:t>Wąska sztuczna inteligencja (ANI - </a:t>
            </a:r>
            <a:r>
              <a:rPr lang="pl-PL" sz="1350" dirty="0" err="1">
                <a:solidFill>
                  <a:schemeClr val="bg1"/>
                </a:solidFill>
              </a:rPr>
              <a:t>Artificial</a:t>
            </a:r>
            <a:r>
              <a:rPr lang="pl-PL" sz="1350" dirty="0">
                <a:solidFill>
                  <a:schemeClr val="bg1"/>
                </a:solidFill>
              </a:rPr>
              <a:t> </a:t>
            </a:r>
            <a:r>
              <a:rPr lang="pl-PL" sz="1350" dirty="0" err="1">
                <a:solidFill>
                  <a:schemeClr val="bg1"/>
                </a:solidFill>
              </a:rPr>
              <a:t>Narrow</a:t>
            </a:r>
            <a:r>
              <a:rPr lang="pl-PL" sz="1350" dirty="0">
                <a:solidFill>
                  <a:schemeClr val="bg1"/>
                </a:solidFill>
              </a:rPr>
              <a:t> </a:t>
            </a:r>
            <a:r>
              <a:rPr lang="pl-PL" sz="1350" dirty="0" err="1">
                <a:solidFill>
                  <a:schemeClr val="bg1"/>
                </a:solidFill>
              </a:rPr>
              <a:t>Intelligence</a:t>
            </a:r>
            <a:r>
              <a:rPr lang="pl-PL" sz="1350" dirty="0">
                <a:solidFill>
                  <a:schemeClr val="bg1"/>
                </a:solidFill>
              </a:rPr>
              <a:t>): ANI to systemy AI zaprojektowane do wykonywania jednego lub kilku konkretnych zadań. Są skuteczne w rozwiązywaniu wybranych problemów, jak na przykład rozpoznawanie mowy, analiza obrazów, czy granie w szachy, ale nie potrafią wykraczać poza swoje zdefiniowane umiejętności. Przykłady ANI to asystenci głosowi, programy rekomendujące w serwisach </a:t>
            </a:r>
            <a:r>
              <a:rPr lang="pl-PL" sz="1350" dirty="0" err="1">
                <a:solidFill>
                  <a:schemeClr val="bg1"/>
                </a:solidFill>
              </a:rPr>
              <a:t>streamingowych</a:t>
            </a:r>
            <a:r>
              <a:rPr lang="pl-PL" sz="1350" dirty="0">
                <a:solidFill>
                  <a:schemeClr val="bg1"/>
                </a:solidFill>
              </a:rPr>
              <a:t> oraz autonomiczne pojazdy, które działają w określonych warunkach.</a:t>
            </a:r>
          </a:p>
          <a:p>
            <a:endParaRPr lang="pl-PL" sz="1350" dirty="0">
              <a:solidFill>
                <a:schemeClr val="bg1"/>
              </a:solidFill>
            </a:endParaRPr>
          </a:p>
          <a:p>
            <a:r>
              <a:rPr lang="pl-PL" sz="1350" dirty="0">
                <a:solidFill>
                  <a:schemeClr val="bg1"/>
                </a:solidFill>
              </a:rPr>
              <a:t>Ogólna sztuczna inteligencja (AGI - </a:t>
            </a:r>
            <a:r>
              <a:rPr lang="pl-PL" sz="1350" dirty="0" err="1">
                <a:solidFill>
                  <a:schemeClr val="bg1"/>
                </a:solidFill>
              </a:rPr>
              <a:t>Artificial</a:t>
            </a:r>
            <a:r>
              <a:rPr lang="pl-PL" sz="1350" dirty="0">
                <a:solidFill>
                  <a:schemeClr val="bg1"/>
                </a:solidFill>
              </a:rPr>
              <a:t> General </a:t>
            </a:r>
            <a:r>
              <a:rPr lang="pl-PL" sz="1350" dirty="0" err="1">
                <a:solidFill>
                  <a:schemeClr val="bg1"/>
                </a:solidFill>
              </a:rPr>
              <a:t>Intelligence</a:t>
            </a:r>
            <a:r>
              <a:rPr lang="pl-PL" sz="1350" dirty="0">
                <a:solidFill>
                  <a:schemeClr val="bg1"/>
                </a:solidFill>
              </a:rPr>
              <a:t>): AGI to hipotetyczna forma AI, która dorównuje ludzkim zdolnościom intelektualnym. Systemy AGI mogłyby rozumować, uczyć się i rozwiązywać problemy w wielu dziedzinach, a nawet myśleć kreatywnie i podejmować decyzje w nieznanych wcześniej sytuacjach. Takie AI nie istnieje jeszcze, ale jest tematem intensywnych badań i spekulacji dotyczących przyszłości technologii.</a:t>
            </a:r>
          </a:p>
        </p:txBody>
      </p:sp>
    </p:spTree>
    <p:extLst>
      <p:ext uri="{BB962C8B-B14F-4D97-AF65-F5344CB8AC3E}">
        <p14:creationId xmlns:p14="http://schemas.microsoft.com/office/powerpoint/2010/main" val="41762389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6E6A10A3-2268-93ED-89B6-E58FF2266BFA}"/>
              </a:ext>
            </a:extLst>
          </p:cNvPr>
          <p:cNvSpPr>
            <a:spLocks noGrp="1"/>
          </p:cNvSpPr>
          <p:nvPr>
            <p:ph type="title"/>
          </p:nvPr>
        </p:nvSpPr>
        <p:spPr/>
        <p:txBody>
          <a:bodyPr/>
          <a:lstStyle/>
          <a:p>
            <a:r>
              <a:rPr lang="pl-PL" dirty="0"/>
              <a:t>Inteligencja</a:t>
            </a:r>
          </a:p>
        </p:txBody>
      </p:sp>
      <p:sp>
        <p:nvSpPr>
          <p:cNvPr id="4" name="pole tekstowe 3">
            <a:extLst>
              <a:ext uri="{FF2B5EF4-FFF2-40B4-BE49-F238E27FC236}">
                <a16:creationId xmlns:a16="http://schemas.microsoft.com/office/drawing/2014/main" id="{A006337F-C133-8204-2827-14E519685B01}"/>
              </a:ext>
            </a:extLst>
          </p:cNvPr>
          <p:cNvSpPr txBox="1"/>
          <p:nvPr/>
        </p:nvSpPr>
        <p:spPr>
          <a:xfrm>
            <a:off x="575556" y="1221601"/>
            <a:ext cx="7074786" cy="1246495"/>
          </a:xfrm>
          <a:prstGeom prst="rect">
            <a:avLst/>
          </a:prstGeom>
          <a:noFill/>
        </p:spPr>
        <p:txBody>
          <a:bodyPr wrap="square">
            <a:spAutoFit/>
          </a:bodyPr>
          <a:lstStyle/>
          <a:p>
            <a:r>
              <a:rPr lang="pl-PL" sz="1500" b="1" dirty="0"/>
              <a:t>Inteligencja</a:t>
            </a:r>
            <a:r>
              <a:rPr lang="pl-PL" sz="1500" dirty="0"/>
              <a:t> (od łac. </a:t>
            </a:r>
            <a:r>
              <a:rPr lang="pl-PL" sz="1500" i="1" dirty="0" err="1"/>
              <a:t>intelligentia</a:t>
            </a:r>
            <a:r>
              <a:rPr lang="pl-PL" sz="1500" dirty="0"/>
              <a:t> – zdolność pojmowania, rozum) – zdolność do postrzegania, analizy i adaptacji do zmian otoczenia. Zdolność rozumienia, uczenia się oraz wykorzystywania posiadanej wiedzy i umiejętności w różnych sytuacjach. Cecha umysłu warunkująca sprawność czynności poznawczych, takich jak myślenie, reagowanie, rozwiązywanie problemów. </a:t>
            </a:r>
          </a:p>
        </p:txBody>
      </p:sp>
      <p:pic>
        <p:nvPicPr>
          <p:cNvPr id="6" name="Obraz 5" descr="Obraz zawierający kreskówka&#10;&#10;Opis wygenerowany automatycznie">
            <a:extLst>
              <a:ext uri="{FF2B5EF4-FFF2-40B4-BE49-F238E27FC236}">
                <a16:creationId xmlns:a16="http://schemas.microsoft.com/office/drawing/2014/main" id="{BB937267-A5BA-AD19-5865-F58A2FB716E0}"/>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2843808" y="2596851"/>
            <a:ext cx="3017520" cy="2203704"/>
          </a:xfrm>
          <a:prstGeom prst="rect">
            <a:avLst/>
          </a:prstGeom>
        </p:spPr>
      </p:pic>
    </p:spTree>
    <p:extLst>
      <p:ext uri="{BB962C8B-B14F-4D97-AF65-F5344CB8AC3E}">
        <p14:creationId xmlns:p14="http://schemas.microsoft.com/office/powerpoint/2010/main" val="2890928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4195E111-CD73-E1D4-7578-CF9D24A834AE}"/>
              </a:ext>
            </a:extLst>
          </p:cNvPr>
          <p:cNvSpPr>
            <a:spLocks noGrp="1"/>
          </p:cNvSpPr>
          <p:nvPr>
            <p:ph type="title"/>
          </p:nvPr>
        </p:nvSpPr>
        <p:spPr/>
        <p:txBody>
          <a:bodyPr/>
          <a:lstStyle/>
          <a:p>
            <a:r>
              <a:rPr lang="pl-PL" dirty="0"/>
              <a:t>Inteligencja wieloraka</a:t>
            </a:r>
          </a:p>
        </p:txBody>
      </p:sp>
      <p:sp>
        <p:nvSpPr>
          <p:cNvPr id="3" name="pole tekstowe 2">
            <a:extLst>
              <a:ext uri="{FF2B5EF4-FFF2-40B4-BE49-F238E27FC236}">
                <a16:creationId xmlns:a16="http://schemas.microsoft.com/office/drawing/2014/main" id="{80084179-ACEF-CEE2-E70A-14AEC3020671}"/>
              </a:ext>
            </a:extLst>
          </p:cNvPr>
          <p:cNvSpPr txBox="1"/>
          <p:nvPr/>
        </p:nvSpPr>
        <p:spPr>
          <a:xfrm>
            <a:off x="1115616" y="1221600"/>
            <a:ext cx="3240360" cy="486054"/>
          </a:xfrm>
          <a:prstGeom prst="rect">
            <a:avLst/>
          </a:prstGeom>
        </p:spPr>
        <p:txBody>
          <a:bodyPr vert="horz" wrap="square" lIns="0" tIns="34290" rIns="0" bIns="34290" rtlCol="0">
            <a:normAutofit/>
          </a:bodyPr>
          <a:lstStyle/>
          <a:p>
            <a:r>
              <a:rPr lang="pl-PL" sz="2100" dirty="0"/>
              <a:t>Howard Gardner</a:t>
            </a:r>
          </a:p>
        </p:txBody>
      </p:sp>
      <p:pic>
        <p:nvPicPr>
          <p:cNvPr id="5" name="Obraz 4" descr="Obraz zawierający tekst, Ludzka twarz, człowiek, ubrania&#10;&#10;Opis wygenerowany automatycznie">
            <a:extLst>
              <a:ext uri="{FF2B5EF4-FFF2-40B4-BE49-F238E27FC236}">
                <a16:creationId xmlns:a16="http://schemas.microsoft.com/office/drawing/2014/main" id="{5D3757E6-7FF4-6F3B-81C2-22D5F0822005}"/>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1115616" y="1803243"/>
            <a:ext cx="5715000" cy="2114550"/>
          </a:xfrm>
          <a:prstGeom prst="rect">
            <a:avLst/>
          </a:prstGeom>
        </p:spPr>
      </p:pic>
      <p:sp>
        <p:nvSpPr>
          <p:cNvPr id="7" name="pole tekstowe 6">
            <a:extLst>
              <a:ext uri="{FF2B5EF4-FFF2-40B4-BE49-F238E27FC236}">
                <a16:creationId xmlns:a16="http://schemas.microsoft.com/office/drawing/2014/main" id="{43EA5CB3-E6D7-6C51-9BD5-AC992F7D2E27}"/>
              </a:ext>
            </a:extLst>
          </p:cNvPr>
          <p:cNvSpPr txBox="1"/>
          <p:nvPr/>
        </p:nvSpPr>
        <p:spPr>
          <a:xfrm>
            <a:off x="4572000" y="1225707"/>
            <a:ext cx="3240360" cy="486054"/>
          </a:xfrm>
          <a:prstGeom prst="rect">
            <a:avLst/>
          </a:prstGeom>
        </p:spPr>
        <p:txBody>
          <a:bodyPr vert="horz" wrap="square" lIns="0" tIns="34290" rIns="0" bIns="34290" rtlCol="0">
            <a:normAutofit/>
          </a:bodyPr>
          <a:lstStyle/>
          <a:p>
            <a:r>
              <a:rPr lang="pl-PL" sz="2100" dirty="0"/>
              <a:t>1983</a:t>
            </a:r>
          </a:p>
        </p:txBody>
      </p:sp>
      <p:sp>
        <p:nvSpPr>
          <p:cNvPr id="8" name="pole tekstowe 7">
            <a:extLst>
              <a:ext uri="{FF2B5EF4-FFF2-40B4-BE49-F238E27FC236}">
                <a16:creationId xmlns:a16="http://schemas.microsoft.com/office/drawing/2014/main" id="{7F5F1D38-A705-F7F8-7436-A9E15AE7B94D}"/>
              </a:ext>
            </a:extLst>
          </p:cNvPr>
          <p:cNvSpPr txBox="1"/>
          <p:nvPr/>
        </p:nvSpPr>
        <p:spPr>
          <a:xfrm>
            <a:off x="1115616" y="4299942"/>
            <a:ext cx="4266474" cy="432048"/>
          </a:xfrm>
          <a:prstGeom prst="rect">
            <a:avLst/>
          </a:prstGeom>
        </p:spPr>
        <p:txBody>
          <a:bodyPr vert="horz" wrap="square" lIns="0" tIns="34290" rIns="0" bIns="34290" rtlCol="0">
            <a:normAutofit/>
          </a:bodyPr>
          <a:lstStyle/>
          <a:p>
            <a:r>
              <a:rPr lang="pl-PL" sz="1350" dirty="0"/>
              <a:t>Teoria Inteligencji Wielorakiej</a:t>
            </a:r>
          </a:p>
        </p:txBody>
      </p:sp>
    </p:spTree>
    <p:extLst>
      <p:ext uri="{BB962C8B-B14F-4D97-AF65-F5344CB8AC3E}">
        <p14:creationId xmlns:p14="http://schemas.microsoft.com/office/powerpoint/2010/main" val="3941199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042F4BDE-A7DF-36DA-6BA2-39CE1CC20E76}"/>
              </a:ext>
            </a:extLst>
          </p:cNvPr>
          <p:cNvSpPr>
            <a:spLocks noGrp="1"/>
          </p:cNvSpPr>
          <p:nvPr>
            <p:ph type="title"/>
          </p:nvPr>
        </p:nvSpPr>
        <p:spPr/>
        <p:txBody>
          <a:bodyPr/>
          <a:lstStyle/>
          <a:p>
            <a:r>
              <a:rPr lang="pl-PL" dirty="0"/>
              <a:t>Inteligencja wieloraka</a:t>
            </a:r>
          </a:p>
        </p:txBody>
      </p:sp>
      <p:sp>
        <p:nvSpPr>
          <p:cNvPr id="3" name="pole tekstowe 2">
            <a:extLst>
              <a:ext uri="{FF2B5EF4-FFF2-40B4-BE49-F238E27FC236}">
                <a16:creationId xmlns:a16="http://schemas.microsoft.com/office/drawing/2014/main" id="{797086C5-B7BD-6E79-8255-9424F30FDAF8}"/>
              </a:ext>
            </a:extLst>
          </p:cNvPr>
          <p:cNvSpPr txBox="1"/>
          <p:nvPr/>
        </p:nvSpPr>
        <p:spPr>
          <a:xfrm>
            <a:off x="845586" y="1437624"/>
            <a:ext cx="6264696" cy="3240360"/>
          </a:xfrm>
          <a:prstGeom prst="rect">
            <a:avLst/>
          </a:prstGeom>
        </p:spPr>
        <p:txBody>
          <a:bodyPr vert="horz" wrap="square" lIns="0" tIns="34290" rIns="0" bIns="34290" rtlCol="0">
            <a:normAutofit/>
          </a:bodyPr>
          <a:lstStyle/>
          <a:p>
            <a:endParaRPr lang="pl-PL" sz="1350" dirty="0" err="1"/>
          </a:p>
        </p:txBody>
      </p:sp>
      <p:sp>
        <p:nvSpPr>
          <p:cNvPr id="5" name="pole tekstowe 4">
            <a:extLst>
              <a:ext uri="{FF2B5EF4-FFF2-40B4-BE49-F238E27FC236}">
                <a16:creationId xmlns:a16="http://schemas.microsoft.com/office/drawing/2014/main" id="{9F158280-01A7-AE71-4F93-D41BDD42402F}"/>
              </a:ext>
            </a:extLst>
          </p:cNvPr>
          <p:cNvSpPr txBox="1"/>
          <p:nvPr/>
        </p:nvSpPr>
        <p:spPr>
          <a:xfrm>
            <a:off x="1007604" y="1545636"/>
            <a:ext cx="4574156" cy="2516073"/>
          </a:xfrm>
          <a:prstGeom prst="rect">
            <a:avLst/>
          </a:prstGeom>
          <a:noFill/>
        </p:spPr>
        <p:txBody>
          <a:bodyPr wrap="square">
            <a:spAutoFit/>
          </a:bodyPr>
          <a:lstStyle/>
          <a:p>
            <a:pPr marL="214313" indent="-214313">
              <a:buFont typeface="Arial" panose="020B0604020202020204" pitchFamily="34" charset="0"/>
              <a:buChar char="•"/>
            </a:pPr>
            <a:r>
              <a:rPr lang="pl-PL" dirty="0"/>
              <a:t>Inteligencja językowa</a:t>
            </a:r>
          </a:p>
          <a:p>
            <a:pPr marL="214313" indent="-214313">
              <a:buFont typeface="Arial" panose="020B0604020202020204" pitchFamily="34" charset="0"/>
              <a:buChar char="•"/>
            </a:pPr>
            <a:r>
              <a:rPr lang="pl-PL" dirty="0"/>
              <a:t>Inteligencja logiczna lub matematyczna</a:t>
            </a:r>
          </a:p>
          <a:p>
            <a:pPr marL="214313" indent="-214313">
              <a:buFont typeface="Arial" panose="020B0604020202020204" pitchFamily="34" charset="0"/>
              <a:buChar char="•"/>
            </a:pPr>
            <a:r>
              <a:rPr lang="pl-PL" dirty="0"/>
              <a:t>Inteligencja wizualno-przestrzenna</a:t>
            </a:r>
          </a:p>
          <a:p>
            <a:pPr marL="214313" indent="-214313">
              <a:buFont typeface="Arial" panose="020B0604020202020204" pitchFamily="34" charset="0"/>
              <a:buChar char="•"/>
            </a:pPr>
            <a:r>
              <a:rPr lang="pl-PL" dirty="0"/>
              <a:t>Inteligencja muzyczna</a:t>
            </a:r>
          </a:p>
          <a:p>
            <a:pPr marL="214313" indent="-214313">
              <a:buFont typeface="Arial" panose="020B0604020202020204" pitchFamily="34" charset="0"/>
              <a:buChar char="•"/>
            </a:pPr>
            <a:r>
              <a:rPr lang="pl-PL" dirty="0"/>
              <a:t>Inteligencja interpersonalna (społeczna)</a:t>
            </a:r>
          </a:p>
          <a:p>
            <a:pPr marL="214313" indent="-214313">
              <a:buFont typeface="Arial" panose="020B0604020202020204" pitchFamily="34" charset="0"/>
              <a:buChar char="•"/>
            </a:pPr>
            <a:r>
              <a:rPr lang="pl-PL" dirty="0"/>
              <a:t>Inteligencja interpersonalna (refleksyjna)</a:t>
            </a:r>
          </a:p>
          <a:p>
            <a:pPr marL="214313" indent="-214313">
              <a:buFont typeface="Arial" panose="020B0604020202020204" pitchFamily="34" charset="0"/>
              <a:buChar char="•"/>
            </a:pPr>
            <a:r>
              <a:rPr lang="pl-PL" dirty="0"/>
              <a:t>Inteligencja ruchowa</a:t>
            </a:r>
          </a:p>
          <a:p>
            <a:pPr marL="214313" indent="-214313">
              <a:buFont typeface="Arial" panose="020B0604020202020204" pitchFamily="34" charset="0"/>
              <a:buChar char="•"/>
            </a:pPr>
            <a:r>
              <a:rPr lang="pl-PL" dirty="0"/>
              <a:t>Inteligencja przyrodnicza</a:t>
            </a:r>
          </a:p>
          <a:p>
            <a:pPr marL="214313" indent="-214313">
              <a:buFont typeface="Arial" panose="020B0604020202020204" pitchFamily="34" charset="0"/>
              <a:buChar char="•"/>
            </a:pPr>
            <a:endParaRPr lang="pl-PL" sz="1350" dirty="0"/>
          </a:p>
        </p:txBody>
      </p:sp>
    </p:spTree>
    <p:extLst>
      <p:ext uri="{BB962C8B-B14F-4D97-AF65-F5344CB8AC3E}">
        <p14:creationId xmlns:p14="http://schemas.microsoft.com/office/powerpoint/2010/main" val="15515785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7F04C045-C6A2-A260-334E-EA73F385F9DD}"/>
              </a:ext>
            </a:extLst>
          </p:cNvPr>
          <p:cNvSpPr>
            <a:spLocks noGrp="1"/>
          </p:cNvSpPr>
          <p:nvPr>
            <p:ph type="title"/>
          </p:nvPr>
        </p:nvSpPr>
        <p:spPr>
          <a:xfrm>
            <a:off x="510779" y="1"/>
            <a:ext cx="8122443" cy="843735"/>
          </a:xfrm>
        </p:spPr>
        <p:txBody>
          <a:bodyPr vert="horz" wrap="square" lIns="0" tIns="34290" rIns="0" bIns="34290" numCol="1" rtlCol="0" anchor="b" anchorCtr="0" compatLnSpc="1">
            <a:prstTxWarp prst="textNoShape">
              <a:avLst/>
            </a:prstTxWarp>
            <a:normAutofit/>
          </a:bodyPr>
          <a:lstStyle/>
          <a:p>
            <a:r>
              <a:rPr lang="pl-PL" dirty="0"/>
              <a:t>Sztuczna Inteligencja</a:t>
            </a:r>
          </a:p>
        </p:txBody>
      </p:sp>
      <p:sp>
        <p:nvSpPr>
          <p:cNvPr id="4" name="pole tekstowe 3">
            <a:extLst>
              <a:ext uri="{FF2B5EF4-FFF2-40B4-BE49-F238E27FC236}">
                <a16:creationId xmlns:a16="http://schemas.microsoft.com/office/drawing/2014/main" id="{CB6DDDDF-6EEE-AF83-622A-FD7E62667532}"/>
              </a:ext>
            </a:extLst>
          </p:cNvPr>
          <p:cNvSpPr txBox="1"/>
          <p:nvPr/>
        </p:nvSpPr>
        <p:spPr>
          <a:xfrm>
            <a:off x="510779" y="1113588"/>
            <a:ext cx="3974306" cy="3456384"/>
          </a:xfrm>
          <a:prstGeom prst="rect">
            <a:avLst/>
          </a:prstGeom>
        </p:spPr>
        <p:txBody>
          <a:bodyPr vert="horz" lIns="0" tIns="34290" rIns="0" bIns="34290" rtlCol="0">
            <a:normAutofit/>
          </a:bodyPr>
          <a:lstStyle/>
          <a:p>
            <a:pPr marL="171450" indent="-171450">
              <a:lnSpc>
                <a:spcPct val="120000"/>
              </a:lnSpc>
              <a:spcBef>
                <a:spcPts val="300"/>
              </a:spcBef>
              <a:spcAft>
                <a:spcPts val="300"/>
              </a:spcAft>
              <a:buSzPct val="90000"/>
              <a:buFont typeface="Wingdings" pitchFamily="2" charset="2"/>
              <a:buChar char="§"/>
            </a:pPr>
            <a:r>
              <a:rPr lang="pl-PL" sz="1650">
                <a:latin typeface="Roboto" panose="02000000000000000000" pitchFamily="2" charset="0"/>
                <a:ea typeface="Roboto" panose="02000000000000000000" pitchFamily="2" charset="0"/>
              </a:rPr>
              <a:t>Sztuczna inteligencja (AI, z ang. Artificial Intelligence) to dziedzina informatyki, która zajmuje się tworzeniem systemów i algorytmów umożliwiających maszynom, takim jak komputery, wykonywanie zadań wymagających inteligencji podobnej do ludzkiej. AI pozwala maszynom uczyć się na podstawie doświadczeń, rozpoznawać wzorce, podejmować decyzje oraz adaptować się do nowych sytuacji.</a:t>
            </a:r>
          </a:p>
        </p:txBody>
      </p:sp>
      <p:pic>
        <p:nvPicPr>
          <p:cNvPr id="6" name="Obraz 5" descr="Obraz zawierający Majorelle blue, ciemność, światło, sztuka&#10;&#10;Opis wygenerowany automatycznie">
            <a:extLst>
              <a:ext uri="{FF2B5EF4-FFF2-40B4-BE49-F238E27FC236}">
                <a16:creationId xmlns:a16="http://schemas.microsoft.com/office/drawing/2014/main" id="{A79DD041-E276-E558-4104-82933D6AFA04}"/>
              </a:ext>
            </a:extLst>
          </p:cNvPr>
          <p:cNvPicPr>
            <a:picLocks noChangeAspect="1"/>
          </p:cNvPicPr>
          <p:nvPr/>
        </p:nvPicPr>
        <p:blipFill>
          <a:blip r:embed="rId2">
            <a:extLst>
              <a:ext uri="{837473B0-CC2E-450A-ABE3-18F120FF3D39}">
                <a1611:picAttrSrcUrl xmlns:a1611="http://schemas.microsoft.com/office/drawing/2016/11/main" r:id="rId3"/>
              </a:ext>
            </a:extLst>
          </a:blip>
          <a:srcRect l="14618" r="13516"/>
          <a:stretch/>
        </p:blipFill>
        <p:spPr>
          <a:xfrm>
            <a:off x="4656380" y="1113588"/>
            <a:ext cx="3974306" cy="3456384"/>
          </a:xfrm>
          <a:prstGeom prst="rect">
            <a:avLst/>
          </a:prstGeom>
          <a:noFill/>
        </p:spPr>
      </p:pic>
    </p:spTree>
    <p:extLst>
      <p:ext uri="{BB962C8B-B14F-4D97-AF65-F5344CB8AC3E}">
        <p14:creationId xmlns:p14="http://schemas.microsoft.com/office/powerpoint/2010/main" val="36074840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910814AB-6637-2C4D-E290-4C5444886135}"/>
              </a:ext>
            </a:extLst>
          </p:cNvPr>
          <p:cNvSpPr>
            <a:spLocks noGrp="1"/>
          </p:cNvSpPr>
          <p:nvPr>
            <p:ph type="title"/>
          </p:nvPr>
        </p:nvSpPr>
        <p:spPr/>
        <p:txBody>
          <a:bodyPr/>
          <a:lstStyle/>
          <a:p>
            <a:r>
              <a:rPr lang="pl-PL" dirty="0"/>
              <a:t>AI</a:t>
            </a:r>
          </a:p>
        </p:txBody>
      </p:sp>
      <p:sp>
        <p:nvSpPr>
          <p:cNvPr id="4" name="pole tekstowe 3">
            <a:extLst>
              <a:ext uri="{FF2B5EF4-FFF2-40B4-BE49-F238E27FC236}">
                <a16:creationId xmlns:a16="http://schemas.microsoft.com/office/drawing/2014/main" id="{EF80A313-FD09-9E74-0C48-D6448571BD3A}"/>
              </a:ext>
            </a:extLst>
          </p:cNvPr>
          <p:cNvSpPr txBox="1"/>
          <p:nvPr/>
        </p:nvSpPr>
        <p:spPr>
          <a:xfrm>
            <a:off x="953599" y="1437624"/>
            <a:ext cx="5904401" cy="2793072"/>
          </a:xfrm>
          <a:prstGeom prst="rect">
            <a:avLst/>
          </a:prstGeom>
          <a:noFill/>
        </p:spPr>
        <p:txBody>
          <a:bodyPr wrap="square">
            <a:spAutoFit/>
          </a:bodyPr>
          <a:lstStyle/>
          <a:p>
            <a:r>
              <a:rPr lang="pl-PL" sz="1350" b="1" dirty="0"/>
              <a:t>Uczenie maszynowe (Machine Learning):</a:t>
            </a:r>
          </a:p>
          <a:p>
            <a:r>
              <a:rPr lang="pl-PL" sz="1350" dirty="0"/>
              <a:t>Jest to jeden z podstawowych elementów AI, w którym maszyny uczą się na podstawie danych. Zamiast programować każdą czynność, systemy AI mogą analizować dane i na tej podstawie samodzielnie tworzyć reguły działania. Przykłady obejmują rozpoznawanie obrazów, analizę tekstu czy prognozowanie trendów.</a:t>
            </a:r>
          </a:p>
          <a:p>
            <a:endParaRPr lang="pl-PL" sz="1350" dirty="0"/>
          </a:p>
          <a:p>
            <a:r>
              <a:rPr lang="pl-PL" sz="1350" b="1" dirty="0"/>
              <a:t>Uczenie głębokie (</a:t>
            </a:r>
            <a:r>
              <a:rPr lang="pl-PL" sz="1350" b="1" dirty="0" err="1"/>
              <a:t>Deep</a:t>
            </a:r>
            <a:r>
              <a:rPr lang="pl-PL" sz="1350" b="1" dirty="0"/>
              <a:t> Learning):</a:t>
            </a:r>
          </a:p>
          <a:p>
            <a:r>
              <a:rPr lang="pl-PL" sz="1350" dirty="0"/>
              <a:t>Jest to podzbiór uczenia maszynowego, który wykorzystuje sieci neuronowe wzorowane na ludzkim mózgu. Głębokie sieci neuronowe składają się z wielu warstw przetwarzających dane, co pozwala na tworzenie bardzo złożonych modeli, zdolnych do rozpoznawania obrazów, przetwarzania mowy czy generowania tekstu.</a:t>
            </a:r>
          </a:p>
        </p:txBody>
      </p:sp>
    </p:spTree>
    <p:extLst>
      <p:ext uri="{BB962C8B-B14F-4D97-AF65-F5344CB8AC3E}">
        <p14:creationId xmlns:p14="http://schemas.microsoft.com/office/powerpoint/2010/main" val="26185746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69FB82B7-B0AF-1551-7A79-60A8BCBA6ABA}"/>
              </a:ext>
            </a:extLst>
          </p:cNvPr>
          <p:cNvSpPr>
            <a:spLocks noGrp="1"/>
          </p:cNvSpPr>
          <p:nvPr>
            <p:ph type="title"/>
          </p:nvPr>
        </p:nvSpPr>
        <p:spPr/>
        <p:txBody>
          <a:bodyPr/>
          <a:lstStyle/>
          <a:p>
            <a:r>
              <a:rPr lang="pl-PL" dirty="0"/>
              <a:t>AI</a:t>
            </a:r>
          </a:p>
        </p:txBody>
      </p:sp>
      <p:sp>
        <p:nvSpPr>
          <p:cNvPr id="4" name="pole tekstowe 3">
            <a:extLst>
              <a:ext uri="{FF2B5EF4-FFF2-40B4-BE49-F238E27FC236}">
                <a16:creationId xmlns:a16="http://schemas.microsoft.com/office/drawing/2014/main" id="{8CBD11CD-59CA-677A-45FE-B41DA8DDFD36}"/>
              </a:ext>
            </a:extLst>
          </p:cNvPr>
          <p:cNvSpPr txBox="1"/>
          <p:nvPr/>
        </p:nvSpPr>
        <p:spPr>
          <a:xfrm>
            <a:off x="1007604" y="1394504"/>
            <a:ext cx="5793155" cy="2585323"/>
          </a:xfrm>
          <a:prstGeom prst="rect">
            <a:avLst/>
          </a:prstGeom>
          <a:noFill/>
        </p:spPr>
        <p:txBody>
          <a:bodyPr wrap="square">
            <a:spAutoFit/>
          </a:bodyPr>
          <a:lstStyle/>
          <a:p>
            <a:r>
              <a:rPr lang="pl-PL" sz="1350" b="1" dirty="0"/>
              <a:t>Przetwarzanie języka naturalnego (Natural Language Processing, NLP):</a:t>
            </a:r>
          </a:p>
          <a:p>
            <a:r>
              <a:rPr lang="pl-PL" sz="1350" dirty="0"/>
              <a:t>To część AI zajmująca się zrozumieniem i generowaniem języka ludzkiego. NLP umożliwia komputerom analizę, interpretację i odpowiedź na tekst lub mowę. Przykłady obejmują tłumaczenie języków, analizę sentymentu, asystentów głosowych (jak </a:t>
            </a:r>
            <a:r>
              <a:rPr lang="pl-PL" sz="1350" dirty="0" err="1"/>
              <a:t>Siri</a:t>
            </a:r>
            <a:r>
              <a:rPr lang="pl-PL" sz="1350" dirty="0"/>
              <a:t>, </a:t>
            </a:r>
            <a:r>
              <a:rPr lang="pl-PL" sz="1350" dirty="0" err="1"/>
              <a:t>Alexa</a:t>
            </a:r>
            <a:r>
              <a:rPr lang="pl-PL" sz="1350" dirty="0"/>
              <a:t>) oraz </a:t>
            </a:r>
            <a:r>
              <a:rPr lang="pl-PL" sz="1350" dirty="0" err="1"/>
              <a:t>chatboty</a:t>
            </a:r>
            <a:r>
              <a:rPr lang="pl-PL" sz="1350" dirty="0"/>
              <a:t>.</a:t>
            </a:r>
          </a:p>
          <a:p>
            <a:endParaRPr lang="pl-PL" sz="1350" dirty="0"/>
          </a:p>
          <a:p>
            <a:r>
              <a:rPr lang="pl-PL" sz="1350" b="1" dirty="0"/>
              <a:t>Wizja komputerowa (</a:t>
            </a:r>
            <a:r>
              <a:rPr lang="pl-PL" sz="1350" b="1" dirty="0" err="1"/>
              <a:t>Computer</a:t>
            </a:r>
            <a:r>
              <a:rPr lang="pl-PL" sz="1350" b="1" dirty="0"/>
              <a:t> </a:t>
            </a:r>
            <a:r>
              <a:rPr lang="pl-PL" sz="1350" b="1" dirty="0" err="1"/>
              <a:t>Vision</a:t>
            </a:r>
            <a:r>
              <a:rPr lang="pl-PL" sz="1350" b="1" dirty="0"/>
              <a:t>):</a:t>
            </a:r>
          </a:p>
          <a:p>
            <a:r>
              <a:rPr lang="pl-PL" sz="1350" dirty="0"/>
              <a:t>AI umożliwia komputerom rozpoznawanie i interpretowanie obrazów oraz wideo. Wizja komputerowa jest wykorzystywana w systemach rozpoznawania twarzy, autonomicznych pojazdach, a także w medycynie do analizy obrazów diagnostycznych.</a:t>
            </a:r>
          </a:p>
        </p:txBody>
      </p:sp>
    </p:spTree>
    <p:extLst>
      <p:ext uri="{BB962C8B-B14F-4D97-AF65-F5344CB8AC3E}">
        <p14:creationId xmlns:p14="http://schemas.microsoft.com/office/powerpoint/2010/main" val="37137251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119409AD-06B9-45AE-BDCD-D56B666B42E8}"/>
              </a:ext>
            </a:extLst>
          </p:cNvPr>
          <p:cNvSpPr>
            <a:spLocks noGrp="1"/>
          </p:cNvSpPr>
          <p:nvPr>
            <p:ph type="title"/>
          </p:nvPr>
        </p:nvSpPr>
        <p:spPr/>
        <p:txBody>
          <a:bodyPr/>
          <a:lstStyle/>
          <a:p>
            <a:r>
              <a:rPr lang="pl-PL" dirty="0"/>
              <a:t>AI</a:t>
            </a:r>
          </a:p>
        </p:txBody>
      </p:sp>
      <p:sp>
        <p:nvSpPr>
          <p:cNvPr id="4" name="pole tekstowe 3">
            <a:extLst>
              <a:ext uri="{FF2B5EF4-FFF2-40B4-BE49-F238E27FC236}">
                <a16:creationId xmlns:a16="http://schemas.microsoft.com/office/drawing/2014/main" id="{42B75A51-D422-CFE3-0467-EBE91925D2C0}"/>
              </a:ext>
            </a:extLst>
          </p:cNvPr>
          <p:cNvSpPr txBox="1"/>
          <p:nvPr/>
        </p:nvSpPr>
        <p:spPr>
          <a:xfrm>
            <a:off x="1277634" y="1437624"/>
            <a:ext cx="5832648" cy="2377574"/>
          </a:xfrm>
          <a:prstGeom prst="rect">
            <a:avLst/>
          </a:prstGeom>
          <a:noFill/>
        </p:spPr>
        <p:txBody>
          <a:bodyPr wrap="square">
            <a:spAutoFit/>
          </a:bodyPr>
          <a:lstStyle/>
          <a:p>
            <a:r>
              <a:rPr lang="pl-PL" sz="1350" b="1" dirty="0"/>
              <a:t>Eksperckie systemy doradcze:</a:t>
            </a:r>
          </a:p>
          <a:p>
            <a:r>
              <a:rPr lang="pl-PL" sz="1350" dirty="0"/>
              <a:t>Są to systemy AI zaprojektowane do podejmowania decyzji w specyficznych dziedzinach na podstawie zestawu reguł i wiedzy eksperckiej. Wykorzystywane są m.in. w diagnozie medycznej, analizie finansowej czy planowaniu logistycznym.</a:t>
            </a:r>
          </a:p>
          <a:p>
            <a:endParaRPr lang="pl-PL" sz="1350" dirty="0"/>
          </a:p>
          <a:p>
            <a:r>
              <a:rPr lang="pl-PL" sz="1350" b="1" dirty="0"/>
              <a:t>Robotyka:</a:t>
            </a:r>
          </a:p>
          <a:p>
            <a:r>
              <a:rPr lang="pl-PL" sz="1350" dirty="0"/>
              <a:t>AI w robotyce pozwala na tworzenie robotów zdolnych do interakcji z otoczeniem, wykonywania zadań, a także adaptacji do nowych sytuacji. Robotyka z AI znajduje zastosowanie w automatyzacji przemysłu, medycynie (roboty chirurgiczne), a także w robotach domowych.</a:t>
            </a:r>
          </a:p>
        </p:txBody>
      </p:sp>
    </p:spTree>
    <p:extLst>
      <p:ext uri="{BB962C8B-B14F-4D97-AF65-F5344CB8AC3E}">
        <p14:creationId xmlns:p14="http://schemas.microsoft.com/office/powerpoint/2010/main" val="12934806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C68F535A-EB6E-86C9-D974-3E44E1FB4A7E}"/>
              </a:ext>
            </a:extLst>
          </p:cNvPr>
          <p:cNvSpPr>
            <a:spLocks noGrp="1"/>
          </p:cNvSpPr>
          <p:nvPr>
            <p:ph type="title"/>
          </p:nvPr>
        </p:nvSpPr>
        <p:spPr>
          <a:xfrm>
            <a:off x="510779" y="1"/>
            <a:ext cx="8122443" cy="843735"/>
          </a:xfrm>
        </p:spPr>
        <p:txBody>
          <a:bodyPr vert="horz" wrap="square" lIns="0" tIns="34290" rIns="0" bIns="34290" numCol="1" rtlCol="0" anchor="b" anchorCtr="0" compatLnSpc="1">
            <a:prstTxWarp prst="textNoShape">
              <a:avLst/>
            </a:prstTxWarp>
            <a:normAutofit/>
          </a:bodyPr>
          <a:lstStyle/>
          <a:p>
            <a:r>
              <a:rPr lang="pl-PL" dirty="0"/>
              <a:t>świadomość</a:t>
            </a:r>
          </a:p>
        </p:txBody>
      </p:sp>
      <p:sp>
        <p:nvSpPr>
          <p:cNvPr id="4" name="pole tekstowe 3">
            <a:extLst>
              <a:ext uri="{FF2B5EF4-FFF2-40B4-BE49-F238E27FC236}">
                <a16:creationId xmlns:a16="http://schemas.microsoft.com/office/drawing/2014/main" id="{223472B3-54C8-762E-723F-51D04238F005}"/>
              </a:ext>
            </a:extLst>
          </p:cNvPr>
          <p:cNvSpPr txBox="1"/>
          <p:nvPr/>
        </p:nvSpPr>
        <p:spPr>
          <a:xfrm>
            <a:off x="510779" y="1113588"/>
            <a:ext cx="3974306" cy="3456384"/>
          </a:xfrm>
          <a:prstGeom prst="rect">
            <a:avLst/>
          </a:prstGeom>
        </p:spPr>
        <p:txBody>
          <a:bodyPr vert="horz" lIns="0" tIns="34290" rIns="0" bIns="34290" rtlCol="0">
            <a:normAutofit/>
          </a:bodyPr>
          <a:lstStyle/>
          <a:p>
            <a:pPr marL="171450" indent="-171450">
              <a:lnSpc>
                <a:spcPct val="120000"/>
              </a:lnSpc>
              <a:spcBef>
                <a:spcPts val="300"/>
              </a:spcBef>
              <a:spcAft>
                <a:spcPts val="300"/>
              </a:spcAft>
              <a:buSzPct val="90000"/>
              <a:buFont typeface="Wingdings" pitchFamily="2" charset="2"/>
              <a:buChar char="§"/>
            </a:pPr>
            <a:r>
              <a:rPr lang="pl-PL">
                <a:latin typeface="Roboto" panose="02000000000000000000" pitchFamily="2" charset="0"/>
                <a:ea typeface="Roboto" panose="02000000000000000000" pitchFamily="2" charset="0"/>
              </a:rPr>
              <a:t>Świadomość to złożone pojęcie, które odnosi się do zdolności jednostki do bycia świadomą siebie i otaczającego ją świata. Można ją opisać jako zdolność do odczuwania, myślenia, przeżywania emocji oraz podejmowania decyzji na podstawie złożonych procesów umysłowych.</a:t>
            </a:r>
          </a:p>
        </p:txBody>
      </p:sp>
      <p:pic>
        <p:nvPicPr>
          <p:cNvPr id="6" name="Obraz 5" descr="Obraz zawierający rysowanie, ilustracja, Ludzka twarz, obraz&#10;&#10;Opis wygenerowany automatycznie">
            <a:extLst>
              <a:ext uri="{FF2B5EF4-FFF2-40B4-BE49-F238E27FC236}">
                <a16:creationId xmlns:a16="http://schemas.microsoft.com/office/drawing/2014/main" id="{075EB3F3-84BE-7529-E05F-CC678DA49A87}"/>
              </a:ext>
            </a:extLst>
          </p:cNvPr>
          <p:cNvPicPr>
            <a:picLocks noChangeAspect="1"/>
          </p:cNvPicPr>
          <p:nvPr/>
        </p:nvPicPr>
        <p:blipFill>
          <a:blip r:embed="rId2">
            <a:extLst>
              <a:ext uri="{837473B0-CC2E-450A-ABE3-18F120FF3D39}">
                <a1611:picAttrSrcUrl xmlns:a1611="http://schemas.microsoft.com/office/drawing/2016/11/main" r:id="rId3"/>
              </a:ext>
            </a:extLst>
          </a:blip>
          <a:srcRect l="13761" r="2" b="2"/>
          <a:stretch/>
        </p:blipFill>
        <p:spPr>
          <a:xfrm>
            <a:off x="4658917" y="1118893"/>
            <a:ext cx="3974306" cy="3456384"/>
          </a:xfrm>
          <a:prstGeom prst="rect">
            <a:avLst/>
          </a:prstGeom>
          <a:noFill/>
        </p:spPr>
      </p:pic>
    </p:spTree>
    <p:extLst>
      <p:ext uri="{BB962C8B-B14F-4D97-AF65-F5344CB8AC3E}">
        <p14:creationId xmlns:p14="http://schemas.microsoft.com/office/powerpoint/2010/main" val="19093690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tekstu 1">
            <a:extLst>
              <a:ext uri="{FF2B5EF4-FFF2-40B4-BE49-F238E27FC236}">
                <a16:creationId xmlns:a16="http://schemas.microsoft.com/office/drawing/2014/main" id="{30B532AF-C6AC-4CB2-8FC4-576DB1668FFA}"/>
              </a:ext>
            </a:extLst>
          </p:cNvPr>
          <p:cNvSpPr>
            <a:spLocks noGrp="1"/>
          </p:cNvSpPr>
          <p:nvPr>
            <p:ph type="body" sz="quarter" idx="27"/>
          </p:nvPr>
        </p:nvSpPr>
        <p:spPr/>
        <p:txBody>
          <a:bodyPr/>
          <a:lstStyle/>
          <a:p>
            <a:pPr marL="0" indent="0">
              <a:buNone/>
            </a:pPr>
            <a:r>
              <a:rPr lang="pl-PL" dirty="0"/>
              <a:t>Maszynowe uczenie się(ang. Machine Learning) jest analizą procesów uczenia się oraz tworzeniem systemów, które doskonalą swoje działanie na podstawie doświadczeń z przeszłości.</a:t>
            </a:r>
          </a:p>
          <a:p>
            <a:pPr marL="0" indent="0">
              <a:buNone/>
            </a:pPr>
            <a:endParaRPr lang="pl-PL" dirty="0"/>
          </a:p>
          <a:p>
            <a:pPr marL="0" indent="0">
              <a:buNone/>
            </a:pPr>
            <a:r>
              <a:rPr lang="pl-PL" dirty="0"/>
              <a:t>Machine Learning może być realizowane poprzez</a:t>
            </a:r>
          </a:p>
          <a:p>
            <a:r>
              <a:rPr lang="pl-PL" dirty="0"/>
              <a:t>Symbolicznego/indukcyjnego uczenia się na przykładach 	(</a:t>
            </a:r>
            <a:r>
              <a:rPr lang="pl-PL" dirty="0" err="1"/>
              <a:t>ang.symbolic</a:t>
            </a:r>
            <a:r>
              <a:rPr lang="pl-PL" dirty="0"/>
              <a:t>/</a:t>
            </a:r>
            <a:r>
              <a:rPr lang="pl-PL" dirty="0" err="1"/>
              <a:t>inductive</a:t>
            </a:r>
            <a:r>
              <a:rPr lang="pl-PL" dirty="0"/>
              <a:t> learning)</a:t>
            </a:r>
          </a:p>
          <a:p>
            <a:r>
              <a:rPr lang="pl-PL" dirty="0"/>
              <a:t>Sztucznych sieci neuronowych (ang. </a:t>
            </a:r>
            <a:r>
              <a:rPr lang="pl-PL" dirty="0" err="1"/>
              <a:t>artificial</a:t>
            </a:r>
            <a:r>
              <a:rPr lang="pl-PL" dirty="0"/>
              <a:t> </a:t>
            </a:r>
            <a:r>
              <a:rPr lang="pl-PL" dirty="0" err="1"/>
              <a:t>neural</a:t>
            </a:r>
            <a:r>
              <a:rPr lang="pl-PL" dirty="0"/>
              <a:t> networks)</a:t>
            </a:r>
          </a:p>
          <a:p>
            <a:r>
              <a:rPr lang="pl-PL" dirty="0" err="1"/>
              <a:t>Algorymy</a:t>
            </a:r>
            <a:r>
              <a:rPr lang="pl-PL" dirty="0"/>
              <a:t> genetyczne i Ewolucyjne</a:t>
            </a:r>
          </a:p>
          <a:p>
            <a:r>
              <a:rPr lang="pl-PL" dirty="0"/>
              <a:t>Szybkie Algorytmy np. typu </a:t>
            </a:r>
            <a:r>
              <a:rPr lang="pl-PL" dirty="0" err="1"/>
              <a:t>Fuzzy</a:t>
            </a:r>
            <a:r>
              <a:rPr lang="pl-PL" dirty="0"/>
              <a:t> </a:t>
            </a:r>
            <a:r>
              <a:rPr lang="pl-PL" dirty="0" err="1"/>
              <a:t>Logic</a:t>
            </a:r>
            <a:endParaRPr lang="pl-PL" dirty="0"/>
          </a:p>
          <a:p>
            <a:r>
              <a:rPr lang="pl-PL" dirty="0"/>
              <a:t>Algorytmy </a:t>
            </a:r>
            <a:r>
              <a:rPr lang="pl-PL" dirty="0" err="1"/>
              <a:t>Deep</a:t>
            </a:r>
            <a:r>
              <a:rPr lang="pl-PL" dirty="0"/>
              <a:t> Learning, Heurystyki </a:t>
            </a:r>
            <a:r>
              <a:rPr lang="pl-PL" dirty="0" err="1"/>
              <a:t>itd</a:t>
            </a:r>
            <a:endParaRPr lang="pl-PL" dirty="0"/>
          </a:p>
          <a:p>
            <a:endParaRPr lang="pl-PL" dirty="0"/>
          </a:p>
          <a:p>
            <a:pPr marL="0" indent="0">
              <a:buNone/>
            </a:pPr>
            <a:endParaRPr lang="pl-PL" dirty="0"/>
          </a:p>
        </p:txBody>
      </p:sp>
      <p:sp>
        <p:nvSpPr>
          <p:cNvPr id="3" name="Tytuł 2">
            <a:extLst>
              <a:ext uri="{FF2B5EF4-FFF2-40B4-BE49-F238E27FC236}">
                <a16:creationId xmlns:a16="http://schemas.microsoft.com/office/drawing/2014/main" id="{8D976AD4-9B5C-437C-B0C2-CA351E491ED6}"/>
              </a:ext>
            </a:extLst>
          </p:cNvPr>
          <p:cNvSpPr>
            <a:spLocks noGrp="1"/>
          </p:cNvSpPr>
          <p:nvPr>
            <p:ph type="title"/>
          </p:nvPr>
        </p:nvSpPr>
        <p:spPr/>
        <p:txBody>
          <a:bodyPr/>
          <a:lstStyle/>
          <a:p>
            <a:r>
              <a:rPr lang="pl-PL" dirty="0"/>
              <a:t>Co to jest maszynowe uczenie się ? (Machine Learning)</a:t>
            </a:r>
          </a:p>
        </p:txBody>
      </p:sp>
    </p:spTree>
    <p:extLst>
      <p:ext uri="{BB962C8B-B14F-4D97-AF65-F5344CB8AC3E}">
        <p14:creationId xmlns:p14="http://schemas.microsoft.com/office/powerpoint/2010/main" val="4991664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tekstu 1">
            <a:extLst>
              <a:ext uri="{FF2B5EF4-FFF2-40B4-BE49-F238E27FC236}">
                <a16:creationId xmlns:a16="http://schemas.microsoft.com/office/drawing/2014/main" id="{F216A60A-14BE-4DCA-9FA1-628DFA7116FD}"/>
              </a:ext>
            </a:extLst>
          </p:cNvPr>
          <p:cNvSpPr>
            <a:spLocks noGrp="1"/>
          </p:cNvSpPr>
          <p:nvPr>
            <p:ph type="body" sz="quarter" idx="27"/>
          </p:nvPr>
        </p:nvSpPr>
        <p:spPr/>
        <p:txBody>
          <a:bodyPr/>
          <a:lstStyle/>
          <a:p>
            <a:r>
              <a:rPr lang="pl-PL" dirty="0"/>
              <a:t>Machine Learning (ML) – część sztucznej inteligencji (AI) lub inteligencji obliczeniowej (</a:t>
            </a:r>
            <a:r>
              <a:rPr lang="pl-PL" dirty="0" err="1"/>
              <a:t>Computational</a:t>
            </a:r>
            <a:r>
              <a:rPr lang="pl-PL" dirty="0"/>
              <a:t> </a:t>
            </a:r>
            <a:r>
              <a:rPr lang="pl-PL" dirty="0" err="1"/>
              <a:t>Intelligence</a:t>
            </a:r>
            <a:r>
              <a:rPr lang="pl-PL" dirty="0"/>
              <a:t> - CI)</a:t>
            </a:r>
          </a:p>
          <a:p>
            <a:endParaRPr lang="pl-PL" dirty="0"/>
          </a:p>
          <a:p>
            <a:r>
              <a:rPr lang="pl-PL" dirty="0"/>
              <a:t>Systemy adaptujące się, zmieniające swoje wewnętrzne parametry tak, aby rozpoznać charakter danych </a:t>
            </a:r>
          </a:p>
          <a:p>
            <a:endParaRPr lang="pl-PL" dirty="0"/>
          </a:p>
          <a:p>
            <a:r>
              <a:rPr lang="pl-PL" dirty="0"/>
              <a:t>ML umożliwia pozyskiwanie wiedzy na podstawie analizy </a:t>
            </a:r>
            <a:r>
              <a:rPr lang="pl-PL" dirty="0" err="1"/>
              <a:t>zachowań</a:t>
            </a:r>
            <a:r>
              <a:rPr lang="pl-PL" dirty="0"/>
              <a:t> ekspertów lub danych doświadczalnych</a:t>
            </a:r>
          </a:p>
          <a:p>
            <a:pPr marL="0" indent="0">
              <a:buNone/>
            </a:pPr>
            <a:endParaRPr lang="pl-PL" dirty="0"/>
          </a:p>
        </p:txBody>
      </p:sp>
      <p:sp>
        <p:nvSpPr>
          <p:cNvPr id="3" name="Tytuł 2">
            <a:extLst>
              <a:ext uri="{FF2B5EF4-FFF2-40B4-BE49-F238E27FC236}">
                <a16:creationId xmlns:a16="http://schemas.microsoft.com/office/drawing/2014/main" id="{D568983B-64DF-4E12-8AF8-CEF7724CD199}"/>
              </a:ext>
            </a:extLst>
          </p:cNvPr>
          <p:cNvSpPr>
            <a:spLocks noGrp="1"/>
          </p:cNvSpPr>
          <p:nvPr>
            <p:ph type="title"/>
          </p:nvPr>
        </p:nvSpPr>
        <p:spPr/>
        <p:txBody>
          <a:bodyPr/>
          <a:lstStyle/>
          <a:p>
            <a:r>
              <a:rPr lang="pl-PL" dirty="0"/>
              <a:t>Uczenie maszyn</a:t>
            </a:r>
          </a:p>
        </p:txBody>
      </p:sp>
    </p:spTree>
    <p:extLst>
      <p:ext uri="{BB962C8B-B14F-4D97-AF65-F5344CB8AC3E}">
        <p14:creationId xmlns:p14="http://schemas.microsoft.com/office/powerpoint/2010/main" val="35384071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tekstu 1">
            <a:extLst>
              <a:ext uri="{FF2B5EF4-FFF2-40B4-BE49-F238E27FC236}">
                <a16:creationId xmlns:a16="http://schemas.microsoft.com/office/drawing/2014/main" id="{3B4F5A0F-CAF2-4E44-A29B-8EDD72F93399}"/>
              </a:ext>
            </a:extLst>
          </p:cNvPr>
          <p:cNvSpPr>
            <a:spLocks noGrp="1"/>
          </p:cNvSpPr>
          <p:nvPr>
            <p:ph type="body" sz="quarter" idx="27"/>
          </p:nvPr>
        </p:nvSpPr>
        <p:spPr/>
        <p:txBody>
          <a:bodyPr>
            <a:normAutofit fontScale="92500"/>
          </a:bodyPr>
          <a:lstStyle/>
          <a:p>
            <a:r>
              <a:rPr lang="pl-PL" b="1" dirty="0"/>
              <a:t>Uczenie nadzorowane (</a:t>
            </a:r>
            <a:r>
              <a:rPr lang="pl-PL" b="1" dirty="0" err="1"/>
              <a:t>supervised</a:t>
            </a:r>
            <a:r>
              <a:rPr lang="pl-PL" b="1" dirty="0"/>
              <a:t> learning)</a:t>
            </a:r>
            <a:endParaRPr lang="pl-PL" dirty="0"/>
          </a:p>
          <a:p>
            <a:pPr marL="400050" lvl="1" indent="0">
              <a:buNone/>
            </a:pPr>
            <a:r>
              <a:rPr lang="pl-PL" dirty="0"/>
              <a:t>System na wstępie otrzymuje dane zarówno wejściowe (np. pomiary) jak i wyjściowe (np. etykiety). Jego zadaniem jest utworzenie odpowiednich reguł (generalizacja), które mapują wejście na wyjście. Po odpowiednim wytrenowaniu system taki powinien móc prawidłowo przypisać wyjście dla obiektu którego dotychczas nie było na wejściu.</a:t>
            </a:r>
          </a:p>
          <a:p>
            <a:r>
              <a:rPr lang="pl-PL" b="1" dirty="0"/>
              <a:t>Uczenie nienadzorowane (</a:t>
            </a:r>
            <a:r>
              <a:rPr lang="pl-PL" b="1" dirty="0" err="1"/>
              <a:t>unsupervised</a:t>
            </a:r>
            <a:r>
              <a:rPr lang="pl-PL" b="1" dirty="0"/>
              <a:t> learning)</a:t>
            </a:r>
            <a:endParaRPr lang="pl-PL" dirty="0"/>
          </a:p>
          <a:p>
            <a:pPr marL="400050" lvl="1" indent="0">
              <a:buNone/>
            </a:pPr>
            <a:r>
              <a:rPr lang="pl-PL" dirty="0"/>
              <a:t>W tym przypadku algorytm nie otrzymuje oczekiwanych danych wyjściowych (etykiet). Musi sam znaleźć odpowiednią regułę, która cechuje wejście i w miarę możliwości zgeneralizować ją.</a:t>
            </a:r>
          </a:p>
          <a:p>
            <a:r>
              <a:rPr lang="pl-PL" b="1" dirty="0"/>
              <a:t>Uczenie przez wzmacnianie (</a:t>
            </a:r>
            <a:r>
              <a:rPr lang="pl-PL" b="1" dirty="0" err="1"/>
              <a:t>reinforcement</a:t>
            </a:r>
            <a:r>
              <a:rPr lang="pl-PL" b="1" dirty="0"/>
              <a:t> learning)</a:t>
            </a:r>
            <a:endParaRPr lang="pl-PL" dirty="0"/>
          </a:p>
          <a:p>
            <a:pPr marL="400050" lvl="1" indent="0">
              <a:buNone/>
            </a:pPr>
            <a:r>
              <a:rPr lang="pl-PL" dirty="0"/>
              <a:t>Ten sposób zakłada, że system działa w środowisku nieznanym. Brak jest określonych danych wejściowych i wyjściowych. Jedyną informacją jaką otrzymuje „uczeń” jest </a:t>
            </a:r>
            <a:r>
              <a:rPr lang="pl-PL" b="1" dirty="0"/>
              <a:t>sygnał wzmocnienia</a:t>
            </a:r>
            <a:r>
              <a:rPr lang="pl-PL" dirty="0"/>
              <a:t>, który może być pozytywny (nagroda) w przypadku podejmowania trafnych decyzji lub negatywny w przypadku mylenia się (kara).</a:t>
            </a:r>
          </a:p>
          <a:p>
            <a:pPr marL="0" indent="0">
              <a:buNone/>
            </a:pPr>
            <a:endParaRPr lang="pl-PL" dirty="0"/>
          </a:p>
        </p:txBody>
      </p:sp>
      <p:sp>
        <p:nvSpPr>
          <p:cNvPr id="3" name="Tytuł 2">
            <a:extLst>
              <a:ext uri="{FF2B5EF4-FFF2-40B4-BE49-F238E27FC236}">
                <a16:creationId xmlns:a16="http://schemas.microsoft.com/office/drawing/2014/main" id="{CAB199D6-C059-4BC7-85F8-5F77A479994B}"/>
              </a:ext>
            </a:extLst>
          </p:cNvPr>
          <p:cNvSpPr>
            <a:spLocks noGrp="1"/>
          </p:cNvSpPr>
          <p:nvPr>
            <p:ph type="title"/>
          </p:nvPr>
        </p:nvSpPr>
        <p:spPr/>
        <p:txBody>
          <a:bodyPr/>
          <a:lstStyle/>
          <a:p>
            <a:r>
              <a:rPr lang="pl-PL" dirty="0"/>
              <a:t>Sposoby uczenia się</a:t>
            </a:r>
          </a:p>
        </p:txBody>
      </p:sp>
    </p:spTree>
    <p:extLst>
      <p:ext uri="{BB962C8B-B14F-4D97-AF65-F5344CB8AC3E}">
        <p14:creationId xmlns:p14="http://schemas.microsoft.com/office/powerpoint/2010/main" val="24211534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E90747A-1F18-43A3-9008-8D8559A86CF0}"/>
              </a:ext>
            </a:extLst>
          </p:cNvPr>
          <p:cNvSpPr>
            <a:spLocks noGrp="1"/>
          </p:cNvSpPr>
          <p:nvPr>
            <p:ph type="title"/>
          </p:nvPr>
        </p:nvSpPr>
        <p:spPr/>
        <p:txBody>
          <a:bodyPr>
            <a:normAutofit/>
          </a:bodyPr>
          <a:lstStyle/>
          <a:p>
            <a:r>
              <a:rPr lang="pl-PL" dirty="0"/>
              <a:t>Rodzaje </a:t>
            </a:r>
            <a:r>
              <a:rPr lang="pl-PL" dirty="0" err="1"/>
              <a:t>algorymów</a:t>
            </a:r>
            <a:r>
              <a:rPr lang="pl-PL" dirty="0"/>
              <a:t> ze względu na obszar zastosowań</a:t>
            </a:r>
          </a:p>
        </p:txBody>
      </p:sp>
      <p:sp>
        <p:nvSpPr>
          <p:cNvPr id="3" name="Prostokąt 2">
            <a:extLst>
              <a:ext uri="{FF2B5EF4-FFF2-40B4-BE49-F238E27FC236}">
                <a16:creationId xmlns:a16="http://schemas.microsoft.com/office/drawing/2014/main" id="{0542249A-7CE9-44EB-9BAF-50FDCE686536}"/>
              </a:ext>
            </a:extLst>
          </p:cNvPr>
          <p:cNvSpPr/>
          <p:nvPr/>
        </p:nvSpPr>
        <p:spPr>
          <a:xfrm>
            <a:off x="315764" y="951693"/>
            <a:ext cx="4572000" cy="3970318"/>
          </a:xfrm>
          <a:prstGeom prst="rect">
            <a:avLst/>
          </a:prstGeom>
        </p:spPr>
        <p:txBody>
          <a:bodyPr wrap="square">
            <a:spAutoFit/>
          </a:bodyPr>
          <a:lstStyle/>
          <a:p>
            <a:r>
              <a:rPr lang="pl-PL" b="1" dirty="0"/>
              <a:t>Klasyfikacja (</a:t>
            </a:r>
            <a:r>
              <a:rPr lang="pl-PL" b="1" dirty="0" err="1"/>
              <a:t>classification</a:t>
            </a:r>
            <a:r>
              <a:rPr lang="pl-PL" b="1" dirty="0"/>
              <a:t>)</a:t>
            </a:r>
          </a:p>
          <a:p>
            <a:endParaRPr lang="pl-PL" dirty="0"/>
          </a:p>
          <a:p>
            <a:r>
              <a:rPr lang="pl-PL" dirty="0"/>
              <a:t>Dane wejściowe (np. pomiar długości i szerokości) dzielimy na dwie lub więcej klas (etykiet), a system musi stworzyć model, który przypisze odpowiednie etykiety do odpowiednich danych. Zwykle stosuje się do tego rozwiązania nadzorowanego uczenia się. Dobrym przykładek jest filtrowanie spamu. Na podstawie danych wejściowych (e-maile) system nadaje odpowiednią etykietę: „spam” lub „nie spam”. Innym przykładem może być rozpoznawanie pisma ręcznego.</a:t>
            </a:r>
          </a:p>
        </p:txBody>
      </p:sp>
      <p:pic>
        <p:nvPicPr>
          <p:cNvPr id="5" name="Obraz 4" descr="Obraz zawierający tekst, mapa&#10;&#10;Opis wygenerowany automatycznie">
            <a:extLst>
              <a:ext uri="{FF2B5EF4-FFF2-40B4-BE49-F238E27FC236}">
                <a16:creationId xmlns:a16="http://schemas.microsoft.com/office/drawing/2014/main" id="{20EDC63F-602E-48B7-AC56-9B7A7BCC410A}"/>
              </a:ext>
            </a:extLst>
          </p:cNvPr>
          <p:cNvPicPr>
            <a:picLocks noChangeAspect="1"/>
          </p:cNvPicPr>
          <p:nvPr/>
        </p:nvPicPr>
        <p:blipFill>
          <a:blip r:embed="rId2"/>
          <a:stretch>
            <a:fillRect/>
          </a:stretch>
        </p:blipFill>
        <p:spPr>
          <a:xfrm>
            <a:off x="4754881" y="1496290"/>
            <a:ext cx="4114800" cy="3086100"/>
          </a:xfrm>
          <a:prstGeom prst="rect">
            <a:avLst/>
          </a:prstGeom>
        </p:spPr>
      </p:pic>
    </p:spTree>
    <p:extLst>
      <p:ext uri="{BB962C8B-B14F-4D97-AF65-F5344CB8AC3E}">
        <p14:creationId xmlns:p14="http://schemas.microsoft.com/office/powerpoint/2010/main" val="4077369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tekstu 1">
            <a:extLst>
              <a:ext uri="{FF2B5EF4-FFF2-40B4-BE49-F238E27FC236}">
                <a16:creationId xmlns:a16="http://schemas.microsoft.com/office/drawing/2014/main" id="{290CBFBE-B85B-4015-A2FB-AD623DA4E624}"/>
              </a:ext>
            </a:extLst>
          </p:cNvPr>
          <p:cNvSpPr>
            <a:spLocks noGrp="1"/>
          </p:cNvSpPr>
          <p:nvPr>
            <p:ph type="body" sz="quarter" idx="27"/>
          </p:nvPr>
        </p:nvSpPr>
        <p:spPr>
          <a:xfrm>
            <a:off x="457200" y="853640"/>
            <a:ext cx="3720095" cy="3734806"/>
          </a:xfrm>
        </p:spPr>
        <p:txBody>
          <a:bodyPr>
            <a:normAutofit lnSpcReduction="10000"/>
          </a:bodyPr>
          <a:lstStyle/>
          <a:p>
            <a:pPr marL="0" indent="0">
              <a:buNone/>
            </a:pPr>
            <a:r>
              <a:rPr lang="pl-PL" b="1" dirty="0"/>
              <a:t>Regresja (</a:t>
            </a:r>
            <a:r>
              <a:rPr lang="pl-PL" b="1" dirty="0" err="1"/>
              <a:t>regression</a:t>
            </a:r>
            <a:r>
              <a:rPr lang="pl-PL" b="1" dirty="0"/>
              <a:t>)</a:t>
            </a:r>
          </a:p>
          <a:p>
            <a:pPr marL="0" indent="0">
              <a:buNone/>
            </a:pPr>
            <a:endParaRPr lang="pl-PL" dirty="0"/>
          </a:p>
          <a:p>
            <a:pPr marL="0" indent="0">
              <a:buNone/>
            </a:pPr>
            <a:r>
              <a:rPr lang="pl-PL" dirty="0"/>
              <a:t>W tym przypadku dane wejściowe są podobne jak przy klasyfikacji, ale na wyjściu oczekujemy wartości ciągłych a nie dyskretnych. Klasycznym przykładem regresji (w tym przypadku liniowej) będzie przewidywanie ceny domu na podstawie jego wielkości i położenia (przy założeniu, że potrafimy przedstawić położenie jako wartość liczbową).</a:t>
            </a:r>
          </a:p>
        </p:txBody>
      </p:sp>
      <p:sp>
        <p:nvSpPr>
          <p:cNvPr id="3" name="Tytuł 2">
            <a:extLst>
              <a:ext uri="{FF2B5EF4-FFF2-40B4-BE49-F238E27FC236}">
                <a16:creationId xmlns:a16="http://schemas.microsoft.com/office/drawing/2014/main" id="{FDD74104-6643-4620-B6F2-FBDA9C394616}"/>
              </a:ext>
            </a:extLst>
          </p:cNvPr>
          <p:cNvSpPr>
            <a:spLocks noGrp="1"/>
          </p:cNvSpPr>
          <p:nvPr>
            <p:ph type="title"/>
          </p:nvPr>
        </p:nvSpPr>
        <p:spPr/>
        <p:txBody>
          <a:bodyPr/>
          <a:lstStyle/>
          <a:p>
            <a:endParaRPr lang="pl-PL"/>
          </a:p>
        </p:txBody>
      </p:sp>
      <p:pic>
        <p:nvPicPr>
          <p:cNvPr id="5" name="Obraz 4" descr="Obraz zawierający jasne, czerwony, siedzi, wiszące&#10;&#10;Opis wygenerowany automatycznie">
            <a:extLst>
              <a:ext uri="{FF2B5EF4-FFF2-40B4-BE49-F238E27FC236}">
                <a16:creationId xmlns:a16="http://schemas.microsoft.com/office/drawing/2014/main" id="{1E76CE71-6A41-4D26-891E-46609EF6A6ED}"/>
              </a:ext>
            </a:extLst>
          </p:cNvPr>
          <p:cNvPicPr>
            <a:picLocks noChangeAspect="1"/>
          </p:cNvPicPr>
          <p:nvPr/>
        </p:nvPicPr>
        <p:blipFill>
          <a:blip r:embed="rId2"/>
          <a:stretch>
            <a:fillRect/>
          </a:stretch>
        </p:blipFill>
        <p:spPr>
          <a:xfrm>
            <a:off x="4648013" y="1330035"/>
            <a:ext cx="3256273" cy="3408911"/>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35390962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ytuł 2">
            <a:extLst>
              <a:ext uri="{FF2B5EF4-FFF2-40B4-BE49-F238E27FC236}">
                <a16:creationId xmlns:a16="http://schemas.microsoft.com/office/drawing/2014/main" id="{FF4D82CA-D5D8-4F5F-BF82-9FBDA86A56D6}"/>
              </a:ext>
            </a:extLst>
          </p:cNvPr>
          <p:cNvSpPr>
            <a:spLocks noGrp="1"/>
          </p:cNvSpPr>
          <p:nvPr>
            <p:ph type="title"/>
          </p:nvPr>
        </p:nvSpPr>
        <p:spPr/>
        <p:txBody>
          <a:bodyPr/>
          <a:lstStyle/>
          <a:p>
            <a:endParaRPr lang="pl-PL"/>
          </a:p>
        </p:txBody>
      </p:sp>
      <p:sp>
        <p:nvSpPr>
          <p:cNvPr id="4" name="Prostokąt 3">
            <a:extLst>
              <a:ext uri="{FF2B5EF4-FFF2-40B4-BE49-F238E27FC236}">
                <a16:creationId xmlns:a16="http://schemas.microsoft.com/office/drawing/2014/main" id="{2C4CB03F-D835-426D-8F83-411E264D426C}"/>
              </a:ext>
            </a:extLst>
          </p:cNvPr>
          <p:cNvSpPr/>
          <p:nvPr/>
        </p:nvSpPr>
        <p:spPr>
          <a:xfrm>
            <a:off x="526274" y="987874"/>
            <a:ext cx="4572000" cy="3970318"/>
          </a:xfrm>
          <a:prstGeom prst="rect">
            <a:avLst/>
          </a:prstGeom>
        </p:spPr>
        <p:txBody>
          <a:bodyPr>
            <a:spAutoFit/>
          </a:bodyPr>
          <a:lstStyle/>
          <a:p>
            <a:r>
              <a:rPr lang="pl-PL" b="1" dirty="0"/>
              <a:t>Grupowanie (</a:t>
            </a:r>
            <a:r>
              <a:rPr lang="pl-PL" b="1" dirty="0" err="1"/>
              <a:t>clustering</a:t>
            </a:r>
            <a:r>
              <a:rPr lang="pl-PL" b="1" dirty="0"/>
              <a:t>)</a:t>
            </a:r>
          </a:p>
          <a:p>
            <a:endParaRPr lang="pl-PL" dirty="0"/>
          </a:p>
          <a:p>
            <a:r>
              <a:rPr lang="pl-PL" dirty="0"/>
              <a:t>Zbiór dowolnych danych dzielony jest na grupy. W odróżnieniu od klasyfikacji, grupy na wejściu nie są znane. To właśnie algorytm odpowiedzialny jest za znalezienie reguł, które powodują przynależność konkretnych wartości do grup. Najczęściej nadajemy ręcznie ilość grup, która ma zostać wydzielona ze zbioru. Jest to klasyczny przypadek uczenia nienadzorowanego. Inne nazwy tego zagadnienia to: analiza skupień lub klasteryzacja.</a:t>
            </a:r>
          </a:p>
        </p:txBody>
      </p:sp>
      <p:pic>
        <p:nvPicPr>
          <p:cNvPr id="6" name="Obraz 5">
            <a:extLst>
              <a:ext uri="{FF2B5EF4-FFF2-40B4-BE49-F238E27FC236}">
                <a16:creationId xmlns:a16="http://schemas.microsoft.com/office/drawing/2014/main" id="{CE8A3D3C-AEC0-403A-A78F-399A82B5A79E}"/>
              </a:ext>
            </a:extLst>
          </p:cNvPr>
          <p:cNvPicPr>
            <a:picLocks noChangeAspect="1"/>
          </p:cNvPicPr>
          <p:nvPr/>
        </p:nvPicPr>
        <p:blipFill>
          <a:blip r:embed="rId2"/>
          <a:stretch>
            <a:fillRect/>
          </a:stretch>
        </p:blipFill>
        <p:spPr>
          <a:xfrm>
            <a:off x="4901738" y="1656310"/>
            <a:ext cx="3785062" cy="2838796"/>
          </a:xfrm>
          <a:prstGeom prst="rect">
            <a:avLst/>
          </a:prstGeom>
        </p:spPr>
      </p:pic>
    </p:spTree>
    <p:extLst>
      <p:ext uri="{BB962C8B-B14F-4D97-AF65-F5344CB8AC3E}">
        <p14:creationId xmlns:p14="http://schemas.microsoft.com/office/powerpoint/2010/main" val="17898941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tekstu 1">
            <a:extLst>
              <a:ext uri="{FF2B5EF4-FFF2-40B4-BE49-F238E27FC236}">
                <a16:creationId xmlns:a16="http://schemas.microsoft.com/office/drawing/2014/main" id="{ACFD1914-5E14-4BE2-8A7E-B73A5CC071AD}"/>
              </a:ext>
            </a:extLst>
          </p:cNvPr>
          <p:cNvSpPr>
            <a:spLocks noGrp="1"/>
          </p:cNvSpPr>
          <p:nvPr>
            <p:ph type="body" sz="quarter" idx="27"/>
          </p:nvPr>
        </p:nvSpPr>
        <p:spPr/>
        <p:txBody>
          <a:bodyPr>
            <a:normAutofit/>
          </a:bodyPr>
          <a:lstStyle/>
          <a:p>
            <a:r>
              <a:rPr lang="pl-PL" b="1" dirty="0"/>
              <a:t>Redukcja wymiarowości (</a:t>
            </a:r>
            <a:r>
              <a:rPr lang="pl-PL" b="1" dirty="0" err="1"/>
              <a:t>dimensionality</a:t>
            </a:r>
            <a:r>
              <a:rPr lang="pl-PL" b="1" dirty="0"/>
              <a:t> </a:t>
            </a:r>
            <a:r>
              <a:rPr lang="pl-PL" b="1" dirty="0" err="1"/>
              <a:t>reduction</a:t>
            </a:r>
            <a:r>
              <a:rPr lang="pl-PL" b="1" dirty="0"/>
              <a:t>)</a:t>
            </a:r>
            <a:endParaRPr lang="pl-PL" dirty="0"/>
          </a:p>
          <a:p>
            <a:pPr marL="400050" lvl="1" indent="0">
              <a:buNone/>
            </a:pPr>
            <a:r>
              <a:rPr lang="pl-PL" dirty="0"/>
              <a:t>Niektóre analizowane zbiory danych będą posiadać olbrzymią liczbę cech (</a:t>
            </a:r>
            <a:r>
              <a:rPr lang="pl-PL" dirty="0" err="1"/>
              <a:t>features</a:t>
            </a:r>
            <a:r>
              <a:rPr lang="pl-PL" dirty="0"/>
              <a:t>). Przykładowo analiza obrazka o wymiarach 50×50 pikseli, daje nam 2500 wymiarów (po jednym kolorze na piksel). Redukcja wymiarowości to zbiór technik, które zmniejszą ilość cech w celu poprawy wydajności algorytmu oraz samej jego skuteczności. Przykłady: usuwanie ze zbioru cech niskiej jakości (nie wpływających na decyzję), eliminacja cech które są skorelowane lub PCA (Principal component </a:t>
            </a:r>
            <a:r>
              <a:rPr lang="pl-PL" dirty="0" err="1"/>
              <a:t>analysis</a:t>
            </a:r>
            <a:r>
              <a:rPr lang="pl-PL" dirty="0"/>
              <a:t>).</a:t>
            </a:r>
          </a:p>
          <a:p>
            <a:r>
              <a:rPr lang="pl-PL" b="1" dirty="0"/>
              <a:t>Obróbka wstępna (</a:t>
            </a:r>
            <a:r>
              <a:rPr lang="pl-PL" b="1" dirty="0" err="1"/>
              <a:t>preprocessing</a:t>
            </a:r>
            <a:r>
              <a:rPr lang="pl-PL" b="1" dirty="0"/>
              <a:t>)</a:t>
            </a:r>
            <a:endParaRPr lang="pl-PL" dirty="0"/>
          </a:p>
          <a:p>
            <a:pPr marL="400050" lvl="1" indent="0">
              <a:buNone/>
            </a:pPr>
            <a:r>
              <a:rPr lang="pl-PL" dirty="0"/>
              <a:t>Wydobywanie cech ze zbiorów i ich normalizacja. Najczęściej będzie dotyczyć danych tekstowych, które w swojej czystej postaci nie nadają się do dalszej analizy (np. zliczanie częstości wystąpień słów w tekście). Przykłady technik: skalowanie, uśrednianie, uzupełnianie przerwanych ciągów, </a:t>
            </a:r>
            <a:r>
              <a:rPr lang="pl-PL" dirty="0" err="1"/>
              <a:t>wektoryzacja</a:t>
            </a:r>
            <a:r>
              <a:rPr lang="pl-PL" dirty="0"/>
              <a:t> tekstów.</a:t>
            </a:r>
          </a:p>
          <a:p>
            <a:endParaRPr lang="pl-PL" dirty="0"/>
          </a:p>
        </p:txBody>
      </p:sp>
      <p:sp>
        <p:nvSpPr>
          <p:cNvPr id="3" name="Tytuł 2">
            <a:extLst>
              <a:ext uri="{FF2B5EF4-FFF2-40B4-BE49-F238E27FC236}">
                <a16:creationId xmlns:a16="http://schemas.microsoft.com/office/drawing/2014/main" id="{95449E1D-AF23-4D76-8CB2-D32A1FB8A83F}"/>
              </a:ext>
            </a:extLst>
          </p:cNvPr>
          <p:cNvSpPr>
            <a:spLocks noGrp="1"/>
          </p:cNvSpPr>
          <p:nvPr>
            <p:ph type="title"/>
          </p:nvPr>
        </p:nvSpPr>
        <p:spPr/>
        <p:txBody>
          <a:bodyPr/>
          <a:lstStyle/>
          <a:p>
            <a:endParaRPr lang="pl-PL"/>
          </a:p>
        </p:txBody>
      </p:sp>
    </p:spTree>
    <p:extLst>
      <p:ext uri="{BB962C8B-B14F-4D97-AF65-F5344CB8AC3E}">
        <p14:creationId xmlns:p14="http://schemas.microsoft.com/office/powerpoint/2010/main" val="24098541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tekstu 1">
            <a:extLst>
              <a:ext uri="{FF2B5EF4-FFF2-40B4-BE49-F238E27FC236}">
                <a16:creationId xmlns:a16="http://schemas.microsoft.com/office/drawing/2014/main" id="{157BD758-637E-44C7-B019-68B5B548835E}"/>
              </a:ext>
            </a:extLst>
          </p:cNvPr>
          <p:cNvSpPr>
            <a:spLocks noGrp="1"/>
          </p:cNvSpPr>
          <p:nvPr>
            <p:ph type="body" sz="quarter" idx="27"/>
          </p:nvPr>
        </p:nvSpPr>
        <p:spPr/>
        <p:txBody>
          <a:bodyPr/>
          <a:lstStyle/>
          <a:p>
            <a:r>
              <a:rPr lang="pl-PL" b="1" dirty="0"/>
              <a:t>Wybór modelu (model </a:t>
            </a:r>
            <a:r>
              <a:rPr lang="pl-PL" b="1" dirty="0" err="1"/>
              <a:t>selection</a:t>
            </a:r>
            <a:r>
              <a:rPr lang="pl-PL" b="1" dirty="0"/>
              <a:t>)</a:t>
            </a:r>
            <a:endParaRPr lang="pl-PL" dirty="0"/>
          </a:p>
          <a:p>
            <a:pPr marL="400050" lvl="1" indent="0">
              <a:buNone/>
            </a:pPr>
            <a:r>
              <a:rPr lang="pl-PL" dirty="0"/>
              <a:t>Z powodu dużej ilości algorytmów i ich parametrów powstaje problem wyboru odpowiedniego modelu. Z tego powodu powstają narzędzia które walidują dane wejściowe i testowe (np. odpowiednio je mieszając), dobierając różne parametry (np. w zadanym zakresie lub losowo), a na koniec porównują wszystkie wyniki i wskazują najlepszy model. Teraz pozostaje jeszcze pytanie co oznacza „najlepszy model” ? Tutaj również istnieje kilka ciekawych technik, między innymi: dokładność (</a:t>
            </a:r>
            <a:r>
              <a:rPr lang="pl-PL" dirty="0" err="1"/>
              <a:t>accuracy</a:t>
            </a:r>
            <a:r>
              <a:rPr lang="pl-PL" dirty="0"/>
              <a:t>), odwołanie (</a:t>
            </a:r>
            <a:r>
              <a:rPr lang="pl-PL" dirty="0" err="1"/>
              <a:t>recall</a:t>
            </a:r>
            <a:r>
              <a:rPr lang="pl-PL" dirty="0"/>
              <a:t>), macierz pomyłek (</a:t>
            </a:r>
            <a:r>
              <a:rPr lang="pl-PL" dirty="0" err="1"/>
              <a:t>confusion</a:t>
            </a:r>
            <a:r>
              <a:rPr lang="pl-PL" dirty="0"/>
              <a:t> matrix) i sprawdzian krzyżowy (cross-</a:t>
            </a:r>
            <a:r>
              <a:rPr lang="pl-PL" dirty="0" err="1"/>
              <a:t>validation</a:t>
            </a:r>
            <a:r>
              <a:rPr lang="pl-PL" dirty="0"/>
              <a:t>).</a:t>
            </a:r>
          </a:p>
          <a:p>
            <a:pPr marL="0" indent="0">
              <a:buNone/>
            </a:pPr>
            <a:endParaRPr lang="pl-PL" dirty="0"/>
          </a:p>
        </p:txBody>
      </p:sp>
      <p:sp>
        <p:nvSpPr>
          <p:cNvPr id="3" name="Tytuł 2">
            <a:extLst>
              <a:ext uri="{FF2B5EF4-FFF2-40B4-BE49-F238E27FC236}">
                <a16:creationId xmlns:a16="http://schemas.microsoft.com/office/drawing/2014/main" id="{E4FF7FE8-AE2A-49E8-81D2-8A434940AE94}"/>
              </a:ext>
            </a:extLst>
          </p:cNvPr>
          <p:cNvSpPr>
            <a:spLocks noGrp="1"/>
          </p:cNvSpPr>
          <p:nvPr>
            <p:ph type="title"/>
          </p:nvPr>
        </p:nvSpPr>
        <p:spPr/>
        <p:txBody>
          <a:bodyPr/>
          <a:lstStyle/>
          <a:p>
            <a:endParaRPr lang="pl-PL" dirty="0"/>
          </a:p>
        </p:txBody>
      </p:sp>
    </p:spTree>
    <p:extLst>
      <p:ext uri="{BB962C8B-B14F-4D97-AF65-F5344CB8AC3E}">
        <p14:creationId xmlns:p14="http://schemas.microsoft.com/office/powerpoint/2010/main" val="12917782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ytuł 2">
            <a:extLst>
              <a:ext uri="{FF2B5EF4-FFF2-40B4-BE49-F238E27FC236}">
                <a16:creationId xmlns:a16="http://schemas.microsoft.com/office/drawing/2014/main" id="{FCCF59D7-BFA1-40F3-9933-E759B60B03FF}"/>
              </a:ext>
            </a:extLst>
          </p:cNvPr>
          <p:cNvSpPr>
            <a:spLocks noGrp="1"/>
          </p:cNvSpPr>
          <p:nvPr>
            <p:ph type="title"/>
          </p:nvPr>
        </p:nvSpPr>
        <p:spPr/>
        <p:txBody>
          <a:bodyPr/>
          <a:lstStyle/>
          <a:p>
            <a:r>
              <a:rPr lang="pl-PL" dirty="0"/>
              <a:t>ZASTOSOWANIA</a:t>
            </a:r>
          </a:p>
        </p:txBody>
      </p:sp>
      <p:sp>
        <p:nvSpPr>
          <p:cNvPr id="5" name="Prostokąt 4">
            <a:extLst>
              <a:ext uri="{FF2B5EF4-FFF2-40B4-BE49-F238E27FC236}">
                <a16:creationId xmlns:a16="http://schemas.microsoft.com/office/drawing/2014/main" id="{DE550E76-1DEF-493E-AC57-03F0E9580CC3}"/>
              </a:ext>
            </a:extLst>
          </p:cNvPr>
          <p:cNvSpPr/>
          <p:nvPr/>
        </p:nvSpPr>
        <p:spPr>
          <a:xfrm>
            <a:off x="608341" y="1031535"/>
            <a:ext cx="7530576" cy="3293209"/>
          </a:xfrm>
          <a:prstGeom prst="rect">
            <a:avLst/>
          </a:prstGeom>
        </p:spPr>
        <p:txBody>
          <a:bodyPr wrap="square">
            <a:spAutoFit/>
          </a:bodyPr>
          <a:lstStyle/>
          <a:p>
            <a:pPr>
              <a:buFont typeface="Arial" panose="020B0604020202020204" pitchFamily="34" charset="0"/>
              <a:buChar char="•"/>
            </a:pPr>
            <a:r>
              <a:rPr lang="pl-PL" sz="1600" dirty="0"/>
              <a:t>rozpoznawanie wzorców (</a:t>
            </a:r>
            <a:r>
              <a:rPr lang="pl-PL" sz="1600" dirty="0" err="1"/>
              <a:t>pattern</a:t>
            </a:r>
            <a:r>
              <a:rPr lang="pl-PL" sz="1600" dirty="0"/>
              <a:t> </a:t>
            </a:r>
            <a:r>
              <a:rPr lang="pl-PL" sz="1600" dirty="0" err="1"/>
              <a:t>recognition</a:t>
            </a:r>
            <a:r>
              <a:rPr lang="pl-PL" sz="1600" dirty="0"/>
              <a:t>)</a:t>
            </a:r>
          </a:p>
          <a:p>
            <a:pPr>
              <a:buFont typeface="Arial" panose="020B0604020202020204" pitchFamily="34" charset="0"/>
              <a:buChar char="•"/>
            </a:pPr>
            <a:r>
              <a:rPr lang="pl-PL" sz="1600" dirty="0"/>
              <a:t>automatyczna klasyfikacja dokumentów/tekstów (np. według kategorii)</a:t>
            </a:r>
          </a:p>
          <a:p>
            <a:pPr>
              <a:buFont typeface="Arial" panose="020B0604020202020204" pitchFamily="34" charset="0"/>
              <a:buChar char="•"/>
            </a:pPr>
            <a:r>
              <a:rPr lang="pl-PL" sz="1600" dirty="0"/>
              <a:t>rozpoznawanie mowy lub tekstu pisanego (speech and </a:t>
            </a:r>
            <a:r>
              <a:rPr lang="pl-PL" sz="1600" dirty="0" err="1"/>
              <a:t>handwriting</a:t>
            </a:r>
            <a:r>
              <a:rPr lang="pl-PL" sz="1600" dirty="0"/>
              <a:t> </a:t>
            </a:r>
            <a:r>
              <a:rPr lang="pl-PL" sz="1600" dirty="0" err="1"/>
              <a:t>recognition</a:t>
            </a:r>
            <a:r>
              <a:rPr lang="pl-PL" sz="1600" dirty="0"/>
              <a:t>)</a:t>
            </a:r>
          </a:p>
          <a:p>
            <a:pPr>
              <a:buFont typeface="Arial" panose="020B0604020202020204" pitchFamily="34" charset="0"/>
              <a:buChar char="•"/>
            </a:pPr>
            <a:r>
              <a:rPr lang="pl-PL" sz="1600" dirty="0"/>
              <a:t>rozpoznawanie twarzy (face </a:t>
            </a:r>
            <a:r>
              <a:rPr lang="pl-PL" sz="1600" dirty="0" err="1"/>
              <a:t>recognition</a:t>
            </a:r>
            <a:r>
              <a:rPr lang="pl-PL" sz="1600" dirty="0"/>
              <a:t>)</a:t>
            </a:r>
          </a:p>
          <a:p>
            <a:pPr>
              <a:buFont typeface="Arial" panose="020B0604020202020204" pitchFamily="34" charset="0"/>
              <a:buChar char="•"/>
            </a:pPr>
            <a:r>
              <a:rPr lang="pl-PL" sz="1600" dirty="0"/>
              <a:t>rozpoznawanie elementów na zdjęciu (</a:t>
            </a:r>
            <a:r>
              <a:rPr lang="pl-PL" sz="1600" dirty="0" err="1"/>
              <a:t>object</a:t>
            </a:r>
            <a:r>
              <a:rPr lang="pl-PL" sz="1600" dirty="0"/>
              <a:t> </a:t>
            </a:r>
            <a:r>
              <a:rPr lang="pl-PL" sz="1600" dirty="0" err="1"/>
              <a:t>recognition</a:t>
            </a:r>
            <a:r>
              <a:rPr lang="pl-PL" sz="1600" dirty="0"/>
              <a:t>)</a:t>
            </a:r>
          </a:p>
          <a:p>
            <a:pPr>
              <a:buFont typeface="Arial" panose="020B0604020202020204" pitchFamily="34" charset="0"/>
              <a:buChar char="•"/>
            </a:pPr>
            <a:r>
              <a:rPr lang="pl-PL" sz="1600" dirty="0"/>
              <a:t>przewidywanie trendów finansowych lub ekonomicznych (np. cen mieszkań)</a:t>
            </a:r>
          </a:p>
          <a:p>
            <a:pPr>
              <a:buFont typeface="Arial" panose="020B0604020202020204" pitchFamily="34" charset="0"/>
              <a:buChar char="•"/>
            </a:pPr>
            <a:r>
              <a:rPr lang="pl-PL" sz="1600" dirty="0"/>
              <a:t>kierowanie pojazdami (samochody autonomiczne)</a:t>
            </a:r>
          </a:p>
          <a:p>
            <a:pPr>
              <a:buFont typeface="Arial" panose="020B0604020202020204" pitchFamily="34" charset="0"/>
              <a:buChar char="•"/>
            </a:pPr>
            <a:r>
              <a:rPr lang="pl-PL" sz="1600" dirty="0"/>
              <a:t>nawigacja w nieznanym terenie</a:t>
            </a:r>
          </a:p>
          <a:p>
            <a:pPr>
              <a:buFont typeface="Arial" panose="020B0604020202020204" pitchFamily="34" charset="0"/>
              <a:buChar char="•"/>
            </a:pPr>
            <a:r>
              <a:rPr lang="pl-PL" sz="1600" dirty="0"/>
              <a:t>systemy rekomendacji (np. </a:t>
            </a:r>
            <a:r>
              <a:rPr lang="pl-PL" sz="1600" dirty="0" err="1"/>
              <a:t>Spotify</a:t>
            </a:r>
            <a:r>
              <a:rPr lang="pl-PL" sz="1600" dirty="0"/>
              <a:t> lub </a:t>
            </a:r>
            <a:r>
              <a:rPr lang="pl-PL" sz="1600" dirty="0" err="1"/>
              <a:t>Filmweb</a:t>
            </a:r>
            <a:r>
              <a:rPr lang="pl-PL" sz="1600" dirty="0"/>
              <a:t>)</a:t>
            </a:r>
          </a:p>
          <a:p>
            <a:pPr>
              <a:buFont typeface="Arial" panose="020B0604020202020204" pitchFamily="34" charset="0"/>
              <a:buChar char="•"/>
            </a:pPr>
            <a:r>
              <a:rPr lang="pl-PL" sz="1600" dirty="0"/>
              <a:t>zabezpieczanie przed oszustwami w transakcjach </a:t>
            </a:r>
            <a:r>
              <a:rPr lang="pl-PL" sz="1600" dirty="0" err="1"/>
              <a:t>finasowych</a:t>
            </a:r>
            <a:r>
              <a:rPr lang="pl-PL" sz="1600" dirty="0"/>
              <a:t> (fraud </a:t>
            </a:r>
            <a:r>
              <a:rPr lang="pl-PL" sz="1600" dirty="0" err="1"/>
              <a:t>detecion</a:t>
            </a:r>
            <a:r>
              <a:rPr lang="pl-PL" sz="1600" dirty="0"/>
              <a:t>)</a:t>
            </a:r>
          </a:p>
          <a:p>
            <a:pPr>
              <a:buFont typeface="Arial" panose="020B0604020202020204" pitchFamily="34" charset="0"/>
              <a:buChar char="•"/>
            </a:pPr>
            <a:r>
              <a:rPr lang="pl-PL" sz="1600" dirty="0"/>
              <a:t>rozpoznawanie chorób na podstawie objawów</a:t>
            </a:r>
          </a:p>
          <a:p>
            <a:pPr>
              <a:buFont typeface="Arial" panose="020B0604020202020204" pitchFamily="34" charset="0"/>
              <a:buChar char="•"/>
            </a:pPr>
            <a:r>
              <a:rPr lang="pl-PL" sz="1600" dirty="0"/>
              <a:t>marketing (dopasowywanie reklam)</a:t>
            </a:r>
          </a:p>
          <a:p>
            <a:pPr>
              <a:buFont typeface="Arial" panose="020B0604020202020204" pitchFamily="34" charset="0"/>
              <a:buChar char="•"/>
            </a:pPr>
            <a:r>
              <a:rPr lang="pl-PL" sz="1600" dirty="0"/>
              <a:t>i wiele innych </a:t>
            </a:r>
          </a:p>
        </p:txBody>
      </p:sp>
      <p:pic>
        <p:nvPicPr>
          <p:cNvPr id="4" name="Picture 5">
            <a:extLst>
              <a:ext uri="{FF2B5EF4-FFF2-40B4-BE49-F238E27FC236}">
                <a16:creationId xmlns:a16="http://schemas.microsoft.com/office/drawing/2014/main" id="{E5FA1D1A-0ED2-4DD6-A2CE-52CF8C82E2E4}"/>
              </a:ext>
            </a:extLst>
          </p:cNvPr>
          <p:cNvPicPr>
            <a:picLocks noChangeAspect="1"/>
          </p:cNvPicPr>
          <p:nvPr/>
        </p:nvPicPr>
        <p:blipFill>
          <a:blip r:embed="rId2"/>
          <a:srcRect/>
          <a:stretch>
            <a:fillRect/>
          </a:stretch>
        </p:blipFill>
        <p:spPr>
          <a:xfrm>
            <a:off x="147578" y="4817936"/>
            <a:ext cx="817756" cy="198817"/>
          </a:xfrm>
          <a:prstGeom prst="rect">
            <a:avLst/>
          </a:prstGeom>
        </p:spPr>
      </p:pic>
    </p:spTree>
    <p:extLst>
      <p:ext uri="{BB962C8B-B14F-4D97-AF65-F5344CB8AC3E}">
        <p14:creationId xmlns:p14="http://schemas.microsoft.com/office/powerpoint/2010/main" val="30450203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tekstu 1">
            <a:extLst>
              <a:ext uri="{FF2B5EF4-FFF2-40B4-BE49-F238E27FC236}">
                <a16:creationId xmlns:a16="http://schemas.microsoft.com/office/drawing/2014/main" id="{3E3970CA-6D3B-4C71-AF3A-E87AD5B52729}"/>
              </a:ext>
            </a:extLst>
          </p:cNvPr>
          <p:cNvSpPr>
            <a:spLocks noGrp="1"/>
          </p:cNvSpPr>
          <p:nvPr>
            <p:ph type="body" sz="quarter" idx="25"/>
          </p:nvPr>
        </p:nvSpPr>
        <p:spPr/>
        <p:txBody>
          <a:bodyPr/>
          <a:lstStyle/>
          <a:p>
            <a:r>
              <a:rPr lang="pl-PL" dirty="0"/>
              <a:t>Uczenie nienadzorowane</a:t>
            </a:r>
          </a:p>
        </p:txBody>
      </p:sp>
      <p:pic>
        <p:nvPicPr>
          <p:cNvPr id="5" name="Obraz 4">
            <a:extLst>
              <a:ext uri="{FF2B5EF4-FFF2-40B4-BE49-F238E27FC236}">
                <a16:creationId xmlns:a16="http://schemas.microsoft.com/office/drawing/2014/main" id="{E2C13F43-52F5-400B-A532-039FFC6B7180}"/>
              </a:ext>
            </a:extLst>
          </p:cNvPr>
          <p:cNvPicPr>
            <a:picLocks noChangeAspect="1"/>
          </p:cNvPicPr>
          <p:nvPr/>
        </p:nvPicPr>
        <p:blipFill>
          <a:blip r:embed="rId2"/>
          <a:stretch>
            <a:fillRect/>
          </a:stretch>
        </p:blipFill>
        <p:spPr>
          <a:xfrm>
            <a:off x="714375" y="1757362"/>
            <a:ext cx="7715250" cy="1628775"/>
          </a:xfrm>
          <a:prstGeom prst="rect">
            <a:avLst/>
          </a:prstGeom>
        </p:spPr>
      </p:pic>
    </p:spTree>
    <p:extLst>
      <p:ext uri="{BB962C8B-B14F-4D97-AF65-F5344CB8AC3E}">
        <p14:creationId xmlns:p14="http://schemas.microsoft.com/office/powerpoint/2010/main" val="74851556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tekstu 1">
            <a:extLst>
              <a:ext uri="{FF2B5EF4-FFF2-40B4-BE49-F238E27FC236}">
                <a16:creationId xmlns:a16="http://schemas.microsoft.com/office/drawing/2014/main" id="{D50B1B75-92E7-4278-B65B-09256A3F674C}"/>
              </a:ext>
            </a:extLst>
          </p:cNvPr>
          <p:cNvSpPr>
            <a:spLocks noGrp="1"/>
          </p:cNvSpPr>
          <p:nvPr>
            <p:ph type="body" sz="quarter" idx="25"/>
          </p:nvPr>
        </p:nvSpPr>
        <p:spPr/>
        <p:txBody>
          <a:bodyPr/>
          <a:lstStyle/>
          <a:p>
            <a:r>
              <a:rPr lang="pl-PL" dirty="0"/>
              <a:t>Uczenie maszynowe</a:t>
            </a:r>
          </a:p>
        </p:txBody>
      </p:sp>
      <p:pic>
        <p:nvPicPr>
          <p:cNvPr id="7" name="Obraz 6">
            <a:extLst>
              <a:ext uri="{FF2B5EF4-FFF2-40B4-BE49-F238E27FC236}">
                <a16:creationId xmlns:a16="http://schemas.microsoft.com/office/drawing/2014/main" id="{69EAF020-B1EA-4D78-8B13-E87938D2738C}"/>
              </a:ext>
            </a:extLst>
          </p:cNvPr>
          <p:cNvPicPr>
            <a:picLocks noChangeAspect="1"/>
          </p:cNvPicPr>
          <p:nvPr/>
        </p:nvPicPr>
        <p:blipFill>
          <a:blip r:embed="rId2"/>
          <a:stretch>
            <a:fillRect/>
          </a:stretch>
        </p:blipFill>
        <p:spPr>
          <a:xfrm>
            <a:off x="1422688" y="1094509"/>
            <a:ext cx="6107257" cy="3817036"/>
          </a:xfrm>
          <a:prstGeom prst="rect">
            <a:avLst/>
          </a:prstGeom>
        </p:spPr>
      </p:pic>
    </p:spTree>
    <p:extLst>
      <p:ext uri="{BB962C8B-B14F-4D97-AF65-F5344CB8AC3E}">
        <p14:creationId xmlns:p14="http://schemas.microsoft.com/office/powerpoint/2010/main" val="39467144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tekstu 1">
            <a:extLst>
              <a:ext uri="{FF2B5EF4-FFF2-40B4-BE49-F238E27FC236}">
                <a16:creationId xmlns:a16="http://schemas.microsoft.com/office/drawing/2014/main" id="{E96EC150-2ED3-4961-B8F7-FF68C1BBEDBC}"/>
              </a:ext>
            </a:extLst>
          </p:cNvPr>
          <p:cNvSpPr>
            <a:spLocks noGrp="1"/>
          </p:cNvSpPr>
          <p:nvPr>
            <p:ph type="body" sz="quarter" idx="25"/>
          </p:nvPr>
        </p:nvSpPr>
        <p:spPr/>
        <p:txBody>
          <a:bodyPr/>
          <a:lstStyle/>
          <a:p>
            <a:r>
              <a:rPr lang="pl-PL" dirty="0"/>
              <a:t>Logika klasteryzacji k-średnich</a:t>
            </a:r>
          </a:p>
        </p:txBody>
      </p:sp>
      <p:sp>
        <p:nvSpPr>
          <p:cNvPr id="5" name="pole tekstowe 4">
            <a:extLst>
              <a:ext uri="{FF2B5EF4-FFF2-40B4-BE49-F238E27FC236}">
                <a16:creationId xmlns:a16="http://schemas.microsoft.com/office/drawing/2014/main" id="{9AF4BF95-90D0-4888-AD55-37CEF1A5BCEE}"/>
              </a:ext>
            </a:extLst>
          </p:cNvPr>
          <p:cNvSpPr txBox="1"/>
          <p:nvPr/>
        </p:nvSpPr>
        <p:spPr>
          <a:xfrm>
            <a:off x="457200" y="1329634"/>
            <a:ext cx="8299450" cy="2308324"/>
          </a:xfrm>
          <a:prstGeom prst="rect">
            <a:avLst/>
          </a:prstGeom>
          <a:noFill/>
        </p:spPr>
        <p:txBody>
          <a:bodyPr wrap="square">
            <a:spAutoFit/>
          </a:bodyPr>
          <a:lstStyle/>
          <a:p>
            <a:r>
              <a:rPr lang="pl-PL" dirty="0"/>
              <a:t>W celu pogrupowania próbek danych algorytm k-średnich wykorzystuje miarę odległości, by ocenić podobieństwo czy bliskość punktów. Zanim użyjemy algorytmu k-średnich, musimy wybrać najlepszą miarę odległości między próbkami danych. </a:t>
            </a:r>
          </a:p>
          <a:p>
            <a:r>
              <a:rPr lang="pl-PL" dirty="0"/>
              <a:t>Domyślnie zastosowana zostanie odległość euklidesowa. Ponadto jeśli w zbiorze danych są liczne odchylenia, trzeba będzie zdecydować się na kryteria, które posłużą do wskazywania i usuwania obserwacji odstających od zbioru danych.</a:t>
            </a:r>
          </a:p>
        </p:txBody>
      </p:sp>
    </p:spTree>
    <p:extLst>
      <p:ext uri="{BB962C8B-B14F-4D97-AF65-F5344CB8AC3E}">
        <p14:creationId xmlns:p14="http://schemas.microsoft.com/office/powerpoint/2010/main" val="207189060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tekstu 1">
            <a:extLst>
              <a:ext uri="{FF2B5EF4-FFF2-40B4-BE49-F238E27FC236}">
                <a16:creationId xmlns:a16="http://schemas.microsoft.com/office/drawing/2014/main" id="{DEE378D3-F5FF-4C16-A67E-EE03A1CD62B4}"/>
              </a:ext>
            </a:extLst>
          </p:cNvPr>
          <p:cNvSpPr>
            <a:spLocks noGrp="1"/>
          </p:cNvSpPr>
          <p:nvPr>
            <p:ph type="body" sz="quarter" idx="25"/>
          </p:nvPr>
        </p:nvSpPr>
        <p:spPr/>
        <p:txBody>
          <a:bodyPr/>
          <a:lstStyle/>
          <a:p>
            <a:r>
              <a:rPr lang="pl-PL" dirty="0"/>
              <a:t>Kroki algorytmu k-średnich</a:t>
            </a:r>
          </a:p>
        </p:txBody>
      </p:sp>
      <p:sp>
        <p:nvSpPr>
          <p:cNvPr id="5" name="pole tekstowe 4">
            <a:extLst>
              <a:ext uri="{FF2B5EF4-FFF2-40B4-BE49-F238E27FC236}">
                <a16:creationId xmlns:a16="http://schemas.microsoft.com/office/drawing/2014/main" id="{B444AFF5-9864-44E9-82CF-A225A6FC2A65}"/>
              </a:ext>
            </a:extLst>
          </p:cNvPr>
          <p:cNvSpPr txBox="1"/>
          <p:nvPr/>
        </p:nvSpPr>
        <p:spPr>
          <a:xfrm>
            <a:off x="532823" y="1556179"/>
            <a:ext cx="8160327" cy="2308324"/>
          </a:xfrm>
          <a:prstGeom prst="rect">
            <a:avLst/>
          </a:prstGeom>
          <a:noFill/>
        </p:spPr>
        <p:txBody>
          <a:bodyPr wrap="square">
            <a:spAutoFit/>
          </a:bodyPr>
          <a:lstStyle/>
          <a:p>
            <a:r>
              <a:rPr lang="pl-PL" b="1" dirty="0"/>
              <a:t>Krok 1 </a:t>
            </a:r>
            <a:r>
              <a:rPr lang="pl-PL" dirty="0"/>
              <a:t>Wybieramy liczbę klastrów — k.</a:t>
            </a:r>
          </a:p>
          <a:p>
            <a:r>
              <a:rPr lang="pl-PL" b="1" dirty="0"/>
              <a:t>Krok 2 </a:t>
            </a:r>
            <a:r>
              <a:rPr lang="pl-PL" dirty="0"/>
              <a:t>Spośród próbek danych losowo wybieramy k punktów jako środków klastrów.</a:t>
            </a:r>
          </a:p>
          <a:p>
            <a:r>
              <a:rPr lang="pl-PL" b="1" dirty="0"/>
              <a:t>Krok 3 </a:t>
            </a:r>
            <a:r>
              <a:rPr lang="pl-PL" dirty="0"/>
              <a:t>W oparciu o wybraną miarę odległości iteracyjnie obliczamy odległość każdego punktu w dziedzinie od każdego z ustalonych w powyższy sposób środków klastrów. W zależności od wielkości zbioru danych może to być mniej lub bardziej czasochłonny krok. Przykładowo jeśli w klastrze jest 10 000 punktów, a k — 3, oznacza to, że będzie trzeba obliczyć 30 000 odległości.</a:t>
            </a:r>
          </a:p>
        </p:txBody>
      </p:sp>
    </p:spTree>
    <p:extLst>
      <p:ext uri="{BB962C8B-B14F-4D97-AF65-F5344CB8AC3E}">
        <p14:creationId xmlns:p14="http://schemas.microsoft.com/office/powerpoint/2010/main" val="293084548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tekstu 1">
            <a:extLst>
              <a:ext uri="{FF2B5EF4-FFF2-40B4-BE49-F238E27FC236}">
                <a16:creationId xmlns:a16="http://schemas.microsoft.com/office/drawing/2014/main" id="{AFAD5F1D-E4C5-4955-9C5A-A55C0C1535F1}"/>
              </a:ext>
            </a:extLst>
          </p:cNvPr>
          <p:cNvSpPr>
            <a:spLocks noGrp="1"/>
          </p:cNvSpPr>
          <p:nvPr>
            <p:ph type="body" sz="quarter" idx="25"/>
          </p:nvPr>
        </p:nvSpPr>
        <p:spPr/>
        <p:txBody>
          <a:bodyPr/>
          <a:lstStyle/>
          <a:p>
            <a:endParaRPr lang="pl-PL"/>
          </a:p>
        </p:txBody>
      </p:sp>
      <p:pic>
        <p:nvPicPr>
          <p:cNvPr id="5" name="Obraz 4">
            <a:extLst>
              <a:ext uri="{FF2B5EF4-FFF2-40B4-BE49-F238E27FC236}">
                <a16:creationId xmlns:a16="http://schemas.microsoft.com/office/drawing/2014/main" id="{4335ACB5-368D-43C7-91CD-76F5F3716647}"/>
              </a:ext>
            </a:extLst>
          </p:cNvPr>
          <p:cNvPicPr>
            <a:picLocks noChangeAspect="1"/>
          </p:cNvPicPr>
          <p:nvPr/>
        </p:nvPicPr>
        <p:blipFill>
          <a:blip r:embed="rId2"/>
          <a:stretch>
            <a:fillRect/>
          </a:stretch>
        </p:blipFill>
        <p:spPr>
          <a:xfrm>
            <a:off x="1230252" y="1452821"/>
            <a:ext cx="6245492" cy="2962016"/>
          </a:xfrm>
          <a:prstGeom prst="rect">
            <a:avLst/>
          </a:prstGeom>
        </p:spPr>
      </p:pic>
    </p:spTree>
    <p:extLst>
      <p:ext uri="{BB962C8B-B14F-4D97-AF65-F5344CB8AC3E}">
        <p14:creationId xmlns:p14="http://schemas.microsoft.com/office/powerpoint/2010/main" val="417698492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tekstu 1">
            <a:extLst>
              <a:ext uri="{FF2B5EF4-FFF2-40B4-BE49-F238E27FC236}">
                <a16:creationId xmlns:a16="http://schemas.microsoft.com/office/drawing/2014/main" id="{767DC490-C686-4140-B502-A47E1214BE61}"/>
              </a:ext>
            </a:extLst>
          </p:cNvPr>
          <p:cNvSpPr>
            <a:spLocks noGrp="1"/>
          </p:cNvSpPr>
          <p:nvPr>
            <p:ph type="body" sz="quarter" idx="25"/>
          </p:nvPr>
        </p:nvSpPr>
        <p:spPr/>
        <p:txBody>
          <a:bodyPr/>
          <a:lstStyle/>
          <a:p>
            <a:endParaRPr lang="pl-PL"/>
          </a:p>
        </p:txBody>
      </p:sp>
      <p:sp>
        <p:nvSpPr>
          <p:cNvPr id="5" name="pole tekstowe 4">
            <a:extLst>
              <a:ext uri="{FF2B5EF4-FFF2-40B4-BE49-F238E27FC236}">
                <a16:creationId xmlns:a16="http://schemas.microsoft.com/office/drawing/2014/main" id="{0577A0F3-00DE-48E8-87A5-DAFADE14DBDA}"/>
              </a:ext>
            </a:extLst>
          </p:cNvPr>
          <p:cNvSpPr txBox="1"/>
          <p:nvPr/>
        </p:nvSpPr>
        <p:spPr>
          <a:xfrm>
            <a:off x="450850" y="1327901"/>
            <a:ext cx="8429914" cy="2862322"/>
          </a:xfrm>
          <a:prstGeom prst="rect">
            <a:avLst/>
          </a:prstGeom>
          <a:noFill/>
        </p:spPr>
        <p:txBody>
          <a:bodyPr wrap="square">
            <a:spAutoFit/>
          </a:bodyPr>
          <a:lstStyle/>
          <a:p>
            <a:r>
              <a:rPr lang="pl-PL" b="1" dirty="0"/>
              <a:t>Krok 4 </a:t>
            </a:r>
            <a:r>
              <a:rPr lang="pl-PL" dirty="0"/>
              <a:t>Przypisujemy każdą próbkę danych w dziedzinie problemu do najbliższego środka klastra.</a:t>
            </a:r>
          </a:p>
          <a:p>
            <a:endParaRPr lang="pl-PL" dirty="0"/>
          </a:p>
          <a:p>
            <a:r>
              <a:rPr lang="pl-PL" b="1" dirty="0"/>
              <a:t>Krok 5 </a:t>
            </a:r>
            <a:r>
              <a:rPr lang="pl-PL" dirty="0"/>
              <a:t>Na tym etapie każda próbka danych jest już przypisana do klastra. Ale</a:t>
            </a:r>
          </a:p>
          <a:p>
            <a:r>
              <a:rPr lang="pl-PL" dirty="0"/>
              <a:t>wykonywanie algorytmu się nie kończy, ponieważ wybór początkowych</a:t>
            </a:r>
          </a:p>
          <a:p>
            <a:r>
              <a:rPr lang="pl-PL" dirty="0"/>
              <a:t>środków klastrów był losowy. Musimy teraz zweryfikować, że bieżące, losowo</a:t>
            </a:r>
          </a:p>
          <a:p>
            <a:r>
              <a:rPr lang="pl-PL" dirty="0"/>
              <a:t>wybrane środki klastrów są rzeczywiście centrami każdego z klastrów.</a:t>
            </a:r>
          </a:p>
          <a:p>
            <a:r>
              <a:rPr lang="pl-PL" dirty="0"/>
              <a:t>Przeliczamy środki klastrów poprzez ponowne wyliczenie średniej odległości</a:t>
            </a:r>
          </a:p>
          <a:p>
            <a:r>
              <a:rPr lang="pl-PL" dirty="0"/>
              <a:t>każdego z punktów w klastrze od jego środka. Ten krok wyjaśnia, dlaczego</a:t>
            </a:r>
          </a:p>
          <a:p>
            <a:r>
              <a:rPr lang="pl-PL" dirty="0"/>
              <a:t>algorytm ten nosi nazwę k-średnich.</a:t>
            </a:r>
          </a:p>
        </p:txBody>
      </p:sp>
    </p:spTree>
    <p:extLst>
      <p:ext uri="{BB962C8B-B14F-4D97-AF65-F5344CB8AC3E}">
        <p14:creationId xmlns:p14="http://schemas.microsoft.com/office/powerpoint/2010/main" val="125574492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tekstu 1">
            <a:extLst>
              <a:ext uri="{FF2B5EF4-FFF2-40B4-BE49-F238E27FC236}">
                <a16:creationId xmlns:a16="http://schemas.microsoft.com/office/drawing/2014/main" id="{4A3A4ECA-2043-4888-9579-DD6A636DBCAE}"/>
              </a:ext>
            </a:extLst>
          </p:cNvPr>
          <p:cNvSpPr>
            <a:spLocks noGrp="1"/>
          </p:cNvSpPr>
          <p:nvPr>
            <p:ph type="body" sz="quarter" idx="25"/>
          </p:nvPr>
        </p:nvSpPr>
        <p:spPr/>
        <p:txBody>
          <a:bodyPr/>
          <a:lstStyle/>
          <a:p>
            <a:r>
              <a:rPr lang="pl-PL" dirty="0"/>
              <a:t>Biblioteka </a:t>
            </a:r>
            <a:r>
              <a:rPr lang="pl-PL" dirty="0" err="1"/>
              <a:t>numpy</a:t>
            </a:r>
            <a:endParaRPr lang="pl-PL" dirty="0"/>
          </a:p>
        </p:txBody>
      </p:sp>
      <p:sp>
        <p:nvSpPr>
          <p:cNvPr id="3" name="Symbol zastępczy tekstu 2">
            <a:extLst>
              <a:ext uri="{FF2B5EF4-FFF2-40B4-BE49-F238E27FC236}">
                <a16:creationId xmlns:a16="http://schemas.microsoft.com/office/drawing/2014/main" id="{A1728037-6418-4DBA-A291-96F278ACB52E}"/>
              </a:ext>
            </a:extLst>
          </p:cNvPr>
          <p:cNvSpPr>
            <a:spLocks noGrp="1"/>
          </p:cNvSpPr>
          <p:nvPr>
            <p:ph type="body" sz="quarter" idx="27"/>
          </p:nvPr>
        </p:nvSpPr>
        <p:spPr>
          <a:xfrm>
            <a:off x="454025" y="1338549"/>
            <a:ext cx="8235950" cy="1841069"/>
          </a:xfrm>
        </p:spPr>
        <p:txBody>
          <a:bodyPr/>
          <a:lstStyle/>
          <a:p>
            <a:pPr marL="0" indent="0">
              <a:buNone/>
            </a:pPr>
            <a:r>
              <a:rPr lang="pl-PL" dirty="0" err="1"/>
              <a:t>NumPy</a:t>
            </a:r>
            <a:r>
              <a:rPr lang="pl-PL" dirty="0"/>
              <a:t> to biblioteka </a:t>
            </a:r>
            <a:r>
              <a:rPr lang="pl-PL" dirty="0" err="1"/>
              <a:t>Pythona</a:t>
            </a:r>
            <a:r>
              <a:rPr lang="pl-PL" dirty="0"/>
              <a:t> używana do pracy z tablicami. Posiada również funkcje do pracy w dziedzinie algebry liniowej, transformaty Fouriera i macierzy. </a:t>
            </a:r>
            <a:r>
              <a:rPr lang="pl-PL" dirty="0" err="1"/>
              <a:t>NumPy</a:t>
            </a:r>
            <a:r>
              <a:rPr lang="pl-PL" dirty="0"/>
              <a:t> został stworzony w 2005 roku przez </a:t>
            </a:r>
            <a:r>
              <a:rPr lang="pl-PL" dirty="0" err="1"/>
              <a:t>Travisa</a:t>
            </a:r>
            <a:r>
              <a:rPr lang="pl-PL" dirty="0"/>
              <a:t> </a:t>
            </a:r>
            <a:r>
              <a:rPr lang="pl-PL" dirty="0" err="1"/>
              <a:t>Oliphanta</a:t>
            </a:r>
            <a:r>
              <a:rPr lang="pl-PL" dirty="0"/>
              <a:t>. Jest to projekt open </a:t>
            </a:r>
            <a:r>
              <a:rPr lang="pl-PL" dirty="0" err="1"/>
              <a:t>source</a:t>
            </a:r>
            <a:r>
              <a:rPr lang="pl-PL" dirty="0"/>
              <a:t> i możesz z niego swobodnie korzystać. </a:t>
            </a:r>
            <a:r>
              <a:rPr lang="pl-PL" dirty="0" err="1"/>
              <a:t>NumPy</a:t>
            </a:r>
            <a:r>
              <a:rPr lang="pl-PL" dirty="0"/>
              <a:t> oznacza numeryczny </a:t>
            </a:r>
            <a:r>
              <a:rPr lang="pl-PL" dirty="0" err="1"/>
              <a:t>Python</a:t>
            </a:r>
            <a:r>
              <a:rPr lang="pl-PL" dirty="0"/>
              <a:t>.</a:t>
            </a:r>
          </a:p>
        </p:txBody>
      </p:sp>
    </p:spTree>
    <p:extLst>
      <p:ext uri="{BB962C8B-B14F-4D97-AF65-F5344CB8AC3E}">
        <p14:creationId xmlns:p14="http://schemas.microsoft.com/office/powerpoint/2010/main" val="235971372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tekstu 1">
            <a:extLst>
              <a:ext uri="{FF2B5EF4-FFF2-40B4-BE49-F238E27FC236}">
                <a16:creationId xmlns:a16="http://schemas.microsoft.com/office/drawing/2014/main" id="{28CCDCF3-1BDC-408E-B47B-DEE6477E8B72}"/>
              </a:ext>
            </a:extLst>
          </p:cNvPr>
          <p:cNvSpPr>
            <a:spLocks noGrp="1"/>
          </p:cNvSpPr>
          <p:nvPr>
            <p:ph type="body" sz="quarter" idx="25"/>
          </p:nvPr>
        </p:nvSpPr>
        <p:spPr/>
        <p:txBody>
          <a:bodyPr/>
          <a:lstStyle/>
          <a:p>
            <a:r>
              <a:rPr lang="pl-PL" dirty="0"/>
              <a:t>Zalety pakietu </a:t>
            </a:r>
            <a:r>
              <a:rPr lang="pl-PL" dirty="0" err="1"/>
              <a:t>numpy</a:t>
            </a:r>
            <a:endParaRPr lang="pl-PL" dirty="0"/>
          </a:p>
        </p:txBody>
      </p:sp>
      <p:sp>
        <p:nvSpPr>
          <p:cNvPr id="3" name="Symbol zastępczy tekstu 2">
            <a:extLst>
              <a:ext uri="{FF2B5EF4-FFF2-40B4-BE49-F238E27FC236}">
                <a16:creationId xmlns:a16="http://schemas.microsoft.com/office/drawing/2014/main" id="{A0E68F11-B150-4BF5-B343-63E2B44BD402}"/>
              </a:ext>
            </a:extLst>
          </p:cNvPr>
          <p:cNvSpPr>
            <a:spLocks noGrp="1"/>
          </p:cNvSpPr>
          <p:nvPr>
            <p:ph type="body" sz="quarter" idx="27"/>
          </p:nvPr>
        </p:nvSpPr>
        <p:spPr/>
        <p:txBody>
          <a:bodyPr/>
          <a:lstStyle/>
          <a:p>
            <a:pPr>
              <a:buFont typeface="+mj-lt"/>
              <a:buAutoNum type="arabicPeriod"/>
            </a:pPr>
            <a:r>
              <a:rPr lang="pl-PL" dirty="0"/>
              <a:t>Rdzeniem </a:t>
            </a:r>
            <a:r>
              <a:rPr lang="pl-PL" dirty="0" err="1"/>
              <a:t>Numpy</a:t>
            </a:r>
            <a:r>
              <a:rPr lang="pl-PL" dirty="0"/>
              <a:t> są jego tablice. Jedną z głównych zalet  używania tablic </a:t>
            </a:r>
            <a:r>
              <a:rPr lang="pl-PL" dirty="0" err="1"/>
              <a:t>Numpy</a:t>
            </a:r>
            <a:r>
              <a:rPr lang="pl-PL" dirty="0"/>
              <a:t>  jest to, że zajmują mniej miejsca w pamięci i zapewniają lepszą szybkość działania w porównaniu z podobnymi strukturami danych w </a:t>
            </a:r>
            <a:r>
              <a:rPr lang="pl-PL" dirty="0" err="1"/>
              <a:t>Pythonie</a:t>
            </a:r>
            <a:r>
              <a:rPr lang="pl-PL" dirty="0"/>
              <a:t> (listy i </a:t>
            </a:r>
            <a:r>
              <a:rPr lang="pl-PL" dirty="0" err="1"/>
              <a:t>krotki</a:t>
            </a:r>
            <a:r>
              <a:rPr lang="pl-PL" dirty="0"/>
              <a:t>).</a:t>
            </a:r>
          </a:p>
          <a:p>
            <a:pPr>
              <a:buFont typeface="+mj-lt"/>
              <a:buAutoNum type="arabicPeriod"/>
            </a:pPr>
            <a:r>
              <a:rPr lang="pl-PL" dirty="0" err="1"/>
              <a:t>Numpy</a:t>
            </a:r>
            <a:r>
              <a:rPr lang="pl-PL" dirty="0"/>
              <a:t> obsługuje określone funkcje naukowe, takie jak algebra liniowa. Pomagają nam w rozwiązywaniu równań liniowych.</a:t>
            </a:r>
          </a:p>
          <a:p>
            <a:pPr>
              <a:buFont typeface="+mj-lt"/>
              <a:buAutoNum type="arabicPeriod"/>
            </a:pPr>
            <a:r>
              <a:rPr lang="pl-PL" dirty="0" err="1"/>
              <a:t>Numpy</a:t>
            </a:r>
            <a:r>
              <a:rPr lang="pl-PL" dirty="0"/>
              <a:t> obsługują operacje wektoryzowane, takie jak elementarne dodawanie i mnożenie, obliczanie delty Kroneckera itp. Listy </a:t>
            </a:r>
            <a:r>
              <a:rPr lang="pl-PL" dirty="0" err="1"/>
              <a:t>Pythona</a:t>
            </a:r>
            <a:r>
              <a:rPr lang="pl-PL" dirty="0"/>
              <a:t> nie obsługują tych funkcji.</a:t>
            </a:r>
          </a:p>
          <a:p>
            <a:pPr>
              <a:buFont typeface="+mj-lt"/>
              <a:buAutoNum type="arabicPeriod"/>
            </a:pPr>
            <a:r>
              <a:rPr lang="pl-PL" dirty="0"/>
              <a:t>Jest bardzo dobrym zamiennikiem MATLABA, OCTAVE itp., Ponieważ zapewnia podobne funkcje i obsługuje szybszy rozwój i mniejszy narzut umysłowy (ponieważ </a:t>
            </a:r>
            <a:r>
              <a:rPr lang="pl-PL" dirty="0" err="1"/>
              <a:t>Python</a:t>
            </a:r>
            <a:r>
              <a:rPr lang="pl-PL" dirty="0"/>
              <a:t> jest łatwy do napisania i zrozumienia)</a:t>
            </a:r>
          </a:p>
          <a:p>
            <a:pPr>
              <a:buFont typeface="+mj-lt"/>
              <a:buAutoNum type="arabicPeriod"/>
            </a:pPr>
            <a:r>
              <a:rPr lang="pl-PL" dirty="0" err="1"/>
              <a:t>NumPy</a:t>
            </a:r>
            <a:r>
              <a:rPr lang="pl-PL" dirty="0"/>
              <a:t> jest bardzo dobry do analizy danych.</a:t>
            </a:r>
          </a:p>
          <a:p>
            <a:pPr marL="0" indent="0">
              <a:buNone/>
            </a:pPr>
            <a:endParaRPr lang="pl-PL" dirty="0"/>
          </a:p>
        </p:txBody>
      </p:sp>
    </p:spTree>
    <p:extLst>
      <p:ext uri="{BB962C8B-B14F-4D97-AF65-F5344CB8AC3E}">
        <p14:creationId xmlns:p14="http://schemas.microsoft.com/office/powerpoint/2010/main" val="403863857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FDA1E26C-AA71-422E-AF79-E8CCB594FFD1}"/>
              </a:ext>
            </a:extLst>
          </p:cNvPr>
          <p:cNvSpPr>
            <a:spLocks noGrp="1"/>
          </p:cNvSpPr>
          <p:nvPr>
            <p:ph type="title"/>
          </p:nvPr>
        </p:nvSpPr>
        <p:spPr/>
        <p:txBody>
          <a:bodyPr/>
          <a:lstStyle/>
          <a:p>
            <a:r>
              <a:rPr lang="pl-PL" dirty="0"/>
              <a:t>Co to jest </a:t>
            </a:r>
            <a:r>
              <a:rPr lang="pl-PL" dirty="0" err="1"/>
              <a:t>Conda</a:t>
            </a:r>
            <a:r>
              <a:rPr lang="pl-PL" dirty="0"/>
              <a:t>?</a:t>
            </a:r>
          </a:p>
        </p:txBody>
      </p:sp>
      <p:sp>
        <p:nvSpPr>
          <p:cNvPr id="3" name="Symbol zastępczy daty 2">
            <a:extLst>
              <a:ext uri="{FF2B5EF4-FFF2-40B4-BE49-F238E27FC236}">
                <a16:creationId xmlns:a16="http://schemas.microsoft.com/office/drawing/2014/main" id="{4DCE8333-3D41-4807-8704-CADFE40DF979}"/>
              </a:ext>
            </a:extLst>
          </p:cNvPr>
          <p:cNvSpPr>
            <a:spLocks noGrp="1"/>
          </p:cNvSpPr>
          <p:nvPr>
            <p:ph type="dt" sz="half" idx="10"/>
          </p:nvPr>
        </p:nvSpPr>
        <p:spPr/>
        <p:txBody>
          <a:bodyPr/>
          <a:lstStyle/>
          <a:p>
            <a:pPr rtl="0"/>
            <a:fld id="{98A70DB5-3B74-47E3-90B3-6FF4DAF5961C}" type="datetime1">
              <a:rPr lang="pl-PL" smtClean="0"/>
              <a:t>13.10.2026</a:t>
            </a:fld>
            <a:endParaRPr lang="en-US" dirty="0"/>
          </a:p>
        </p:txBody>
      </p:sp>
      <p:pic>
        <p:nvPicPr>
          <p:cNvPr id="5" name="Obraz 4" descr="Obraz zawierający tekst, zegar&#10;&#10;Opis wygenerowany automatycznie">
            <a:extLst>
              <a:ext uri="{FF2B5EF4-FFF2-40B4-BE49-F238E27FC236}">
                <a16:creationId xmlns:a16="http://schemas.microsoft.com/office/drawing/2014/main" id="{3909698B-06E6-4676-A41D-E0936D23F9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14950" y="1949505"/>
            <a:ext cx="3550444" cy="735806"/>
          </a:xfrm>
          <a:prstGeom prst="rect">
            <a:avLst/>
          </a:prstGeom>
        </p:spPr>
      </p:pic>
      <p:sp>
        <p:nvSpPr>
          <p:cNvPr id="7" name="pole tekstowe 6">
            <a:extLst>
              <a:ext uri="{FF2B5EF4-FFF2-40B4-BE49-F238E27FC236}">
                <a16:creationId xmlns:a16="http://schemas.microsoft.com/office/drawing/2014/main" id="{1993DCCD-2118-4EDA-9AF1-16655D8DDDC3}"/>
              </a:ext>
            </a:extLst>
          </p:cNvPr>
          <p:cNvSpPr txBox="1"/>
          <p:nvPr/>
        </p:nvSpPr>
        <p:spPr>
          <a:xfrm>
            <a:off x="743998" y="2465918"/>
            <a:ext cx="4570952" cy="1962076"/>
          </a:xfrm>
          <a:prstGeom prst="rect">
            <a:avLst/>
          </a:prstGeom>
          <a:noFill/>
        </p:spPr>
        <p:txBody>
          <a:bodyPr wrap="square">
            <a:spAutoFit/>
          </a:bodyPr>
          <a:lstStyle/>
          <a:p>
            <a:r>
              <a:rPr lang="pl-PL" sz="1350" dirty="0" err="1"/>
              <a:t>Conda</a:t>
            </a:r>
            <a:r>
              <a:rPr lang="pl-PL" sz="1350" dirty="0"/>
              <a:t> to wieloplatformowy, niezależny od języka menedżer pakietów i system zarządzania środowiskiem typu open </a:t>
            </a:r>
            <a:r>
              <a:rPr lang="pl-PL" sz="1350" dirty="0" err="1"/>
              <a:t>source</a:t>
            </a:r>
            <a:r>
              <a:rPr lang="pl-PL" sz="1350" dirty="0"/>
              <a:t>. </a:t>
            </a:r>
          </a:p>
          <a:p>
            <a:endParaRPr lang="pl-PL" sz="1350" dirty="0"/>
          </a:p>
          <a:p>
            <a:r>
              <a:rPr lang="pl-PL" sz="1350" dirty="0"/>
              <a:t>Został pierwotnie opracowany, aby rozwiązać trudne wyzwania związane z zarządzaniem pakietami, z którymi borykali się naukowcy zajmujący się danymi w </a:t>
            </a:r>
            <a:r>
              <a:rPr lang="pl-PL" sz="1350" dirty="0" err="1"/>
              <a:t>Pythonie</a:t>
            </a:r>
            <a:r>
              <a:rPr lang="pl-PL" sz="1350" dirty="0"/>
              <a:t>, a dziś jest popularnym menedżerem pakietów dla </a:t>
            </a:r>
            <a:r>
              <a:rPr lang="pl-PL" sz="1350" dirty="0" err="1"/>
              <a:t>Pythona</a:t>
            </a:r>
            <a:r>
              <a:rPr lang="pl-PL" sz="1350" dirty="0"/>
              <a:t> i R. </a:t>
            </a:r>
          </a:p>
        </p:txBody>
      </p:sp>
      <p:pic>
        <p:nvPicPr>
          <p:cNvPr id="6" name="Picture 5">
            <a:extLst>
              <a:ext uri="{FF2B5EF4-FFF2-40B4-BE49-F238E27FC236}">
                <a16:creationId xmlns:a16="http://schemas.microsoft.com/office/drawing/2014/main" id="{6C2A8EAB-87FC-CC4E-B330-0FA041CF9122}"/>
              </a:ext>
            </a:extLst>
          </p:cNvPr>
          <p:cNvPicPr>
            <a:picLocks noChangeAspect="1"/>
          </p:cNvPicPr>
          <p:nvPr/>
        </p:nvPicPr>
        <p:blipFill>
          <a:blip r:embed="rId3"/>
          <a:srcRect/>
          <a:stretch>
            <a:fillRect/>
          </a:stretch>
        </p:blipFill>
        <p:spPr>
          <a:xfrm>
            <a:off x="147578" y="4817936"/>
            <a:ext cx="817756" cy="198817"/>
          </a:xfrm>
          <a:prstGeom prst="rect">
            <a:avLst/>
          </a:prstGeom>
        </p:spPr>
      </p:pic>
    </p:spTree>
    <p:extLst>
      <p:ext uri="{BB962C8B-B14F-4D97-AF65-F5344CB8AC3E}">
        <p14:creationId xmlns:p14="http://schemas.microsoft.com/office/powerpoint/2010/main" val="379858437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ytuł 2">
            <a:extLst>
              <a:ext uri="{FF2B5EF4-FFF2-40B4-BE49-F238E27FC236}">
                <a16:creationId xmlns:a16="http://schemas.microsoft.com/office/drawing/2014/main" id="{667277F9-7777-4B92-AABE-1DE5F4045B2C}"/>
              </a:ext>
            </a:extLst>
          </p:cNvPr>
          <p:cNvSpPr>
            <a:spLocks noGrp="1"/>
          </p:cNvSpPr>
          <p:nvPr>
            <p:ph type="title"/>
          </p:nvPr>
        </p:nvSpPr>
        <p:spPr/>
        <p:txBody>
          <a:bodyPr>
            <a:normAutofit/>
          </a:bodyPr>
          <a:lstStyle/>
          <a:p>
            <a:r>
              <a:rPr lang="pl-PL" dirty="0"/>
              <a:t>Biblioteki i pakiety wspierające implementację </a:t>
            </a:r>
            <a:r>
              <a:rPr lang="pl-PL" dirty="0" err="1"/>
              <a:t>algotymów</a:t>
            </a:r>
            <a:r>
              <a:rPr lang="pl-PL" dirty="0"/>
              <a:t> ML</a:t>
            </a:r>
          </a:p>
        </p:txBody>
      </p:sp>
      <p:pic>
        <p:nvPicPr>
          <p:cNvPr id="5" name="Obraz 4" descr="Obraz zawierający urządzenie&#10;&#10;Opis wygenerowany automatycznie">
            <a:extLst>
              <a:ext uri="{FF2B5EF4-FFF2-40B4-BE49-F238E27FC236}">
                <a16:creationId xmlns:a16="http://schemas.microsoft.com/office/drawing/2014/main" id="{6C1FEC52-4FC6-4964-AECC-D52C90F26B0B}"/>
              </a:ext>
            </a:extLst>
          </p:cNvPr>
          <p:cNvPicPr>
            <a:picLocks noChangeAspect="1"/>
          </p:cNvPicPr>
          <p:nvPr/>
        </p:nvPicPr>
        <p:blipFill>
          <a:blip r:embed="rId2"/>
          <a:stretch>
            <a:fillRect/>
          </a:stretch>
        </p:blipFill>
        <p:spPr>
          <a:xfrm>
            <a:off x="3313982" y="898275"/>
            <a:ext cx="5683571" cy="3820172"/>
          </a:xfrm>
          <a:prstGeom prst="rect">
            <a:avLst/>
          </a:prstGeom>
        </p:spPr>
      </p:pic>
      <p:sp>
        <p:nvSpPr>
          <p:cNvPr id="6" name="Prostokąt 5">
            <a:extLst>
              <a:ext uri="{FF2B5EF4-FFF2-40B4-BE49-F238E27FC236}">
                <a16:creationId xmlns:a16="http://schemas.microsoft.com/office/drawing/2014/main" id="{E73DB389-C810-4EE6-AADB-05C46046D85C}"/>
              </a:ext>
            </a:extLst>
          </p:cNvPr>
          <p:cNvSpPr/>
          <p:nvPr/>
        </p:nvSpPr>
        <p:spPr>
          <a:xfrm>
            <a:off x="50006" y="2822649"/>
            <a:ext cx="3725466" cy="1754326"/>
          </a:xfrm>
          <a:prstGeom prst="rect">
            <a:avLst/>
          </a:prstGeom>
        </p:spPr>
        <p:txBody>
          <a:bodyPr wrap="square">
            <a:spAutoFit/>
          </a:bodyPr>
          <a:lstStyle/>
          <a:p>
            <a:r>
              <a:rPr lang="pl-PL" dirty="0"/>
              <a:t>Zarządzanie pakietami, zależnościami i środowiskiem dla dowolnego języka - </a:t>
            </a:r>
            <a:r>
              <a:rPr lang="pl-PL" dirty="0" err="1"/>
              <a:t>Python</a:t>
            </a:r>
            <a:r>
              <a:rPr lang="pl-PL" dirty="0"/>
              <a:t>, R, </a:t>
            </a:r>
            <a:r>
              <a:rPr lang="pl-PL" dirty="0" err="1"/>
              <a:t>Ruby</a:t>
            </a:r>
            <a:r>
              <a:rPr lang="pl-PL" dirty="0"/>
              <a:t>, </a:t>
            </a:r>
            <a:r>
              <a:rPr lang="pl-PL" dirty="0" err="1"/>
              <a:t>Lua</a:t>
            </a:r>
            <a:r>
              <a:rPr lang="pl-PL" dirty="0"/>
              <a:t>, Scala, Java, JavaScript, C / C ++, FORTRAN i inne.</a:t>
            </a:r>
          </a:p>
        </p:txBody>
      </p:sp>
    </p:spTree>
    <p:extLst>
      <p:ext uri="{BB962C8B-B14F-4D97-AF65-F5344CB8AC3E}">
        <p14:creationId xmlns:p14="http://schemas.microsoft.com/office/powerpoint/2010/main" val="306892341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ytuł 2">
            <a:extLst>
              <a:ext uri="{FF2B5EF4-FFF2-40B4-BE49-F238E27FC236}">
                <a16:creationId xmlns:a16="http://schemas.microsoft.com/office/drawing/2014/main" id="{ED1A0C4E-262A-48A7-AF3E-2F07F253B50B}"/>
              </a:ext>
            </a:extLst>
          </p:cNvPr>
          <p:cNvSpPr>
            <a:spLocks noGrp="1"/>
          </p:cNvSpPr>
          <p:nvPr>
            <p:ph type="title"/>
          </p:nvPr>
        </p:nvSpPr>
        <p:spPr/>
        <p:txBody>
          <a:bodyPr/>
          <a:lstStyle/>
          <a:p>
            <a:r>
              <a:rPr lang="pl-PL" dirty="0"/>
              <a:t>ANACONDA</a:t>
            </a:r>
          </a:p>
        </p:txBody>
      </p:sp>
      <p:sp>
        <p:nvSpPr>
          <p:cNvPr id="4" name="Prostokąt 3">
            <a:extLst>
              <a:ext uri="{FF2B5EF4-FFF2-40B4-BE49-F238E27FC236}">
                <a16:creationId xmlns:a16="http://schemas.microsoft.com/office/drawing/2014/main" id="{1C236CCF-FB5B-4D5E-8F4D-1DC169950B8E}"/>
              </a:ext>
            </a:extLst>
          </p:cNvPr>
          <p:cNvSpPr/>
          <p:nvPr/>
        </p:nvSpPr>
        <p:spPr>
          <a:xfrm>
            <a:off x="225028" y="1002090"/>
            <a:ext cx="8401050" cy="2031325"/>
          </a:xfrm>
          <a:prstGeom prst="rect">
            <a:avLst/>
          </a:prstGeom>
        </p:spPr>
        <p:txBody>
          <a:bodyPr wrap="square">
            <a:spAutoFit/>
          </a:bodyPr>
          <a:lstStyle/>
          <a:p>
            <a:r>
              <a:rPr lang="pl-PL" dirty="0" err="1"/>
              <a:t>Conda</a:t>
            </a:r>
            <a:r>
              <a:rPr lang="pl-PL" dirty="0"/>
              <a:t> to system zarządzania pakietami typu open </a:t>
            </a:r>
            <a:r>
              <a:rPr lang="pl-PL" dirty="0" err="1"/>
              <a:t>source</a:t>
            </a:r>
            <a:r>
              <a:rPr lang="pl-PL" dirty="0"/>
              <a:t> i system zarządzania środowiskiem, który działa w systemach Windows, </a:t>
            </a:r>
            <a:r>
              <a:rPr lang="pl-PL" dirty="0" err="1"/>
              <a:t>macOS</a:t>
            </a:r>
            <a:r>
              <a:rPr lang="pl-PL" dirty="0"/>
              <a:t> i Linux. </a:t>
            </a:r>
          </a:p>
          <a:p>
            <a:r>
              <a:rPr lang="pl-PL" dirty="0" err="1"/>
              <a:t>Conda</a:t>
            </a:r>
            <a:r>
              <a:rPr lang="pl-PL" dirty="0"/>
              <a:t> szybko instaluje, uruchamia i aktualizuje pakiety oraz ich zależności. </a:t>
            </a:r>
            <a:r>
              <a:rPr lang="pl-PL" dirty="0" err="1"/>
              <a:t>Conda</a:t>
            </a:r>
            <a:r>
              <a:rPr lang="pl-PL" dirty="0"/>
              <a:t> z łatwością tworzy, zapisuje, ładuje i przełącza między środowiskami na komputerze lokalnym. </a:t>
            </a:r>
          </a:p>
          <a:p>
            <a:r>
              <a:rPr lang="pl-PL" dirty="0"/>
              <a:t>Został stworzony dla programów w języku </a:t>
            </a:r>
            <a:r>
              <a:rPr lang="pl-PL" dirty="0" err="1"/>
              <a:t>Python</a:t>
            </a:r>
            <a:r>
              <a:rPr lang="pl-PL" dirty="0"/>
              <a:t>, ale może pakować i dystrybuować oprogramowanie dla dowolnego języka.</a:t>
            </a:r>
          </a:p>
        </p:txBody>
      </p:sp>
      <p:sp>
        <p:nvSpPr>
          <p:cNvPr id="5" name="Prostokąt 4">
            <a:extLst>
              <a:ext uri="{FF2B5EF4-FFF2-40B4-BE49-F238E27FC236}">
                <a16:creationId xmlns:a16="http://schemas.microsoft.com/office/drawing/2014/main" id="{9F2D0A03-4706-4C42-B293-ABD776422D40}"/>
              </a:ext>
            </a:extLst>
          </p:cNvPr>
          <p:cNvSpPr/>
          <p:nvPr/>
        </p:nvSpPr>
        <p:spPr>
          <a:xfrm>
            <a:off x="225029" y="3328571"/>
            <a:ext cx="8718947" cy="1200329"/>
          </a:xfrm>
          <a:prstGeom prst="rect">
            <a:avLst/>
          </a:prstGeom>
        </p:spPr>
        <p:txBody>
          <a:bodyPr wrap="square">
            <a:spAutoFit/>
          </a:bodyPr>
          <a:lstStyle/>
          <a:p>
            <a:r>
              <a:rPr lang="pl-PL" dirty="0" err="1"/>
              <a:t>Conda</a:t>
            </a:r>
            <a:r>
              <a:rPr lang="pl-PL" dirty="0"/>
              <a:t> jako menedżer pakietów pomaga znaleźć i zainstalować pakiety. Jeśli potrzebujesz pakietu, który wymaga innej wersji </a:t>
            </a:r>
            <a:r>
              <a:rPr lang="pl-PL" dirty="0" err="1"/>
              <a:t>Pythona</a:t>
            </a:r>
            <a:r>
              <a:rPr lang="pl-PL" dirty="0"/>
              <a:t>, nie musisz przełączać się do innego menedżera środowiska, ponieważ </a:t>
            </a:r>
            <a:r>
              <a:rPr lang="pl-PL" dirty="0" err="1"/>
              <a:t>conda</a:t>
            </a:r>
            <a:r>
              <a:rPr lang="pl-PL" dirty="0"/>
              <a:t> jest również menedżerem środowiska. </a:t>
            </a:r>
          </a:p>
        </p:txBody>
      </p:sp>
    </p:spTree>
    <p:extLst>
      <p:ext uri="{BB962C8B-B14F-4D97-AF65-F5344CB8AC3E}">
        <p14:creationId xmlns:p14="http://schemas.microsoft.com/office/powerpoint/2010/main" val="348438040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ytuł 2">
            <a:extLst>
              <a:ext uri="{FF2B5EF4-FFF2-40B4-BE49-F238E27FC236}">
                <a16:creationId xmlns:a16="http://schemas.microsoft.com/office/drawing/2014/main" id="{982BE84B-9901-4DF5-84E8-42EBCEA70381}"/>
              </a:ext>
            </a:extLst>
          </p:cNvPr>
          <p:cNvSpPr>
            <a:spLocks noGrp="1"/>
          </p:cNvSpPr>
          <p:nvPr>
            <p:ph type="title"/>
          </p:nvPr>
        </p:nvSpPr>
        <p:spPr/>
        <p:txBody>
          <a:bodyPr/>
          <a:lstStyle/>
          <a:p>
            <a:r>
              <a:rPr lang="pl-PL" dirty="0"/>
              <a:t>ANACONDA</a:t>
            </a:r>
          </a:p>
        </p:txBody>
      </p:sp>
      <p:sp>
        <p:nvSpPr>
          <p:cNvPr id="4" name="Prostokąt 3">
            <a:extLst>
              <a:ext uri="{FF2B5EF4-FFF2-40B4-BE49-F238E27FC236}">
                <a16:creationId xmlns:a16="http://schemas.microsoft.com/office/drawing/2014/main" id="{A5F6940F-5864-44CC-9845-36EA91E808DB}"/>
              </a:ext>
            </a:extLst>
          </p:cNvPr>
          <p:cNvSpPr/>
          <p:nvPr/>
        </p:nvSpPr>
        <p:spPr>
          <a:xfrm>
            <a:off x="567929" y="2239278"/>
            <a:ext cx="7454502" cy="1200329"/>
          </a:xfrm>
          <a:prstGeom prst="rect">
            <a:avLst/>
          </a:prstGeom>
        </p:spPr>
        <p:txBody>
          <a:bodyPr wrap="square">
            <a:spAutoFit/>
          </a:bodyPr>
          <a:lstStyle/>
          <a:p>
            <a:r>
              <a:rPr lang="pl-PL" dirty="0"/>
              <a:t>W domyślnej konfiguracji </a:t>
            </a:r>
            <a:r>
              <a:rPr lang="pl-PL" dirty="0" err="1"/>
              <a:t>conda</a:t>
            </a:r>
            <a:r>
              <a:rPr lang="pl-PL" dirty="0"/>
              <a:t> może instalować i zarządzać tysiącami pakietów i łączyć z systemami ciągłej integracji, takimi jak </a:t>
            </a:r>
            <a:r>
              <a:rPr lang="pl-PL" dirty="0" err="1"/>
              <a:t>Travis</a:t>
            </a:r>
            <a:r>
              <a:rPr lang="pl-PL" dirty="0"/>
              <a:t> CI i </a:t>
            </a:r>
            <a:r>
              <a:rPr lang="pl-PL" dirty="0" err="1"/>
              <a:t>AppVeyor</a:t>
            </a:r>
            <a:r>
              <a:rPr lang="pl-PL" dirty="0"/>
              <a:t>, aby zapewnić częste, automatyczne testowanie kodu.</a:t>
            </a:r>
          </a:p>
          <a:p>
            <a:endParaRPr lang="pl-PL" dirty="0"/>
          </a:p>
        </p:txBody>
      </p:sp>
      <p:sp>
        <p:nvSpPr>
          <p:cNvPr id="6" name="Prostokąt 5">
            <a:extLst>
              <a:ext uri="{FF2B5EF4-FFF2-40B4-BE49-F238E27FC236}">
                <a16:creationId xmlns:a16="http://schemas.microsoft.com/office/drawing/2014/main" id="{ACEEB23C-CE20-40D8-921E-92682B5DDA20}"/>
              </a:ext>
            </a:extLst>
          </p:cNvPr>
          <p:cNvSpPr/>
          <p:nvPr/>
        </p:nvSpPr>
        <p:spPr>
          <a:xfrm>
            <a:off x="567930" y="3495081"/>
            <a:ext cx="8056526" cy="923330"/>
          </a:xfrm>
          <a:prstGeom prst="rect">
            <a:avLst/>
          </a:prstGeom>
        </p:spPr>
        <p:txBody>
          <a:bodyPr wrap="square">
            <a:spAutoFit/>
          </a:bodyPr>
          <a:lstStyle/>
          <a:p>
            <a:r>
              <a:rPr lang="pl-PL" dirty="0" err="1"/>
              <a:t>Conda</a:t>
            </a:r>
            <a:r>
              <a:rPr lang="pl-PL" dirty="0"/>
              <a:t> jest również zawarta w </a:t>
            </a:r>
            <a:r>
              <a:rPr lang="pl-PL" dirty="0" err="1"/>
              <a:t>Anaconda</a:t>
            </a:r>
            <a:r>
              <a:rPr lang="pl-PL" dirty="0"/>
              <a:t> Enterprise, która zapewnia pakiet korporacyjny i zarządzanie środowiskiem dla </a:t>
            </a:r>
            <a:r>
              <a:rPr lang="pl-PL" dirty="0" err="1"/>
              <a:t>Python</a:t>
            </a:r>
            <a:r>
              <a:rPr lang="pl-PL" dirty="0"/>
              <a:t>, R, Node.js, Java i innych stosów aplikacji.</a:t>
            </a:r>
          </a:p>
        </p:txBody>
      </p:sp>
      <p:sp>
        <p:nvSpPr>
          <p:cNvPr id="7" name="Prostokąt 6">
            <a:extLst>
              <a:ext uri="{FF2B5EF4-FFF2-40B4-BE49-F238E27FC236}">
                <a16:creationId xmlns:a16="http://schemas.microsoft.com/office/drawing/2014/main" id="{DA21C937-3F4D-4F91-AC68-E89643915501}"/>
              </a:ext>
            </a:extLst>
          </p:cNvPr>
          <p:cNvSpPr/>
          <p:nvPr/>
        </p:nvSpPr>
        <p:spPr>
          <a:xfrm>
            <a:off x="567930" y="1008787"/>
            <a:ext cx="8056526" cy="923330"/>
          </a:xfrm>
          <a:prstGeom prst="rect">
            <a:avLst/>
          </a:prstGeom>
        </p:spPr>
        <p:txBody>
          <a:bodyPr wrap="square">
            <a:spAutoFit/>
          </a:bodyPr>
          <a:lstStyle/>
          <a:p>
            <a:r>
              <a:rPr lang="pl-PL" dirty="0"/>
              <a:t>Za pomocą zaledwie kilku poleceń możesz skonfigurować całkowicie oddzielne środowisko do uruchamiania tej innej wersji </a:t>
            </a:r>
            <a:r>
              <a:rPr lang="pl-PL" dirty="0" err="1"/>
              <a:t>Pythona</a:t>
            </a:r>
            <a:r>
              <a:rPr lang="pl-PL" dirty="0"/>
              <a:t>, jednocześnie kontynuując uruchamianie zwykłej wersji </a:t>
            </a:r>
            <a:r>
              <a:rPr lang="pl-PL" dirty="0" err="1"/>
              <a:t>Pythona</a:t>
            </a:r>
            <a:r>
              <a:rPr lang="pl-PL" dirty="0"/>
              <a:t> w normalnym środowisku.</a:t>
            </a:r>
          </a:p>
        </p:txBody>
      </p:sp>
    </p:spTree>
    <p:extLst>
      <p:ext uri="{BB962C8B-B14F-4D97-AF65-F5344CB8AC3E}">
        <p14:creationId xmlns:p14="http://schemas.microsoft.com/office/powerpoint/2010/main" val="54120511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69B955EF-E2A1-4EA6-AAA3-79C3753FD718}"/>
              </a:ext>
            </a:extLst>
          </p:cNvPr>
          <p:cNvSpPr>
            <a:spLocks noGrp="1"/>
          </p:cNvSpPr>
          <p:nvPr>
            <p:ph type="title"/>
          </p:nvPr>
        </p:nvSpPr>
        <p:spPr/>
        <p:txBody>
          <a:bodyPr/>
          <a:lstStyle/>
          <a:p>
            <a:r>
              <a:rPr lang="pl-PL" dirty="0" err="1"/>
              <a:t>anaconda</a:t>
            </a:r>
            <a:endParaRPr lang="pl-PL" dirty="0"/>
          </a:p>
        </p:txBody>
      </p:sp>
      <p:sp>
        <p:nvSpPr>
          <p:cNvPr id="3" name="Symbol zastępczy daty 2">
            <a:extLst>
              <a:ext uri="{FF2B5EF4-FFF2-40B4-BE49-F238E27FC236}">
                <a16:creationId xmlns:a16="http://schemas.microsoft.com/office/drawing/2014/main" id="{6BC25DA3-221D-4D93-A7D2-4554334EEEB9}"/>
              </a:ext>
            </a:extLst>
          </p:cNvPr>
          <p:cNvSpPr>
            <a:spLocks noGrp="1"/>
          </p:cNvSpPr>
          <p:nvPr>
            <p:ph type="dt" sz="half" idx="10"/>
          </p:nvPr>
        </p:nvSpPr>
        <p:spPr/>
        <p:txBody>
          <a:bodyPr/>
          <a:lstStyle/>
          <a:p>
            <a:pPr rtl="0"/>
            <a:fld id="{98A70DB5-3B74-47E3-90B3-6FF4DAF5961C}" type="datetime1">
              <a:rPr lang="pl-PL" smtClean="0"/>
              <a:t>13.10.2026</a:t>
            </a:fld>
            <a:endParaRPr lang="en-US" dirty="0"/>
          </a:p>
        </p:txBody>
      </p:sp>
      <p:pic>
        <p:nvPicPr>
          <p:cNvPr id="5" name="Obraz 4">
            <a:extLst>
              <a:ext uri="{FF2B5EF4-FFF2-40B4-BE49-F238E27FC236}">
                <a16:creationId xmlns:a16="http://schemas.microsoft.com/office/drawing/2014/main" id="{B3461B0E-CF7E-47F9-BA0B-2633A67AC3F9}"/>
              </a:ext>
            </a:extLst>
          </p:cNvPr>
          <p:cNvPicPr>
            <a:picLocks noChangeAspect="1"/>
          </p:cNvPicPr>
          <p:nvPr/>
        </p:nvPicPr>
        <p:blipFill rotWithShape="1">
          <a:blip r:embed="rId2"/>
          <a:srcRect l="14282" t="10455" r="43291" b="9126"/>
          <a:stretch/>
        </p:blipFill>
        <p:spPr>
          <a:xfrm>
            <a:off x="4902889" y="1399591"/>
            <a:ext cx="2990830" cy="3070703"/>
          </a:xfrm>
          <a:prstGeom prst="rect">
            <a:avLst/>
          </a:prstGeom>
        </p:spPr>
      </p:pic>
      <p:sp>
        <p:nvSpPr>
          <p:cNvPr id="7" name="pole tekstowe 6">
            <a:extLst>
              <a:ext uri="{FF2B5EF4-FFF2-40B4-BE49-F238E27FC236}">
                <a16:creationId xmlns:a16="http://schemas.microsoft.com/office/drawing/2014/main" id="{CF139DB8-745E-4F0B-98BF-A0837BA2B9B8}"/>
              </a:ext>
            </a:extLst>
          </p:cNvPr>
          <p:cNvSpPr txBox="1"/>
          <p:nvPr/>
        </p:nvSpPr>
        <p:spPr>
          <a:xfrm>
            <a:off x="493437" y="2380945"/>
            <a:ext cx="4573166" cy="1131079"/>
          </a:xfrm>
          <a:prstGeom prst="rect">
            <a:avLst/>
          </a:prstGeom>
          <a:noFill/>
        </p:spPr>
        <p:txBody>
          <a:bodyPr wrap="square">
            <a:spAutoFit/>
          </a:bodyPr>
          <a:lstStyle/>
          <a:p>
            <a:r>
              <a:rPr lang="pl-PL" sz="1350" dirty="0" err="1"/>
              <a:t>Anaconda</a:t>
            </a:r>
            <a:r>
              <a:rPr lang="pl-PL" sz="1350" dirty="0"/>
              <a:t> to dystrybucja języków programowania </a:t>
            </a:r>
            <a:r>
              <a:rPr lang="pl-PL" sz="1350" dirty="0" err="1"/>
              <a:t>Python</a:t>
            </a:r>
            <a:r>
              <a:rPr lang="pl-PL" sz="1350" dirty="0"/>
              <a:t> i R do obliczeń naukowych, której celem jest uproszczenie zarządzania pakietami i ich wdrażania. Dystrybucja zawiera pakiety nauki danych odpowiednie dla systemów Windows, Linux i </a:t>
            </a:r>
            <a:r>
              <a:rPr lang="pl-PL" sz="1350" dirty="0" err="1"/>
              <a:t>macOS</a:t>
            </a:r>
            <a:r>
              <a:rPr lang="pl-PL" sz="1350" dirty="0"/>
              <a:t>.</a:t>
            </a:r>
          </a:p>
        </p:txBody>
      </p:sp>
      <p:pic>
        <p:nvPicPr>
          <p:cNvPr id="6" name="Picture 5">
            <a:extLst>
              <a:ext uri="{FF2B5EF4-FFF2-40B4-BE49-F238E27FC236}">
                <a16:creationId xmlns:a16="http://schemas.microsoft.com/office/drawing/2014/main" id="{9752EA1C-B6A7-1B4F-93DB-D0D4AF728790}"/>
              </a:ext>
            </a:extLst>
          </p:cNvPr>
          <p:cNvPicPr>
            <a:picLocks noChangeAspect="1"/>
          </p:cNvPicPr>
          <p:nvPr/>
        </p:nvPicPr>
        <p:blipFill>
          <a:blip r:embed="rId3"/>
          <a:srcRect/>
          <a:stretch>
            <a:fillRect/>
          </a:stretch>
        </p:blipFill>
        <p:spPr>
          <a:xfrm>
            <a:off x="147578" y="4817936"/>
            <a:ext cx="817756" cy="198817"/>
          </a:xfrm>
          <a:prstGeom prst="rect">
            <a:avLst/>
          </a:prstGeom>
        </p:spPr>
      </p:pic>
    </p:spTree>
    <p:extLst>
      <p:ext uri="{BB962C8B-B14F-4D97-AF65-F5344CB8AC3E}">
        <p14:creationId xmlns:p14="http://schemas.microsoft.com/office/powerpoint/2010/main" val="133785334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BB9CA742-A663-4E41-9C37-D9D837740E4E}"/>
              </a:ext>
            </a:extLst>
          </p:cNvPr>
          <p:cNvSpPr>
            <a:spLocks noGrp="1"/>
          </p:cNvSpPr>
          <p:nvPr>
            <p:ph type="title"/>
          </p:nvPr>
        </p:nvSpPr>
        <p:spPr/>
        <p:txBody>
          <a:bodyPr/>
          <a:lstStyle/>
          <a:p>
            <a:r>
              <a:rPr lang="pl-PL" dirty="0"/>
              <a:t>DATALORE</a:t>
            </a:r>
          </a:p>
        </p:txBody>
      </p:sp>
      <p:sp>
        <p:nvSpPr>
          <p:cNvPr id="3" name="Symbol zastępczy daty 2">
            <a:extLst>
              <a:ext uri="{FF2B5EF4-FFF2-40B4-BE49-F238E27FC236}">
                <a16:creationId xmlns:a16="http://schemas.microsoft.com/office/drawing/2014/main" id="{37BC629A-388C-4013-8219-95274AD26D5F}"/>
              </a:ext>
            </a:extLst>
          </p:cNvPr>
          <p:cNvSpPr>
            <a:spLocks noGrp="1"/>
          </p:cNvSpPr>
          <p:nvPr>
            <p:ph type="dt" sz="half" idx="10"/>
          </p:nvPr>
        </p:nvSpPr>
        <p:spPr/>
        <p:txBody>
          <a:bodyPr/>
          <a:lstStyle/>
          <a:p>
            <a:pPr rtl="0"/>
            <a:fld id="{98A70DB5-3B74-47E3-90B3-6FF4DAF5961C}" type="datetime1">
              <a:rPr lang="pl-PL" smtClean="0"/>
              <a:t>13.10.2026</a:t>
            </a:fld>
            <a:endParaRPr lang="en-US" dirty="0"/>
          </a:p>
        </p:txBody>
      </p:sp>
      <p:pic>
        <p:nvPicPr>
          <p:cNvPr id="4" name="Picture 5">
            <a:extLst>
              <a:ext uri="{FF2B5EF4-FFF2-40B4-BE49-F238E27FC236}">
                <a16:creationId xmlns:a16="http://schemas.microsoft.com/office/drawing/2014/main" id="{13EA0B17-38BA-4362-81D0-E1BB09AA0A6B}"/>
              </a:ext>
            </a:extLst>
          </p:cNvPr>
          <p:cNvPicPr>
            <a:picLocks noChangeAspect="1"/>
          </p:cNvPicPr>
          <p:nvPr/>
        </p:nvPicPr>
        <p:blipFill>
          <a:blip r:embed="rId2"/>
          <a:srcRect/>
          <a:stretch>
            <a:fillRect/>
          </a:stretch>
        </p:blipFill>
        <p:spPr>
          <a:xfrm>
            <a:off x="147578" y="4817936"/>
            <a:ext cx="817756" cy="198817"/>
          </a:xfrm>
          <a:prstGeom prst="rect">
            <a:avLst/>
          </a:prstGeom>
        </p:spPr>
      </p:pic>
      <p:sp>
        <p:nvSpPr>
          <p:cNvPr id="6" name="pole tekstowe 5">
            <a:extLst>
              <a:ext uri="{FF2B5EF4-FFF2-40B4-BE49-F238E27FC236}">
                <a16:creationId xmlns:a16="http://schemas.microsoft.com/office/drawing/2014/main" id="{730A69B0-3E4B-4644-AC6D-018C9B585B62}"/>
              </a:ext>
            </a:extLst>
          </p:cNvPr>
          <p:cNvSpPr txBox="1"/>
          <p:nvPr/>
        </p:nvSpPr>
        <p:spPr>
          <a:xfrm>
            <a:off x="556455" y="2071757"/>
            <a:ext cx="7172587" cy="2446824"/>
          </a:xfrm>
          <a:prstGeom prst="rect">
            <a:avLst/>
          </a:prstGeom>
          <a:noFill/>
        </p:spPr>
        <p:txBody>
          <a:bodyPr wrap="square">
            <a:spAutoFit/>
          </a:bodyPr>
          <a:lstStyle/>
          <a:p>
            <a:r>
              <a:rPr lang="pl-PL" sz="1500" b="1" dirty="0" err="1"/>
              <a:t>Datalore</a:t>
            </a:r>
            <a:r>
              <a:rPr lang="pl-PL" sz="1350" dirty="0"/>
              <a:t> jest zdefiniowany jako notatnik do nauki data science - online (z inteligentną pomocą w kodowaniu).</a:t>
            </a:r>
          </a:p>
          <a:p>
            <a:endParaRPr lang="pl-PL" sz="1350" dirty="0"/>
          </a:p>
          <a:p>
            <a:r>
              <a:rPr lang="pl-PL" sz="1350" dirty="0"/>
              <a:t>Przyjrzyjmy się bliżej definicji.</a:t>
            </a:r>
          </a:p>
          <a:p>
            <a:r>
              <a:rPr lang="pl-PL" sz="1500" b="1" dirty="0" err="1"/>
              <a:t>Datalore</a:t>
            </a:r>
            <a:r>
              <a:rPr lang="pl-PL" sz="1350" b="1" dirty="0"/>
              <a:t> jest w trybie online</a:t>
            </a:r>
          </a:p>
          <a:p>
            <a:endParaRPr lang="pl-PL" sz="1350" dirty="0"/>
          </a:p>
          <a:p>
            <a:r>
              <a:rPr lang="pl-PL" sz="1350" dirty="0"/>
              <a:t>W </a:t>
            </a:r>
            <a:r>
              <a:rPr lang="pl-PL" sz="1350" dirty="0" err="1"/>
              <a:t>Datalore</a:t>
            </a:r>
            <a:r>
              <a:rPr lang="pl-PL" sz="1350" dirty="0"/>
              <a:t> wszystkie obliczenia są wykonywane w chmurze. </a:t>
            </a:r>
          </a:p>
          <a:p>
            <a:r>
              <a:rPr lang="pl-PL" sz="1350" dirty="0"/>
              <a:t>Aby uruchomić kod </a:t>
            </a:r>
            <a:r>
              <a:rPr lang="pl-PL" sz="1350" dirty="0" err="1"/>
              <a:t>Pythona</a:t>
            </a:r>
            <a:r>
              <a:rPr lang="pl-PL" sz="1350" dirty="0"/>
              <a:t> i Kotlin, wystarczy otworzyć przeglądarkę, zarejestrować się na datalore.jetbrains.com i utworzyć swój pierwszy notatnik. </a:t>
            </a:r>
          </a:p>
          <a:p>
            <a:r>
              <a:rPr lang="pl-PL" sz="1350" dirty="0"/>
              <a:t>Nie jest wymagana żadna dodatkowa konfiguracja. </a:t>
            </a:r>
          </a:p>
          <a:p>
            <a:r>
              <a:rPr lang="pl-PL" sz="1350" dirty="0"/>
              <a:t>Najlepsze biblioteki do nauki </a:t>
            </a:r>
            <a:r>
              <a:rPr lang="pl-PL" sz="1350" b="1" dirty="0"/>
              <a:t>data science </a:t>
            </a:r>
            <a:r>
              <a:rPr lang="pl-PL" sz="1350" dirty="0"/>
              <a:t>są już wstępnie zainstalowane w </a:t>
            </a:r>
            <a:r>
              <a:rPr lang="pl-PL" sz="1500" b="1" dirty="0" err="1"/>
              <a:t>Datalore</a:t>
            </a:r>
            <a:r>
              <a:rPr lang="pl-PL" sz="1350" dirty="0"/>
              <a:t>. </a:t>
            </a:r>
          </a:p>
        </p:txBody>
      </p:sp>
      <p:pic>
        <p:nvPicPr>
          <p:cNvPr id="8" name="Obraz 7">
            <a:extLst>
              <a:ext uri="{FF2B5EF4-FFF2-40B4-BE49-F238E27FC236}">
                <a16:creationId xmlns:a16="http://schemas.microsoft.com/office/drawing/2014/main" id="{7E6E4B2D-130A-4DC5-9CFB-258255AE844F}"/>
              </a:ext>
            </a:extLst>
          </p:cNvPr>
          <p:cNvPicPr>
            <a:picLocks noChangeAspect="1"/>
          </p:cNvPicPr>
          <p:nvPr/>
        </p:nvPicPr>
        <p:blipFill rotWithShape="1">
          <a:blip r:embed="rId3"/>
          <a:srcRect l="13303" t="10780" r="56032" b="59622"/>
          <a:stretch/>
        </p:blipFill>
        <p:spPr>
          <a:xfrm>
            <a:off x="4756733" y="429040"/>
            <a:ext cx="3142078" cy="1642718"/>
          </a:xfrm>
          <a:prstGeom prst="rect">
            <a:avLst/>
          </a:prstGeom>
        </p:spPr>
      </p:pic>
    </p:spTree>
    <p:extLst>
      <p:ext uri="{BB962C8B-B14F-4D97-AF65-F5344CB8AC3E}">
        <p14:creationId xmlns:p14="http://schemas.microsoft.com/office/powerpoint/2010/main" val="114206095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C390E6DB-41A1-40CC-866E-11E6BF55557F}"/>
              </a:ext>
            </a:extLst>
          </p:cNvPr>
          <p:cNvSpPr>
            <a:spLocks noGrp="1"/>
          </p:cNvSpPr>
          <p:nvPr>
            <p:ph type="title"/>
          </p:nvPr>
        </p:nvSpPr>
        <p:spPr/>
        <p:txBody>
          <a:bodyPr/>
          <a:lstStyle/>
          <a:p>
            <a:r>
              <a:rPr lang="pl-PL" dirty="0"/>
              <a:t>Biblioteka </a:t>
            </a:r>
            <a:r>
              <a:rPr lang="pl-PL" sz="2100" b="0" dirty="0" err="1">
                <a:solidFill>
                  <a:srgbClr val="000000"/>
                </a:solidFill>
              </a:rPr>
              <a:t>pandas</a:t>
            </a:r>
            <a:br>
              <a:rPr lang="pl-PL" dirty="0"/>
            </a:br>
            <a:endParaRPr lang="pl-PL" dirty="0"/>
          </a:p>
        </p:txBody>
      </p:sp>
      <p:sp>
        <p:nvSpPr>
          <p:cNvPr id="3" name="Symbol zastępczy daty 2">
            <a:extLst>
              <a:ext uri="{FF2B5EF4-FFF2-40B4-BE49-F238E27FC236}">
                <a16:creationId xmlns:a16="http://schemas.microsoft.com/office/drawing/2014/main" id="{E1253BB4-2E07-4F17-8EEA-573C535204F7}"/>
              </a:ext>
            </a:extLst>
          </p:cNvPr>
          <p:cNvSpPr>
            <a:spLocks noGrp="1"/>
          </p:cNvSpPr>
          <p:nvPr>
            <p:ph type="dt" sz="half" idx="10"/>
          </p:nvPr>
        </p:nvSpPr>
        <p:spPr/>
        <p:txBody>
          <a:bodyPr/>
          <a:lstStyle/>
          <a:p>
            <a:pPr rtl="0"/>
            <a:fld id="{98A70DB5-3B74-47E3-90B3-6FF4DAF5961C}" type="datetime1">
              <a:rPr lang="pl-PL" smtClean="0"/>
              <a:t>13.10.2026</a:t>
            </a:fld>
            <a:endParaRPr lang="en-US" dirty="0"/>
          </a:p>
        </p:txBody>
      </p:sp>
      <p:sp>
        <p:nvSpPr>
          <p:cNvPr id="5" name="pole tekstowe 4">
            <a:extLst>
              <a:ext uri="{FF2B5EF4-FFF2-40B4-BE49-F238E27FC236}">
                <a16:creationId xmlns:a16="http://schemas.microsoft.com/office/drawing/2014/main" id="{C56859AF-9BD2-4241-A1BC-0D3795279FF7}"/>
              </a:ext>
            </a:extLst>
          </p:cNvPr>
          <p:cNvSpPr txBox="1"/>
          <p:nvPr/>
        </p:nvSpPr>
        <p:spPr>
          <a:xfrm>
            <a:off x="492329" y="1204726"/>
            <a:ext cx="8001524" cy="300082"/>
          </a:xfrm>
          <a:prstGeom prst="rect">
            <a:avLst/>
          </a:prstGeom>
          <a:noFill/>
        </p:spPr>
        <p:txBody>
          <a:bodyPr wrap="square">
            <a:spAutoFit/>
          </a:bodyPr>
          <a:lstStyle/>
          <a:p>
            <a:r>
              <a:rPr lang="pl-PL" sz="1350" dirty="0" err="1"/>
              <a:t>Pandas</a:t>
            </a:r>
            <a:r>
              <a:rPr lang="pl-PL" sz="1350" dirty="0"/>
              <a:t>, jest jednym z najbardziej rozbudowanych pakietów, do analizy danych, w języku </a:t>
            </a:r>
            <a:r>
              <a:rPr lang="pl-PL" sz="1350" dirty="0" err="1"/>
              <a:t>Python</a:t>
            </a:r>
            <a:r>
              <a:rPr lang="pl-PL" sz="1350" dirty="0"/>
              <a:t>.</a:t>
            </a:r>
          </a:p>
        </p:txBody>
      </p:sp>
      <p:sp>
        <p:nvSpPr>
          <p:cNvPr id="7" name="pole tekstowe 6">
            <a:extLst>
              <a:ext uri="{FF2B5EF4-FFF2-40B4-BE49-F238E27FC236}">
                <a16:creationId xmlns:a16="http://schemas.microsoft.com/office/drawing/2014/main" id="{6BE2BFA7-1E45-47B9-AF55-B6C34CBC8312}"/>
              </a:ext>
            </a:extLst>
          </p:cNvPr>
          <p:cNvSpPr txBox="1"/>
          <p:nvPr/>
        </p:nvSpPr>
        <p:spPr>
          <a:xfrm>
            <a:off x="1241046" y="1606227"/>
            <a:ext cx="4570952" cy="923330"/>
          </a:xfrm>
          <a:prstGeom prst="rect">
            <a:avLst/>
          </a:prstGeom>
          <a:noFill/>
        </p:spPr>
        <p:txBody>
          <a:bodyPr wrap="square">
            <a:spAutoFit/>
          </a:bodyPr>
          <a:lstStyle/>
          <a:p>
            <a:endParaRPr lang="pl-PL" sz="1350" dirty="0"/>
          </a:p>
          <a:p>
            <a:r>
              <a:rPr lang="pl-PL" sz="1350" b="1" dirty="0"/>
              <a:t>Instalacja pakietu:</a:t>
            </a:r>
          </a:p>
          <a:p>
            <a:endParaRPr lang="pl-PL" sz="1350" dirty="0"/>
          </a:p>
          <a:p>
            <a:r>
              <a:rPr lang="pl-PL" sz="1350" dirty="0"/>
              <a:t>$ pip </a:t>
            </a:r>
            <a:r>
              <a:rPr lang="pl-PL" sz="1350" dirty="0" err="1"/>
              <a:t>install</a:t>
            </a:r>
            <a:r>
              <a:rPr lang="pl-PL" sz="1350" dirty="0"/>
              <a:t> </a:t>
            </a:r>
            <a:r>
              <a:rPr lang="pl-PL" sz="1350" dirty="0" err="1"/>
              <a:t>pandas</a:t>
            </a:r>
            <a:endParaRPr lang="pl-PL" sz="1350" dirty="0"/>
          </a:p>
        </p:txBody>
      </p:sp>
      <p:sp>
        <p:nvSpPr>
          <p:cNvPr id="9" name="pole tekstowe 8">
            <a:extLst>
              <a:ext uri="{FF2B5EF4-FFF2-40B4-BE49-F238E27FC236}">
                <a16:creationId xmlns:a16="http://schemas.microsoft.com/office/drawing/2014/main" id="{CD5ED4E9-2222-4BA8-A536-27D12EB8E5CA}"/>
              </a:ext>
            </a:extLst>
          </p:cNvPr>
          <p:cNvSpPr txBox="1"/>
          <p:nvPr/>
        </p:nvSpPr>
        <p:spPr>
          <a:xfrm>
            <a:off x="1241046" y="3011331"/>
            <a:ext cx="4570952" cy="715581"/>
          </a:xfrm>
          <a:prstGeom prst="rect">
            <a:avLst/>
          </a:prstGeom>
          <a:noFill/>
        </p:spPr>
        <p:txBody>
          <a:bodyPr wrap="square">
            <a:spAutoFit/>
          </a:bodyPr>
          <a:lstStyle/>
          <a:p>
            <a:r>
              <a:rPr lang="pl-PL" sz="1350" b="1" dirty="0"/>
              <a:t>Importowanie pakietu:</a:t>
            </a:r>
          </a:p>
          <a:p>
            <a:endParaRPr lang="pl-PL" sz="1350" dirty="0"/>
          </a:p>
          <a:p>
            <a:r>
              <a:rPr lang="pl-PL" sz="1350" dirty="0"/>
              <a:t>import </a:t>
            </a:r>
            <a:r>
              <a:rPr lang="pl-PL" sz="1350" dirty="0" err="1"/>
              <a:t>pandas</a:t>
            </a:r>
            <a:r>
              <a:rPr lang="pl-PL" sz="1350" dirty="0"/>
              <a:t> as </a:t>
            </a:r>
            <a:r>
              <a:rPr lang="pl-PL" sz="1350" dirty="0" err="1"/>
              <a:t>pd</a:t>
            </a:r>
            <a:endParaRPr lang="pl-PL" sz="1350" dirty="0"/>
          </a:p>
        </p:txBody>
      </p:sp>
      <p:pic>
        <p:nvPicPr>
          <p:cNvPr id="8" name="Picture 5">
            <a:extLst>
              <a:ext uri="{FF2B5EF4-FFF2-40B4-BE49-F238E27FC236}">
                <a16:creationId xmlns:a16="http://schemas.microsoft.com/office/drawing/2014/main" id="{D722D0B9-087A-344B-9159-690E329C2793}"/>
              </a:ext>
            </a:extLst>
          </p:cNvPr>
          <p:cNvPicPr>
            <a:picLocks noChangeAspect="1"/>
          </p:cNvPicPr>
          <p:nvPr/>
        </p:nvPicPr>
        <p:blipFill>
          <a:blip r:embed="rId2"/>
          <a:srcRect/>
          <a:stretch>
            <a:fillRect/>
          </a:stretch>
        </p:blipFill>
        <p:spPr>
          <a:xfrm>
            <a:off x="147578" y="4817936"/>
            <a:ext cx="817756" cy="198817"/>
          </a:xfrm>
          <a:prstGeom prst="rect">
            <a:avLst/>
          </a:prstGeom>
        </p:spPr>
      </p:pic>
    </p:spTree>
    <p:extLst>
      <p:ext uri="{BB962C8B-B14F-4D97-AF65-F5344CB8AC3E}">
        <p14:creationId xmlns:p14="http://schemas.microsoft.com/office/powerpoint/2010/main" val="284087893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B0CCE944-EC73-4D70-A1CB-142103FC37D3}"/>
              </a:ext>
            </a:extLst>
          </p:cNvPr>
          <p:cNvSpPr>
            <a:spLocks noGrp="1"/>
          </p:cNvSpPr>
          <p:nvPr>
            <p:ph type="title"/>
          </p:nvPr>
        </p:nvSpPr>
        <p:spPr/>
        <p:txBody>
          <a:bodyPr/>
          <a:lstStyle/>
          <a:p>
            <a:r>
              <a:rPr lang="pl-PL" dirty="0" err="1"/>
              <a:t>pandas</a:t>
            </a:r>
            <a:endParaRPr lang="pl-PL" dirty="0"/>
          </a:p>
        </p:txBody>
      </p:sp>
      <p:sp>
        <p:nvSpPr>
          <p:cNvPr id="3" name="Symbol zastępczy daty 2">
            <a:extLst>
              <a:ext uri="{FF2B5EF4-FFF2-40B4-BE49-F238E27FC236}">
                <a16:creationId xmlns:a16="http://schemas.microsoft.com/office/drawing/2014/main" id="{102342ED-3D16-4389-AB54-B3DD9E3C48A5}"/>
              </a:ext>
            </a:extLst>
          </p:cNvPr>
          <p:cNvSpPr>
            <a:spLocks noGrp="1"/>
          </p:cNvSpPr>
          <p:nvPr>
            <p:ph type="dt" sz="half" idx="10"/>
          </p:nvPr>
        </p:nvSpPr>
        <p:spPr/>
        <p:txBody>
          <a:bodyPr/>
          <a:lstStyle/>
          <a:p>
            <a:pPr rtl="0"/>
            <a:fld id="{98A70DB5-3B74-47E3-90B3-6FF4DAF5961C}" type="datetime1">
              <a:rPr lang="pl-PL" smtClean="0"/>
              <a:t>13.10.2026</a:t>
            </a:fld>
            <a:endParaRPr lang="en-US" dirty="0"/>
          </a:p>
        </p:txBody>
      </p:sp>
      <p:sp>
        <p:nvSpPr>
          <p:cNvPr id="5" name="pole tekstowe 4">
            <a:extLst>
              <a:ext uri="{FF2B5EF4-FFF2-40B4-BE49-F238E27FC236}">
                <a16:creationId xmlns:a16="http://schemas.microsoft.com/office/drawing/2014/main" id="{4C22314E-A876-4415-8E74-B6347BA8B9A2}"/>
              </a:ext>
            </a:extLst>
          </p:cNvPr>
          <p:cNvSpPr txBox="1"/>
          <p:nvPr/>
        </p:nvSpPr>
        <p:spPr>
          <a:xfrm>
            <a:off x="144711" y="1288493"/>
            <a:ext cx="3429000" cy="3000821"/>
          </a:xfrm>
          <a:prstGeom prst="rect">
            <a:avLst/>
          </a:prstGeom>
          <a:noFill/>
        </p:spPr>
        <p:txBody>
          <a:bodyPr wrap="square">
            <a:spAutoFit/>
          </a:bodyPr>
          <a:lstStyle/>
          <a:p>
            <a:r>
              <a:rPr lang="pl-PL" sz="1350" dirty="0"/>
              <a:t>Co można robić w </a:t>
            </a:r>
            <a:r>
              <a:rPr lang="pl-PL" sz="1350" b="1" dirty="0" err="1"/>
              <a:t>pandas</a:t>
            </a:r>
            <a:r>
              <a:rPr lang="pl-PL" sz="1350" dirty="0"/>
              <a:t>?</a:t>
            </a:r>
          </a:p>
          <a:p>
            <a:endParaRPr lang="pl-PL" sz="1350" dirty="0"/>
          </a:p>
          <a:p>
            <a:pPr marL="214313" indent="-214313" algn="just">
              <a:buFont typeface="Arial" panose="020B0604020202020204" pitchFamily="34" charset="0"/>
              <a:buChar char="•"/>
            </a:pPr>
            <a:r>
              <a:rPr lang="pl-PL" sz="1350" dirty="0"/>
              <a:t>załadować dane z plików o rozmaitym formacie danych (CSV, Excel, JSON i wiele innych )</a:t>
            </a:r>
          </a:p>
          <a:p>
            <a:pPr marL="214313" indent="-214313" algn="just">
              <a:buFont typeface="Arial" panose="020B0604020202020204" pitchFamily="34" charset="0"/>
              <a:buChar char="•"/>
            </a:pPr>
            <a:r>
              <a:rPr lang="pl-PL" sz="1350" dirty="0"/>
              <a:t>załadować dane bezpośrednio z baz danych</a:t>
            </a:r>
          </a:p>
          <a:p>
            <a:pPr marL="214313" indent="-214313" algn="just">
              <a:buFont typeface="Arial" panose="020B0604020202020204" pitchFamily="34" charset="0"/>
              <a:buChar char="•"/>
            </a:pPr>
            <a:r>
              <a:rPr lang="pl-PL" sz="1350" dirty="0"/>
              <a:t>wyczyścić dane i przygotować je do dalszej analizy</a:t>
            </a:r>
          </a:p>
          <a:p>
            <a:pPr marL="214313" indent="-214313" algn="just">
              <a:buFont typeface="Arial" panose="020B0604020202020204" pitchFamily="34" charset="0"/>
              <a:buChar char="•"/>
            </a:pPr>
            <a:r>
              <a:rPr lang="pl-PL" sz="1350" dirty="0"/>
              <a:t>Dokonać podstawowej analizy danych, takiej jaką znamy z Excel czy też SQL – np. grupowanie czy też tabele przestawne</a:t>
            </a:r>
          </a:p>
          <a:p>
            <a:pPr marL="214313" indent="-214313" algn="just">
              <a:buFont typeface="Arial" panose="020B0604020202020204" pitchFamily="34" charset="0"/>
              <a:buChar char="•"/>
            </a:pPr>
            <a:r>
              <a:rPr lang="pl-PL" sz="1350" dirty="0"/>
              <a:t>Zwizualizować nasze wyniki</a:t>
            </a:r>
          </a:p>
        </p:txBody>
      </p:sp>
      <p:pic>
        <p:nvPicPr>
          <p:cNvPr id="6" name="Obraz 5">
            <a:extLst>
              <a:ext uri="{FF2B5EF4-FFF2-40B4-BE49-F238E27FC236}">
                <a16:creationId xmlns:a16="http://schemas.microsoft.com/office/drawing/2014/main" id="{29184250-CA4E-429F-ABBE-E908319D665A}"/>
              </a:ext>
            </a:extLst>
          </p:cNvPr>
          <p:cNvPicPr>
            <a:picLocks noChangeAspect="1"/>
          </p:cNvPicPr>
          <p:nvPr/>
        </p:nvPicPr>
        <p:blipFill>
          <a:blip r:embed="rId2"/>
          <a:stretch>
            <a:fillRect/>
          </a:stretch>
        </p:blipFill>
        <p:spPr>
          <a:xfrm>
            <a:off x="4039300" y="1809279"/>
            <a:ext cx="5022908" cy="1952264"/>
          </a:xfrm>
          <a:prstGeom prst="rect">
            <a:avLst/>
          </a:prstGeom>
        </p:spPr>
      </p:pic>
      <p:pic>
        <p:nvPicPr>
          <p:cNvPr id="7" name="Picture 5">
            <a:extLst>
              <a:ext uri="{FF2B5EF4-FFF2-40B4-BE49-F238E27FC236}">
                <a16:creationId xmlns:a16="http://schemas.microsoft.com/office/drawing/2014/main" id="{51DDD93C-F67E-674E-B4A5-516FA91CBF14}"/>
              </a:ext>
            </a:extLst>
          </p:cNvPr>
          <p:cNvPicPr>
            <a:picLocks noChangeAspect="1"/>
          </p:cNvPicPr>
          <p:nvPr/>
        </p:nvPicPr>
        <p:blipFill>
          <a:blip r:embed="rId3"/>
          <a:srcRect/>
          <a:stretch>
            <a:fillRect/>
          </a:stretch>
        </p:blipFill>
        <p:spPr>
          <a:xfrm>
            <a:off x="147578" y="4817936"/>
            <a:ext cx="817756" cy="198817"/>
          </a:xfrm>
          <a:prstGeom prst="rect">
            <a:avLst/>
          </a:prstGeom>
        </p:spPr>
      </p:pic>
    </p:spTree>
    <p:extLst>
      <p:ext uri="{BB962C8B-B14F-4D97-AF65-F5344CB8AC3E}">
        <p14:creationId xmlns:p14="http://schemas.microsoft.com/office/powerpoint/2010/main" val="165744115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10AC655-B917-4F68-BC69-A241FEE242D6}"/>
              </a:ext>
            </a:extLst>
          </p:cNvPr>
          <p:cNvSpPr>
            <a:spLocks noGrp="1"/>
          </p:cNvSpPr>
          <p:nvPr>
            <p:ph type="title"/>
          </p:nvPr>
        </p:nvSpPr>
        <p:spPr/>
        <p:txBody>
          <a:bodyPr/>
          <a:lstStyle/>
          <a:p>
            <a:r>
              <a:rPr lang="pl-PL" dirty="0"/>
              <a:t>Podstawowe typy danych w </a:t>
            </a:r>
            <a:r>
              <a:rPr lang="pl-PL" dirty="0" err="1"/>
              <a:t>pandas</a:t>
            </a:r>
            <a:endParaRPr lang="pl-PL" dirty="0"/>
          </a:p>
        </p:txBody>
      </p:sp>
      <p:sp>
        <p:nvSpPr>
          <p:cNvPr id="3" name="Symbol zastępczy daty 2">
            <a:extLst>
              <a:ext uri="{FF2B5EF4-FFF2-40B4-BE49-F238E27FC236}">
                <a16:creationId xmlns:a16="http://schemas.microsoft.com/office/drawing/2014/main" id="{DDFBFA3F-273C-4238-9E9B-540CCFBD431D}"/>
              </a:ext>
            </a:extLst>
          </p:cNvPr>
          <p:cNvSpPr>
            <a:spLocks noGrp="1"/>
          </p:cNvSpPr>
          <p:nvPr>
            <p:ph type="dt" sz="half" idx="10"/>
          </p:nvPr>
        </p:nvSpPr>
        <p:spPr/>
        <p:txBody>
          <a:bodyPr/>
          <a:lstStyle/>
          <a:p>
            <a:pPr rtl="0"/>
            <a:fld id="{98A70DB5-3B74-47E3-90B3-6FF4DAF5961C}" type="datetime1">
              <a:rPr lang="pl-PL" smtClean="0"/>
              <a:t>13.10.2026</a:t>
            </a:fld>
            <a:endParaRPr lang="en-US" dirty="0"/>
          </a:p>
        </p:txBody>
      </p:sp>
      <p:sp>
        <p:nvSpPr>
          <p:cNvPr id="5" name="pole tekstowe 4">
            <a:extLst>
              <a:ext uri="{FF2B5EF4-FFF2-40B4-BE49-F238E27FC236}">
                <a16:creationId xmlns:a16="http://schemas.microsoft.com/office/drawing/2014/main" id="{92EF3117-62E0-42BA-A3A9-41EEC74A9669}"/>
              </a:ext>
            </a:extLst>
          </p:cNvPr>
          <p:cNvSpPr txBox="1"/>
          <p:nvPr/>
        </p:nvSpPr>
        <p:spPr>
          <a:xfrm>
            <a:off x="687373" y="1667110"/>
            <a:ext cx="6736883" cy="507831"/>
          </a:xfrm>
          <a:prstGeom prst="rect">
            <a:avLst/>
          </a:prstGeom>
          <a:noFill/>
        </p:spPr>
        <p:txBody>
          <a:bodyPr wrap="square">
            <a:spAutoFit/>
          </a:bodyPr>
          <a:lstStyle/>
          <a:p>
            <a:r>
              <a:rPr lang="pl-PL" sz="1350" dirty="0"/>
              <a:t>Pierwszy typ danych to </a:t>
            </a:r>
            <a:r>
              <a:rPr lang="pl-PL" sz="1350" b="1" dirty="0"/>
              <a:t>'Series</a:t>
            </a:r>
            <a:r>
              <a:rPr lang="pl-PL" sz="1350" dirty="0"/>
              <a:t>'. Dla analogii, możemy porównać ją do kolumny z Excela. Działa ona podobnie do listy w </a:t>
            </a:r>
            <a:r>
              <a:rPr lang="pl-PL" sz="1350" dirty="0" err="1"/>
              <a:t>Python</a:t>
            </a:r>
            <a:r>
              <a:rPr lang="pl-PL" sz="1350" dirty="0"/>
              <a:t>, jednak daje nam większe możliwości.</a:t>
            </a:r>
          </a:p>
        </p:txBody>
      </p:sp>
      <p:sp>
        <p:nvSpPr>
          <p:cNvPr id="7" name="pole tekstowe 6">
            <a:extLst>
              <a:ext uri="{FF2B5EF4-FFF2-40B4-BE49-F238E27FC236}">
                <a16:creationId xmlns:a16="http://schemas.microsoft.com/office/drawing/2014/main" id="{225B4660-73DF-423C-92EF-2ABEBF9C049A}"/>
              </a:ext>
            </a:extLst>
          </p:cNvPr>
          <p:cNvSpPr txBox="1"/>
          <p:nvPr/>
        </p:nvSpPr>
        <p:spPr>
          <a:xfrm>
            <a:off x="687373" y="2675184"/>
            <a:ext cx="6169055" cy="715581"/>
          </a:xfrm>
          <a:prstGeom prst="rect">
            <a:avLst/>
          </a:prstGeom>
          <a:noFill/>
        </p:spPr>
        <p:txBody>
          <a:bodyPr wrap="square">
            <a:spAutoFit/>
          </a:bodyPr>
          <a:lstStyle/>
          <a:p>
            <a:r>
              <a:rPr lang="pl-PL" sz="1350" dirty="0"/>
              <a:t>Drugi typ danych, to </a:t>
            </a:r>
            <a:r>
              <a:rPr lang="pl-PL" sz="1350" b="1" dirty="0" err="1"/>
              <a:t>DataFrame</a:t>
            </a:r>
            <a:r>
              <a:rPr lang="pl-PL" sz="1350" dirty="0"/>
              <a:t>. O ile 'Series' porównywaliśmy do kolumny, o tyle </a:t>
            </a:r>
            <a:r>
              <a:rPr lang="pl-PL" sz="1350" dirty="0" err="1"/>
              <a:t>DataFrame</a:t>
            </a:r>
            <a:r>
              <a:rPr lang="pl-PL" sz="1350" dirty="0"/>
              <a:t>, jest odpowiednikiem tabeli, czyli zestawieniem danych typu 'Series'.</a:t>
            </a:r>
          </a:p>
        </p:txBody>
      </p:sp>
      <p:pic>
        <p:nvPicPr>
          <p:cNvPr id="6" name="Picture 5">
            <a:extLst>
              <a:ext uri="{FF2B5EF4-FFF2-40B4-BE49-F238E27FC236}">
                <a16:creationId xmlns:a16="http://schemas.microsoft.com/office/drawing/2014/main" id="{F1F14544-35FA-434B-9849-B9FC0A1E7E6D}"/>
              </a:ext>
            </a:extLst>
          </p:cNvPr>
          <p:cNvPicPr>
            <a:picLocks noChangeAspect="1"/>
          </p:cNvPicPr>
          <p:nvPr/>
        </p:nvPicPr>
        <p:blipFill>
          <a:blip r:embed="rId2"/>
          <a:srcRect/>
          <a:stretch>
            <a:fillRect/>
          </a:stretch>
        </p:blipFill>
        <p:spPr>
          <a:xfrm>
            <a:off x="147578" y="4817936"/>
            <a:ext cx="817756" cy="198817"/>
          </a:xfrm>
          <a:prstGeom prst="rect">
            <a:avLst/>
          </a:prstGeom>
        </p:spPr>
      </p:pic>
    </p:spTree>
    <p:extLst>
      <p:ext uri="{BB962C8B-B14F-4D97-AF65-F5344CB8AC3E}">
        <p14:creationId xmlns:p14="http://schemas.microsoft.com/office/powerpoint/2010/main" val="195644450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tekstu 1">
            <a:extLst>
              <a:ext uri="{FF2B5EF4-FFF2-40B4-BE49-F238E27FC236}">
                <a16:creationId xmlns:a16="http://schemas.microsoft.com/office/drawing/2014/main" id="{E79185C1-E5B0-489F-B57A-A171FD857ACF}"/>
              </a:ext>
            </a:extLst>
          </p:cNvPr>
          <p:cNvSpPr>
            <a:spLocks noGrp="1"/>
          </p:cNvSpPr>
          <p:nvPr>
            <p:ph type="body" sz="quarter" idx="25"/>
          </p:nvPr>
        </p:nvSpPr>
        <p:spPr/>
        <p:txBody>
          <a:bodyPr/>
          <a:lstStyle/>
          <a:p>
            <a:r>
              <a:rPr lang="pl-PL" dirty="0"/>
              <a:t>Transformacja Fouriera</a:t>
            </a:r>
          </a:p>
        </p:txBody>
      </p:sp>
      <p:sp>
        <p:nvSpPr>
          <p:cNvPr id="3" name="Symbol zastępczy tekstu 2">
            <a:extLst>
              <a:ext uri="{FF2B5EF4-FFF2-40B4-BE49-F238E27FC236}">
                <a16:creationId xmlns:a16="http://schemas.microsoft.com/office/drawing/2014/main" id="{FC8332F3-8602-4E2F-94F0-3E8162A2B682}"/>
              </a:ext>
            </a:extLst>
          </p:cNvPr>
          <p:cNvSpPr>
            <a:spLocks noGrp="1"/>
          </p:cNvSpPr>
          <p:nvPr>
            <p:ph type="body" sz="quarter" idx="27"/>
          </p:nvPr>
        </p:nvSpPr>
        <p:spPr>
          <a:xfrm>
            <a:off x="457200" y="1786297"/>
            <a:ext cx="8235950" cy="1570905"/>
          </a:xfrm>
        </p:spPr>
        <p:txBody>
          <a:bodyPr/>
          <a:lstStyle/>
          <a:p>
            <a:pPr marL="0" indent="0">
              <a:buNone/>
            </a:pPr>
            <a:r>
              <a:rPr lang="pl-PL" dirty="0"/>
              <a:t>Transformacja Fouriera rozkłada funkcję okresową na</a:t>
            </a:r>
          </a:p>
          <a:p>
            <a:pPr marL="0" indent="0">
              <a:buNone/>
            </a:pPr>
            <a:r>
              <a:rPr lang="pl-PL" dirty="0"/>
              <a:t>szereg funkcji okresowych tak, że uzyskana transformata</a:t>
            </a:r>
          </a:p>
          <a:p>
            <a:pPr marL="0" indent="0">
              <a:buNone/>
            </a:pPr>
            <a:r>
              <a:rPr lang="pl-PL" dirty="0"/>
              <a:t>podaje w jaki sposób poszczególne częstotliwości składają</a:t>
            </a:r>
          </a:p>
          <a:p>
            <a:pPr marL="0" indent="0">
              <a:buNone/>
            </a:pPr>
            <a:r>
              <a:rPr lang="pl-PL" dirty="0"/>
              <a:t>się na pierwotną funkcję.</a:t>
            </a:r>
          </a:p>
        </p:txBody>
      </p:sp>
    </p:spTree>
    <p:extLst>
      <p:ext uri="{BB962C8B-B14F-4D97-AF65-F5344CB8AC3E}">
        <p14:creationId xmlns:p14="http://schemas.microsoft.com/office/powerpoint/2010/main" val="266219861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tekstu 1">
            <a:extLst>
              <a:ext uri="{FF2B5EF4-FFF2-40B4-BE49-F238E27FC236}">
                <a16:creationId xmlns:a16="http://schemas.microsoft.com/office/drawing/2014/main" id="{7E89D87B-E92C-4DAF-A670-2E45BA1C536D}"/>
              </a:ext>
            </a:extLst>
          </p:cNvPr>
          <p:cNvSpPr>
            <a:spLocks noGrp="1"/>
          </p:cNvSpPr>
          <p:nvPr>
            <p:ph type="body" sz="quarter" idx="25"/>
          </p:nvPr>
        </p:nvSpPr>
        <p:spPr/>
        <p:txBody>
          <a:bodyPr/>
          <a:lstStyle/>
          <a:p>
            <a:endParaRPr lang="pl-PL"/>
          </a:p>
        </p:txBody>
      </p:sp>
      <p:pic>
        <p:nvPicPr>
          <p:cNvPr id="5" name="Obraz 4">
            <a:extLst>
              <a:ext uri="{FF2B5EF4-FFF2-40B4-BE49-F238E27FC236}">
                <a16:creationId xmlns:a16="http://schemas.microsoft.com/office/drawing/2014/main" id="{4AB17761-2832-4E49-BFF7-E58C8185FA0D}"/>
              </a:ext>
            </a:extLst>
          </p:cNvPr>
          <p:cNvPicPr>
            <a:picLocks noChangeAspect="1"/>
          </p:cNvPicPr>
          <p:nvPr/>
        </p:nvPicPr>
        <p:blipFill rotWithShape="1">
          <a:blip r:embed="rId2"/>
          <a:srcRect l="21145" t="20397" r="22138" b="8592"/>
          <a:stretch/>
        </p:blipFill>
        <p:spPr>
          <a:xfrm>
            <a:off x="1389048" y="949301"/>
            <a:ext cx="5786548" cy="3894043"/>
          </a:xfrm>
          <a:prstGeom prst="rect">
            <a:avLst/>
          </a:prstGeom>
        </p:spPr>
      </p:pic>
    </p:spTree>
    <p:extLst>
      <p:ext uri="{BB962C8B-B14F-4D97-AF65-F5344CB8AC3E}">
        <p14:creationId xmlns:p14="http://schemas.microsoft.com/office/powerpoint/2010/main" val="108795017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C634125B-6310-4CB7-8818-F92165AD7193}"/>
              </a:ext>
            </a:extLst>
          </p:cNvPr>
          <p:cNvSpPr>
            <a:spLocks noGrp="1"/>
          </p:cNvSpPr>
          <p:nvPr>
            <p:ph type="title"/>
          </p:nvPr>
        </p:nvSpPr>
        <p:spPr/>
        <p:txBody>
          <a:bodyPr/>
          <a:lstStyle/>
          <a:p>
            <a:r>
              <a:rPr lang="pl-PL" dirty="0"/>
              <a:t>Sieci neuronowe</a:t>
            </a:r>
          </a:p>
        </p:txBody>
      </p:sp>
      <p:sp>
        <p:nvSpPr>
          <p:cNvPr id="3" name="Symbol zastępczy daty 2">
            <a:extLst>
              <a:ext uri="{FF2B5EF4-FFF2-40B4-BE49-F238E27FC236}">
                <a16:creationId xmlns:a16="http://schemas.microsoft.com/office/drawing/2014/main" id="{1710AF4A-4B41-4206-9E97-E1CB56ED8DA2}"/>
              </a:ext>
            </a:extLst>
          </p:cNvPr>
          <p:cNvSpPr>
            <a:spLocks noGrp="1"/>
          </p:cNvSpPr>
          <p:nvPr>
            <p:ph type="dt" sz="half" idx="10"/>
          </p:nvPr>
        </p:nvSpPr>
        <p:spPr/>
        <p:txBody>
          <a:bodyPr/>
          <a:lstStyle/>
          <a:p>
            <a:pPr rtl="0"/>
            <a:fld id="{98A70DB5-3B74-47E3-90B3-6FF4DAF5961C}" type="datetime1">
              <a:rPr lang="pl-PL" smtClean="0"/>
              <a:t>13.10.2026</a:t>
            </a:fld>
            <a:endParaRPr lang="en-US" dirty="0"/>
          </a:p>
        </p:txBody>
      </p:sp>
      <p:pic>
        <p:nvPicPr>
          <p:cNvPr id="5" name="Obraz 4">
            <a:extLst>
              <a:ext uri="{FF2B5EF4-FFF2-40B4-BE49-F238E27FC236}">
                <a16:creationId xmlns:a16="http://schemas.microsoft.com/office/drawing/2014/main" id="{F9B73725-CDB1-4E96-A6E0-D247A76F73F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73573" y="1692480"/>
            <a:ext cx="4581443" cy="2200298"/>
          </a:xfrm>
          <a:prstGeom prst="rect">
            <a:avLst/>
          </a:prstGeom>
        </p:spPr>
      </p:pic>
      <p:sp>
        <p:nvSpPr>
          <p:cNvPr id="7" name="pole tekstowe 6">
            <a:extLst>
              <a:ext uri="{FF2B5EF4-FFF2-40B4-BE49-F238E27FC236}">
                <a16:creationId xmlns:a16="http://schemas.microsoft.com/office/drawing/2014/main" id="{B10FC9C6-1E90-40B0-8B1E-C23C860D75CE}"/>
              </a:ext>
            </a:extLst>
          </p:cNvPr>
          <p:cNvSpPr txBox="1"/>
          <p:nvPr/>
        </p:nvSpPr>
        <p:spPr>
          <a:xfrm>
            <a:off x="499728" y="1747085"/>
            <a:ext cx="4021938" cy="2585323"/>
          </a:xfrm>
          <a:prstGeom prst="rect">
            <a:avLst/>
          </a:prstGeom>
          <a:noFill/>
        </p:spPr>
        <p:txBody>
          <a:bodyPr wrap="square">
            <a:spAutoFit/>
          </a:bodyPr>
          <a:lstStyle/>
          <a:p>
            <a:r>
              <a:rPr lang="pl-PL" sz="1350" b="1" dirty="0"/>
              <a:t>Sieć neuronowa </a:t>
            </a:r>
            <a:r>
              <a:rPr lang="pl-PL" sz="1350" dirty="0"/>
              <a:t>to statystyczny model obliczeniowy stosowany w uczeniu maszynowym. </a:t>
            </a:r>
          </a:p>
          <a:p>
            <a:endParaRPr lang="pl-PL" sz="1350" dirty="0"/>
          </a:p>
          <a:p>
            <a:r>
              <a:rPr lang="pl-PL" sz="1350" dirty="0"/>
              <a:t>Można o nim myśleć jak o systemie połączonych synapsami neuronów, które przesyłają między sobą impulsy (dane). </a:t>
            </a:r>
          </a:p>
          <a:p>
            <a:endParaRPr lang="pl-PL" sz="1350" dirty="0"/>
          </a:p>
          <a:p>
            <a:r>
              <a:rPr lang="pl-PL" sz="1350" dirty="0"/>
              <a:t>Sieć neuronowa składa się z trzech warstw: </a:t>
            </a:r>
          </a:p>
          <a:p>
            <a:r>
              <a:rPr lang="pl-PL" sz="1350" b="1" dirty="0"/>
              <a:t>warstwy wejścia (</a:t>
            </a:r>
            <a:r>
              <a:rPr lang="pl-PL" sz="1350" b="1" dirty="0" err="1"/>
              <a:t>input</a:t>
            </a:r>
            <a:r>
              <a:rPr lang="pl-PL" sz="1350" b="1" dirty="0"/>
              <a:t> </a:t>
            </a:r>
            <a:r>
              <a:rPr lang="pl-PL" sz="1350" b="1" dirty="0" err="1"/>
              <a:t>layer</a:t>
            </a:r>
            <a:r>
              <a:rPr lang="pl-PL" sz="1350" b="1" dirty="0"/>
              <a:t>), </a:t>
            </a:r>
          </a:p>
          <a:p>
            <a:r>
              <a:rPr lang="pl-PL" sz="1350" b="1" dirty="0"/>
              <a:t>warstwy ukrytej (</a:t>
            </a:r>
            <a:r>
              <a:rPr lang="pl-PL" sz="1350" b="1" dirty="0" err="1"/>
              <a:t>hidden</a:t>
            </a:r>
            <a:r>
              <a:rPr lang="pl-PL" sz="1350" b="1" dirty="0"/>
              <a:t> </a:t>
            </a:r>
            <a:r>
              <a:rPr lang="pl-PL" sz="1350" b="1" dirty="0" err="1"/>
              <a:t>layer</a:t>
            </a:r>
            <a:r>
              <a:rPr lang="pl-PL" sz="1350" b="1" dirty="0"/>
              <a:t>), </a:t>
            </a:r>
          </a:p>
          <a:p>
            <a:r>
              <a:rPr lang="pl-PL" sz="1350" dirty="0"/>
              <a:t>oraz </a:t>
            </a:r>
            <a:r>
              <a:rPr lang="pl-PL" sz="1350" b="1" dirty="0"/>
              <a:t>warstwy wyjścia (</a:t>
            </a:r>
            <a:r>
              <a:rPr lang="pl-PL" sz="1350" b="1" dirty="0" err="1"/>
              <a:t>output</a:t>
            </a:r>
            <a:r>
              <a:rPr lang="pl-PL" sz="1350" b="1" dirty="0"/>
              <a:t> </a:t>
            </a:r>
            <a:r>
              <a:rPr lang="pl-PL" sz="1350" b="1" dirty="0" err="1"/>
              <a:t>layer</a:t>
            </a:r>
            <a:r>
              <a:rPr lang="pl-PL" sz="1350" b="1" dirty="0"/>
              <a:t>)</a:t>
            </a:r>
          </a:p>
          <a:p>
            <a:endParaRPr lang="pl-PL" sz="1350" dirty="0"/>
          </a:p>
        </p:txBody>
      </p:sp>
    </p:spTree>
    <p:extLst>
      <p:ext uri="{BB962C8B-B14F-4D97-AF65-F5344CB8AC3E}">
        <p14:creationId xmlns:p14="http://schemas.microsoft.com/office/powerpoint/2010/main" val="244347845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50CE6B-30B4-9389-60B3-EF9ACFC72C42}"/>
            </a:ext>
          </a:extLst>
        </p:cNvPr>
        <p:cNvGrpSpPr/>
        <p:nvPr/>
      </p:nvGrpSpPr>
      <p:grpSpPr>
        <a:xfrm>
          <a:off x="0" y="0"/>
          <a:ext cx="0" cy="0"/>
          <a:chOff x="0" y="0"/>
          <a:chExt cx="0" cy="0"/>
        </a:xfrm>
      </p:grpSpPr>
      <p:sp>
        <p:nvSpPr>
          <p:cNvPr id="2" name="Tytuł 1">
            <a:extLst>
              <a:ext uri="{FF2B5EF4-FFF2-40B4-BE49-F238E27FC236}">
                <a16:creationId xmlns:a16="http://schemas.microsoft.com/office/drawing/2014/main" id="{1F4990CC-5079-79B2-07BE-5B225A45F398}"/>
              </a:ext>
            </a:extLst>
          </p:cNvPr>
          <p:cNvSpPr>
            <a:spLocks noGrp="1"/>
          </p:cNvSpPr>
          <p:nvPr>
            <p:ph type="title"/>
          </p:nvPr>
        </p:nvSpPr>
        <p:spPr/>
        <p:txBody>
          <a:bodyPr/>
          <a:lstStyle/>
          <a:p>
            <a:r>
              <a:rPr lang="pl-PL" dirty="0"/>
              <a:t>Sieci neuronowe</a:t>
            </a:r>
          </a:p>
        </p:txBody>
      </p:sp>
      <p:sp>
        <p:nvSpPr>
          <p:cNvPr id="3" name="Symbol zastępczy daty 2">
            <a:extLst>
              <a:ext uri="{FF2B5EF4-FFF2-40B4-BE49-F238E27FC236}">
                <a16:creationId xmlns:a16="http://schemas.microsoft.com/office/drawing/2014/main" id="{C4D442EE-A6B9-E24C-67C4-B1B3F2A9B6AA}"/>
              </a:ext>
            </a:extLst>
          </p:cNvPr>
          <p:cNvSpPr>
            <a:spLocks noGrp="1"/>
          </p:cNvSpPr>
          <p:nvPr>
            <p:ph type="dt" sz="half" idx="10"/>
          </p:nvPr>
        </p:nvSpPr>
        <p:spPr/>
        <p:txBody>
          <a:bodyPr/>
          <a:lstStyle/>
          <a:p>
            <a:pPr rtl="0"/>
            <a:fld id="{98A70DB5-3B74-47E3-90B3-6FF4DAF5961C}" type="datetime1">
              <a:rPr lang="pl-PL" smtClean="0"/>
              <a:t>13.10.2026</a:t>
            </a:fld>
            <a:endParaRPr lang="en-US" dirty="0"/>
          </a:p>
        </p:txBody>
      </p:sp>
      <p:pic>
        <p:nvPicPr>
          <p:cNvPr id="5" name="Obraz 4">
            <a:extLst>
              <a:ext uri="{FF2B5EF4-FFF2-40B4-BE49-F238E27FC236}">
                <a16:creationId xmlns:a16="http://schemas.microsoft.com/office/drawing/2014/main" id="{935B0E8F-430F-8554-4419-04276B50B2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73573" y="1692480"/>
            <a:ext cx="4581443" cy="2200298"/>
          </a:xfrm>
          <a:prstGeom prst="rect">
            <a:avLst/>
          </a:prstGeom>
        </p:spPr>
      </p:pic>
      <p:sp>
        <p:nvSpPr>
          <p:cNvPr id="7" name="pole tekstowe 6">
            <a:extLst>
              <a:ext uri="{FF2B5EF4-FFF2-40B4-BE49-F238E27FC236}">
                <a16:creationId xmlns:a16="http://schemas.microsoft.com/office/drawing/2014/main" id="{BE8CCFCA-99D0-4A41-A747-47F38C666051}"/>
              </a:ext>
            </a:extLst>
          </p:cNvPr>
          <p:cNvSpPr txBox="1"/>
          <p:nvPr/>
        </p:nvSpPr>
        <p:spPr>
          <a:xfrm>
            <a:off x="499728" y="1747085"/>
            <a:ext cx="4021938" cy="2585323"/>
          </a:xfrm>
          <a:prstGeom prst="rect">
            <a:avLst/>
          </a:prstGeom>
          <a:noFill/>
        </p:spPr>
        <p:txBody>
          <a:bodyPr wrap="square">
            <a:spAutoFit/>
          </a:bodyPr>
          <a:lstStyle/>
          <a:p>
            <a:r>
              <a:rPr lang="pl-PL" sz="1350" b="1" dirty="0"/>
              <a:t>Sieć neuronowa </a:t>
            </a:r>
            <a:r>
              <a:rPr lang="pl-PL" sz="1350" dirty="0"/>
              <a:t>to statystyczny model obliczeniowy stosowany w uczeniu maszynowym. </a:t>
            </a:r>
          </a:p>
          <a:p>
            <a:endParaRPr lang="pl-PL" sz="1350" dirty="0"/>
          </a:p>
          <a:p>
            <a:r>
              <a:rPr lang="pl-PL" sz="1350" dirty="0"/>
              <a:t>Można o nim myśleć jak o systemie połączonych synapsami neuronów, które przesyłają między sobą impulsy (dane). </a:t>
            </a:r>
          </a:p>
          <a:p>
            <a:endParaRPr lang="pl-PL" sz="1350" dirty="0"/>
          </a:p>
          <a:p>
            <a:r>
              <a:rPr lang="pl-PL" sz="1350" dirty="0"/>
              <a:t>Sieć neuronowa składa się z trzech warstw: </a:t>
            </a:r>
          </a:p>
          <a:p>
            <a:r>
              <a:rPr lang="pl-PL" sz="1350" b="1" dirty="0"/>
              <a:t>warstwy wejścia (</a:t>
            </a:r>
            <a:r>
              <a:rPr lang="pl-PL" sz="1350" b="1" dirty="0" err="1"/>
              <a:t>input</a:t>
            </a:r>
            <a:r>
              <a:rPr lang="pl-PL" sz="1350" b="1" dirty="0"/>
              <a:t> </a:t>
            </a:r>
            <a:r>
              <a:rPr lang="pl-PL" sz="1350" b="1" dirty="0" err="1"/>
              <a:t>layer</a:t>
            </a:r>
            <a:r>
              <a:rPr lang="pl-PL" sz="1350" b="1" dirty="0"/>
              <a:t>), </a:t>
            </a:r>
          </a:p>
          <a:p>
            <a:r>
              <a:rPr lang="pl-PL" sz="1350" b="1" dirty="0"/>
              <a:t>warstwy ukrytej (</a:t>
            </a:r>
            <a:r>
              <a:rPr lang="pl-PL" sz="1350" b="1" dirty="0" err="1"/>
              <a:t>hidden</a:t>
            </a:r>
            <a:r>
              <a:rPr lang="pl-PL" sz="1350" b="1" dirty="0"/>
              <a:t> </a:t>
            </a:r>
            <a:r>
              <a:rPr lang="pl-PL" sz="1350" b="1" dirty="0" err="1"/>
              <a:t>layer</a:t>
            </a:r>
            <a:r>
              <a:rPr lang="pl-PL" sz="1350" b="1" dirty="0"/>
              <a:t>), </a:t>
            </a:r>
          </a:p>
          <a:p>
            <a:r>
              <a:rPr lang="pl-PL" sz="1350" dirty="0"/>
              <a:t>oraz </a:t>
            </a:r>
            <a:r>
              <a:rPr lang="pl-PL" sz="1350" b="1" dirty="0"/>
              <a:t>warstwy wyjścia (</a:t>
            </a:r>
            <a:r>
              <a:rPr lang="pl-PL" sz="1350" b="1" dirty="0" err="1"/>
              <a:t>output</a:t>
            </a:r>
            <a:r>
              <a:rPr lang="pl-PL" sz="1350" b="1" dirty="0"/>
              <a:t> </a:t>
            </a:r>
            <a:r>
              <a:rPr lang="pl-PL" sz="1350" b="1" dirty="0" err="1"/>
              <a:t>layer</a:t>
            </a:r>
            <a:r>
              <a:rPr lang="pl-PL" sz="1350" b="1" dirty="0"/>
              <a:t>)</a:t>
            </a:r>
          </a:p>
          <a:p>
            <a:endParaRPr lang="pl-PL" sz="1350" dirty="0"/>
          </a:p>
        </p:txBody>
      </p:sp>
      <mc:AlternateContent xmlns:mc="http://schemas.openxmlformats.org/markup-compatibility/2006" xmlns:p14="http://schemas.microsoft.com/office/powerpoint/2010/main">
        <mc:Choice Requires="p14">
          <p:contentPart p14:bwMode="auto" r:id="rId3">
            <p14:nvContentPartPr>
              <p14:cNvPr id="4" name="Pismo odręczne 3">
                <a:extLst>
                  <a:ext uri="{FF2B5EF4-FFF2-40B4-BE49-F238E27FC236}">
                    <a16:creationId xmlns:a16="http://schemas.microsoft.com/office/drawing/2014/main" id="{A4C40B00-8046-D520-11C8-499051F303ED}"/>
                  </a:ext>
                </a:extLst>
              </p14:cNvPr>
              <p14:cNvContentPartPr/>
              <p14:nvPr/>
            </p14:nvContentPartPr>
            <p14:xfrm>
              <a:off x="461880" y="104760"/>
              <a:ext cx="8677800" cy="4563000"/>
            </p14:xfrm>
          </p:contentPart>
        </mc:Choice>
        <mc:Fallback xmlns="">
          <p:pic>
            <p:nvPicPr>
              <p:cNvPr id="4" name="Pismo odręczne 3">
                <a:extLst>
                  <a:ext uri="{FF2B5EF4-FFF2-40B4-BE49-F238E27FC236}">
                    <a16:creationId xmlns:a16="http://schemas.microsoft.com/office/drawing/2014/main" id="{A4C40B00-8046-D520-11C8-499051F303ED}"/>
                  </a:ext>
                </a:extLst>
              </p:cNvPr>
              <p:cNvPicPr/>
              <p:nvPr/>
            </p:nvPicPr>
            <p:blipFill>
              <a:blip r:embed="rId4"/>
              <a:stretch>
                <a:fillRect/>
              </a:stretch>
            </p:blipFill>
            <p:spPr>
              <a:xfrm>
                <a:off x="452520" y="95400"/>
                <a:ext cx="8696520" cy="4581720"/>
              </a:xfrm>
              <a:prstGeom prst="rect">
                <a:avLst/>
              </a:prstGeom>
            </p:spPr>
          </p:pic>
        </mc:Fallback>
      </mc:AlternateContent>
    </p:spTree>
    <p:extLst>
      <p:ext uri="{BB962C8B-B14F-4D97-AF65-F5344CB8AC3E}">
        <p14:creationId xmlns:p14="http://schemas.microsoft.com/office/powerpoint/2010/main" val="90535006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tekstu 1">
            <a:extLst>
              <a:ext uri="{FF2B5EF4-FFF2-40B4-BE49-F238E27FC236}">
                <a16:creationId xmlns:a16="http://schemas.microsoft.com/office/drawing/2014/main" id="{22A2F41D-9135-470C-A491-27B2FA525CB3}"/>
              </a:ext>
            </a:extLst>
          </p:cNvPr>
          <p:cNvSpPr>
            <a:spLocks noGrp="1"/>
          </p:cNvSpPr>
          <p:nvPr>
            <p:ph type="body" sz="quarter" idx="25"/>
          </p:nvPr>
        </p:nvSpPr>
        <p:spPr/>
        <p:txBody>
          <a:bodyPr/>
          <a:lstStyle/>
          <a:p>
            <a:r>
              <a:rPr lang="pl-PL" dirty="0"/>
              <a:t>Głębokie uczenie (</a:t>
            </a:r>
            <a:r>
              <a:rPr lang="pl-PL" dirty="0" err="1"/>
              <a:t>Deep</a:t>
            </a:r>
            <a:r>
              <a:rPr lang="pl-PL" dirty="0"/>
              <a:t> Learning)</a:t>
            </a:r>
          </a:p>
        </p:txBody>
      </p:sp>
      <p:sp>
        <p:nvSpPr>
          <p:cNvPr id="3" name="Symbol zastępczy tekstu 2">
            <a:extLst>
              <a:ext uri="{FF2B5EF4-FFF2-40B4-BE49-F238E27FC236}">
                <a16:creationId xmlns:a16="http://schemas.microsoft.com/office/drawing/2014/main" id="{18F6BE37-BEAA-43A7-9FED-2A8F290CF2F8}"/>
              </a:ext>
            </a:extLst>
          </p:cNvPr>
          <p:cNvSpPr>
            <a:spLocks noGrp="1"/>
          </p:cNvSpPr>
          <p:nvPr>
            <p:ph type="body" sz="quarter" idx="27"/>
          </p:nvPr>
        </p:nvSpPr>
        <p:spPr>
          <a:xfrm>
            <a:off x="302559" y="853640"/>
            <a:ext cx="8767482" cy="3913622"/>
          </a:xfrm>
        </p:spPr>
        <p:txBody>
          <a:bodyPr/>
          <a:lstStyle/>
          <a:p>
            <a:pPr marL="0" indent="0">
              <a:buNone/>
            </a:pPr>
            <a:r>
              <a:rPr lang="pl-PL" dirty="0"/>
              <a:t>Uczenie głębokie jest dziedziną uczenia maszynowego: nowym sposobem uczenia się reprezentacji na podstawie danych, który kładzie nacisk na uczenie kolejnych warstw coraz lepszych reprezentacji. </a:t>
            </a:r>
          </a:p>
          <a:p>
            <a:pPr marL="0" indent="0">
              <a:buNone/>
            </a:pPr>
            <a:r>
              <a:rPr lang="pl-PL" dirty="0"/>
              <a:t>Głębia uczenia głębokiego nie odwołuje się do żadnego głębokiego rozumienia osiąganego przez tę technikę — głębią jest tworzenie wielowarstwowej</a:t>
            </a:r>
          </a:p>
          <a:p>
            <a:pPr marL="0" indent="0">
              <a:buNone/>
            </a:pPr>
            <a:r>
              <a:rPr lang="pl-PL" dirty="0"/>
              <a:t>reprezentacji danych. </a:t>
            </a:r>
          </a:p>
          <a:p>
            <a:pPr marL="0" indent="0">
              <a:buNone/>
            </a:pPr>
            <a:r>
              <a:rPr lang="pl-PL" dirty="0"/>
              <a:t>Głębokością modelu określamy liczbę warstw modelu danych. Uczenie głębokie mogłoby również nazywać się uczeniem reprezentacji warstwowych</a:t>
            </a:r>
          </a:p>
          <a:p>
            <a:pPr marL="0" indent="0">
              <a:buNone/>
            </a:pPr>
            <a:r>
              <a:rPr lang="pl-PL" dirty="0"/>
              <a:t>i uczeniem reprezentacji hierarchicznych. </a:t>
            </a:r>
          </a:p>
          <a:p>
            <a:pPr marL="0" indent="0">
              <a:buNone/>
            </a:pPr>
            <a:r>
              <a:rPr lang="pl-PL" dirty="0"/>
              <a:t>Współcześnie uczenie głębokie polega na tworzeniu dziesiątek, a nawet setek kolejnych warstw reprezentacji — wszystkie warstwy są uczone na podstawie danych treningowych. W innych technikach uczenia maszynowego skupia się zwykle na tworzeniu jedno- lub dwuwarstwowej reprezentacji danych, a więc czasami określa się je mianem uczenia płytkiego.</a:t>
            </a:r>
          </a:p>
        </p:txBody>
      </p:sp>
    </p:spTree>
    <p:extLst>
      <p:ext uri="{BB962C8B-B14F-4D97-AF65-F5344CB8AC3E}">
        <p14:creationId xmlns:p14="http://schemas.microsoft.com/office/powerpoint/2010/main" val="234221304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tekstu 1">
            <a:extLst>
              <a:ext uri="{FF2B5EF4-FFF2-40B4-BE49-F238E27FC236}">
                <a16:creationId xmlns:a16="http://schemas.microsoft.com/office/drawing/2014/main" id="{24036E87-344B-44D4-820F-3194115D2170}"/>
              </a:ext>
            </a:extLst>
          </p:cNvPr>
          <p:cNvSpPr>
            <a:spLocks noGrp="1"/>
          </p:cNvSpPr>
          <p:nvPr>
            <p:ph type="body" sz="quarter" idx="25"/>
          </p:nvPr>
        </p:nvSpPr>
        <p:spPr/>
        <p:txBody>
          <a:bodyPr/>
          <a:lstStyle/>
          <a:p>
            <a:endParaRPr lang="pl-PL"/>
          </a:p>
        </p:txBody>
      </p:sp>
      <p:sp>
        <p:nvSpPr>
          <p:cNvPr id="3" name="Symbol zastępczy tekstu 2">
            <a:extLst>
              <a:ext uri="{FF2B5EF4-FFF2-40B4-BE49-F238E27FC236}">
                <a16:creationId xmlns:a16="http://schemas.microsoft.com/office/drawing/2014/main" id="{3DB36D77-7BED-4A62-9B98-1DEFF441029B}"/>
              </a:ext>
            </a:extLst>
          </p:cNvPr>
          <p:cNvSpPr>
            <a:spLocks noGrp="1"/>
          </p:cNvSpPr>
          <p:nvPr>
            <p:ph type="body" sz="quarter" idx="27"/>
          </p:nvPr>
        </p:nvSpPr>
        <p:spPr>
          <a:xfrm>
            <a:off x="457200" y="1267261"/>
            <a:ext cx="8235950" cy="2608978"/>
          </a:xfrm>
        </p:spPr>
        <p:txBody>
          <a:bodyPr/>
          <a:lstStyle/>
          <a:p>
            <a:pPr marL="0" indent="0">
              <a:buNone/>
            </a:pPr>
            <a:r>
              <a:rPr lang="pl-PL" dirty="0"/>
              <a:t>W przypadku uczenia głębokiego wielowarstwowe reprezentacje danych są prawie zawsze tworzone za pomocą modeli określanych mianem sieci neuronowych. Sieci te składają się z wielu warstw neuronów. Termin sieć neuronowa odwołuje się do neurobiologii, ale pomimo tego, że niektóre koncepcje uczenia głębokiego wywodzą się z inspiracji działaniem naszego mózgu, modele uczenia głębokiego nie odzwierciedlają jego pracy. Nie ma żadnych dowodów na to, że mózg jest implementacją jakiegokolwiek współczesnego modelu uczenia głębokiego.</a:t>
            </a:r>
          </a:p>
        </p:txBody>
      </p:sp>
    </p:spTree>
    <p:extLst>
      <p:ext uri="{BB962C8B-B14F-4D97-AF65-F5344CB8AC3E}">
        <p14:creationId xmlns:p14="http://schemas.microsoft.com/office/powerpoint/2010/main" val="420629894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tekstu 1">
            <a:extLst>
              <a:ext uri="{FF2B5EF4-FFF2-40B4-BE49-F238E27FC236}">
                <a16:creationId xmlns:a16="http://schemas.microsoft.com/office/drawing/2014/main" id="{90FEA26C-17E7-4164-8914-CD6C6CFDFF43}"/>
              </a:ext>
            </a:extLst>
          </p:cNvPr>
          <p:cNvSpPr>
            <a:spLocks noGrp="1"/>
          </p:cNvSpPr>
          <p:nvPr>
            <p:ph type="body" sz="quarter" idx="25"/>
          </p:nvPr>
        </p:nvSpPr>
        <p:spPr/>
        <p:txBody>
          <a:bodyPr/>
          <a:lstStyle/>
          <a:p>
            <a:r>
              <a:rPr lang="pl-PL" dirty="0"/>
              <a:t>Uczenie głębokie vs uczenie maszynowe</a:t>
            </a:r>
          </a:p>
        </p:txBody>
      </p:sp>
      <p:sp>
        <p:nvSpPr>
          <p:cNvPr id="5" name="pole tekstowe 4">
            <a:extLst>
              <a:ext uri="{FF2B5EF4-FFF2-40B4-BE49-F238E27FC236}">
                <a16:creationId xmlns:a16="http://schemas.microsoft.com/office/drawing/2014/main" id="{241B10CB-8EA3-4E95-BAA5-950FFB6A6D23}"/>
              </a:ext>
            </a:extLst>
          </p:cNvPr>
          <p:cNvSpPr txBox="1"/>
          <p:nvPr/>
        </p:nvSpPr>
        <p:spPr>
          <a:xfrm>
            <a:off x="564776" y="1636770"/>
            <a:ext cx="4572000" cy="2031325"/>
          </a:xfrm>
          <a:prstGeom prst="rect">
            <a:avLst/>
          </a:prstGeom>
          <a:noFill/>
        </p:spPr>
        <p:txBody>
          <a:bodyPr wrap="square">
            <a:spAutoFit/>
          </a:bodyPr>
          <a:lstStyle/>
          <a:p>
            <a:r>
              <a:rPr lang="pl-PL" dirty="0"/>
              <a:t>Jak możemy zobaczyć na powyższym diagramie, uczenie głębokie jest poddziedziną uczenia maszynowego. Podstawowym czynnikiem wyróżniającym </a:t>
            </a:r>
            <a:r>
              <a:rPr lang="pl-PL" dirty="0" err="1"/>
              <a:t>deep</a:t>
            </a:r>
            <a:r>
              <a:rPr lang="pl-PL" dirty="0"/>
              <a:t> learning jest to, że proces uczenia nie wymaga kontroli człowieka, czyli zachodzi w sposób nienadzorowany.</a:t>
            </a:r>
          </a:p>
        </p:txBody>
      </p:sp>
      <p:pic>
        <p:nvPicPr>
          <p:cNvPr id="7" name="Obraz 6">
            <a:extLst>
              <a:ext uri="{FF2B5EF4-FFF2-40B4-BE49-F238E27FC236}">
                <a16:creationId xmlns:a16="http://schemas.microsoft.com/office/drawing/2014/main" id="{DF8DE51C-62F9-4CF7-8DE9-A2FFEFED2E23}"/>
              </a:ext>
            </a:extLst>
          </p:cNvPr>
          <p:cNvPicPr>
            <a:picLocks noChangeAspect="1"/>
          </p:cNvPicPr>
          <p:nvPr/>
        </p:nvPicPr>
        <p:blipFill rotWithShape="1">
          <a:blip r:embed="rId3"/>
          <a:srcRect l="25220" t="37308" r="52868" b="25904"/>
          <a:stretch/>
        </p:blipFill>
        <p:spPr>
          <a:xfrm>
            <a:off x="5298140" y="1169893"/>
            <a:ext cx="3281084" cy="2983805"/>
          </a:xfrm>
          <a:prstGeom prst="rect">
            <a:avLst/>
          </a:prstGeom>
        </p:spPr>
      </p:pic>
    </p:spTree>
    <p:extLst>
      <p:ext uri="{BB962C8B-B14F-4D97-AF65-F5344CB8AC3E}">
        <p14:creationId xmlns:p14="http://schemas.microsoft.com/office/powerpoint/2010/main" val="402306135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tekstu 1">
            <a:extLst>
              <a:ext uri="{FF2B5EF4-FFF2-40B4-BE49-F238E27FC236}">
                <a16:creationId xmlns:a16="http://schemas.microsoft.com/office/drawing/2014/main" id="{438A2B4D-29A1-4445-BC90-6CD8626D09BF}"/>
              </a:ext>
            </a:extLst>
          </p:cNvPr>
          <p:cNvSpPr>
            <a:spLocks noGrp="1"/>
          </p:cNvSpPr>
          <p:nvPr>
            <p:ph type="body" sz="quarter" idx="25"/>
          </p:nvPr>
        </p:nvSpPr>
        <p:spPr/>
        <p:txBody>
          <a:bodyPr/>
          <a:lstStyle/>
          <a:p>
            <a:endParaRPr lang="pl-PL"/>
          </a:p>
        </p:txBody>
      </p:sp>
      <p:sp>
        <p:nvSpPr>
          <p:cNvPr id="3" name="Symbol zastępczy tekstu 2">
            <a:extLst>
              <a:ext uri="{FF2B5EF4-FFF2-40B4-BE49-F238E27FC236}">
                <a16:creationId xmlns:a16="http://schemas.microsoft.com/office/drawing/2014/main" id="{57B9F873-014D-48BA-B095-505BE9D1839D}"/>
              </a:ext>
            </a:extLst>
          </p:cNvPr>
          <p:cNvSpPr>
            <a:spLocks noGrp="1"/>
          </p:cNvSpPr>
          <p:nvPr>
            <p:ph type="body" sz="quarter" idx="27"/>
          </p:nvPr>
        </p:nvSpPr>
        <p:spPr>
          <a:xfrm>
            <a:off x="457200" y="853640"/>
            <a:ext cx="8235950" cy="1822325"/>
          </a:xfrm>
        </p:spPr>
        <p:txBody>
          <a:bodyPr/>
          <a:lstStyle/>
          <a:p>
            <a:pPr marL="0" indent="0">
              <a:buNone/>
            </a:pPr>
            <a:r>
              <a:rPr lang="pl-PL" dirty="0"/>
              <a:t>Ze względu na elastyczność technik uczenia głębokiego i różnorodność struktur sieci neuronowych, uczenie głębokie ma najszersze zastosowanie spośród technik uczenia maszynowego i może z powodzeniem rozwiązywać problemy, do których dotychczas aplikowane były klasyczne metody. W tym miejscu należałoby jednak rozważyć, czy potencjalne korzyści z zastąpienia oraz dłuższy czas nauki modelu, rekompensują koszty. </a:t>
            </a:r>
          </a:p>
        </p:txBody>
      </p:sp>
      <p:pic>
        <p:nvPicPr>
          <p:cNvPr id="5" name="Obraz 4">
            <a:extLst>
              <a:ext uri="{FF2B5EF4-FFF2-40B4-BE49-F238E27FC236}">
                <a16:creationId xmlns:a16="http://schemas.microsoft.com/office/drawing/2014/main" id="{0909F2B8-2B57-4634-B155-D203D5856444}"/>
              </a:ext>
            </a:extLst>
          </p:cNvPr>
          <p:cNvPicPr>
            <a:picLocks noChangeAspect="1"/>
          </p:cNvPicPr>
          <p:nvPr/>
        </p:nvPicPr>
        <p:blipFill rotWithShape="1">
          <a:blip r:embed="rId2"/>
          <a:srcRect l="9559" t="35407" r="37206" b="21154"/>
          <a:stretch/>
        </p:blipFill>
        <p:spPr>
          <a:xfrm>
            <a:off x="1183340" y="2571750"/>
            <a:ext cx="5654489" cy="2499222"/>
          </a:xfrm>
          <a:prstGeom prst="rect">
            <a:avLst/>
          </a:prstGeom>
        </p:spPr>
      </p:pic>
    </p:spTree>
    <p:extLst>
      <p:ext uri="{BB962C8B-B14F-4D97-AF65-F5344CB8AC3E}">
        <p14:creationId xmlns:p14="http://schemas.microsoft.com/office/powerpoint/2010/main" val="277289482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tekstu 1">
            <a:extLst>
              <a:ext uri="{FF2B5EF4-FFF2-40B4-BE49-F238E27FC236}">
                <a16:creationId xmlns:a16="http://schemas.microsoft.com/office/drawing/2014/main" id="{3A7568E0-D0E9-4DC0-9F9E-62BDA2D5F452}"/>
              </a:ext>
            </a:extLst>
          </p:cNvPr>
          <p:cNvSpPr>
            <a:spLocks noGrp="1"/>
          </p:cNvSpPr>
          <p:nvPr>
            <p:ph type="body" sz="quarter" idx="25"/>
          </p:nvPr>
        </p:nvSpPr>
        <p:spPr/>
        <p:txBody>
          <a:bodyPr/>
          <a:lstStyle/>
          <a:p>
            <a:endParaRPr lang="pl-PL"/>
          </a:p>
        </p:txBody>
      </p:sp>
      <p:pic>
        <p:nvPicPr>
          <p:cNvPr id="5" name="Obraz 4">
            <a:extLst>
              <a:ext uri="{FF2B5EF4-FFF2-40B4-BE49-F238E27FC236}">
                <a16:creationId xmlns:a16="http://schemas.microsoft.com/office/drawing/2014/main" id="{1782E05D-7116-49B3-83AA-8D4629704B98}"/>
              </a:ext>
            </a:extLst>
          </p:cNvPr>
          <p:cNvPicPr>
            <a:picLocks noChangeAspect="1"/>
          </p:cNvPicPr>
          <p:nvPr/>
        </p:nvPicPr>
        <p:blipFill rotWithShape="1">
          <a:blip r:embed="rId2"/>
          <a:srcRect l="12941" t="35814" r="44706" b="28891"/>
          <a:stretch/>
        </p:blipFill>
        <p:spPr>
          <a:xfrm>
            <a:off x="1055592" y="1539874"/>
            <a:ext cx="4572001" cy="2063752"/>
          </a:xfrm>
          <a:prstGeom prst="rect">
            <a:avLst/>
          </a:prstGeom>
        </p:spPr>
      </p:pic>
      <p:sp>
        <p:nvSpPr>
          <p:cNvPr id="7" name="pole tekstowe 6">
            <a:extLst>
              <a:ext uri="{FF2B5EF4-FFF2-40B4-BE49-F238E27FC236}">
                <a16:creationId xmlns:a16="http://schemas.microsoft.com/office/drawing/2014/main" id="{05FF6293-AA8F-43D3-A758-4145D17DCD99}"/>
              </a:ext>
            </a:extLst>
          </p:cNvPr>
          <p:cNvSpPr txBox="1"/>
          <p:nvPr/>
        </p:nvSpPr>
        <p:spPr>
          <a:xfrm>
            <a:off x="1055591" y="3794997"/>
            <a:ext cx="6763873" cy="369332"/>
          </a:xfrm>
          <a:prstGeom prst="rect">
            <a:avLst/>
          </a:prstGeom>
          <a:noFill/>
        </p:spPr>
        <p:txBody>
          <a:bodyPr wrap="square">
            <a:spAutoFit/>
          </a:bodyPr>
          <a:lstStyle/>
          <a:p>
            <a:r>
              <a:rPr lang="pl-PL" dirty="0"/>
              <a:t>Głęboka sieć neuronowa klasyfikująca cyfry</a:t>
            </a:r>
          </a:p>
        </p:txBody>
      </p:sp>
    </p:spTree>
    <p:extLst>
      <p:ext uri="{BB962C8B-B14F-4D97-AF65-F5344CB8AC3E}">
        <p14:creationId xmlns:p14="http://schemas.microsoft.com/office/powerpoint/2010/main" val="108287746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tekstu 1">
            <a:extLst>
              <a:ext uri="{FF2B5EF4-FFF2-40B4-BE49-F238E27FC236}">
                <a16:creationId xmlns:a16="http://schemas.microsoft.com/office/drawing/2014/main" id="{480F4A67-D23C-480F-BF0C-8CCF216B0AF2}"/>
              </a:ext>
            </a:extLst>
          </p:cNvPr>
          <p:cNvSpPr>
            <a:spLocks noGrp="1"/>
          </p:cNvSpPr>
          <p:nvPr>
            <p:ph type="body" sz="quarter" idx="25"/>
          </p:nvPr>
        </p:nvSpPr>
        <p:spPr/>
        <p:txBody>
          <a:bodyPr/>
          <a:lstStyle/>
          <a:p>
            <a:endParaRPr lang="pl-PL"/>
          </a:p>
        </p:txBody>
      </p:sp>
      <p:sp>
        <p:nvSpPr>
          <p:cNvPr id="5" name="pole tekstowe 4">
            <a:extLst>
              <a:ext uri="{FF2B5EF4-FFF2-40B4-BE49-F238E27FC236}">
                <a16:creationId xmlns:a16="http://schemas.microsoft.com/office/drawing/2014/main" id="{2D053AEF-2432-4A78-8EBF-F214BBE8B2DE}"/>
              </a:ext>
            </a:extLst>
          </p:cNvPr>
          <p:cNvSpPr txBox="1"/>
          <p:nvPr/>
        </p:nvSpPr>
        <p:spPr>
          <a:xfrm>
            <a:off x="457200" y="863590"/>
            <a:ext cx="8424582" cy="1477328"/>
          </a:xfrm>
          <a:prstGeom prst="rect">
            <a:avLst/>
          </a:prstGeom>
          <a:noFill/>
        </p:spPr>
        <p:txBody>
          <a:bodyPr wrap="square">
            <a:spAutoFit/>
          </a:bodyPr>
          <a:lstStyle/>
          <a:p>
            <a:r>
              <a:rPr lang="pl-PL" dirty="0"/>
              <a:t>Sieć przekształca obraz cyfry na reprezentacje, które coraz bardziej odbiegają od początkowego obrazu i są coraz bardziej zbliżone do wyjściowej formy danych. Działanie sieci głębokiej można traktować jako wieloetapową operację destylacji informacji, podczas której informacje przechodząc przez kolejne filtry, stają się coraz bardziej czyste (przydatne do wykonania określonego zadania).</a:t>
            </a:r>
          </a:p>
        </p:txBody>
      </p:sp>
      <p:pic>
        <p:nvPicPr>
          <p:cNvPr id="7" name="Obraz 6">
            <a:extLst>
              <a:ext uri="{FF2B5EF4-FFF2-40B4-BE49-F238E27FC236}">
                <a16:creationId xmlns:a16="http://schemas.microsoft.com/office/drawing/2014/main" id="{68B5B911-B671-4296-93CE-A11C75B1A048}"/>
              </a:ext>
            </a:extLst>
          </p:cNvPr>
          <p:cNvPicPr>
            <a:picLocks noChangeAspect="1"/>
          </p:cNvPicPr>
          <p:nvPr/>
        </p:nvPicPr>
        <p:blipFill rotWithShape="1">
          <a:blip r:embed="rId2"/>
          <a:srcRect l="13751" t="29977" r="29337" b="15513"/>
          <a:stretch/>
        </p:blipFill>
        <p:spPr>
          <a:xfrm>
            <a:off x="1613647" y="2402642"/>
            <a:ext cx="5204012" cy="2699882"/>
          </a:xfrm>
          <a:prstGeom prst="rect">
            <a:avLst/>
          </a:prstGeom>
        </p:spPr>
      </p:pic>
    </p:spTree>
    <p:extLst>
      <p:ext uri="{BB962C8B-B14F-4D97-AF65-F5344CB8AC3E}">
        <p14:creationId xmlns:p14="http://schemas.microsoft.com/office/powerpoint/2010/main" val="228594587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06773E0F-FBB3-4380-A763-CAD1653AB0D4}"/>
              </a:ext>
            </a:extLst>
          </p:cNvPr>
          <p:cNvSpPr>
            <a:spLocks noGrp="1"/>
          </p:cNvSpPr>
          <p:nvPr>
            <p:ph type="title"/>
          </p:nvPr>
        </p:nvSpPr>
        <p:spPr/>
        <p:txBody>
          <a:bodyPr/>
          <a:lstStyle/>
          <a:p>
            <a:r>
              <a:rPr lang="pl-PL" dirty="0"/>
              <a:t>Sieci neuronowe</a:t>
            </a:r>
          </a:p>
        </p:txBody>
      </p:sp>
      <p:sp>
        <p:nvSpPr>
          <p:cNvPr id="3" name="Symbol zastępczy daty 2">
            <a:extLst>
              <a:ext uri="{FF2B5EF4-FFF2-40B4-BE49-F238E27FC236}">
                <a16:creationId xmlns:a16="http://schemas.microsoft.com/office/drawing/2014/main" id="{D34BE888-0F05-4BAF-949B-63F4C540C1D7}"/>
              </a:ext>
            </a:extLst>
          </p:cNvPr>
          <p:cNvSpPr>
            <a:spLocks noGrp="1"/>
          </p:cNvSpPr>
          <p:nvPr>
            <p:ph type="dt" sz="half" idx="10"/>
          </p:nvPr>
        </p:nvSpPr>
        <p:spPr/>
        <p:txBody>
          <a:bodyPr/>
          <a:lstStyle/>
          <a:p>
            <a:pPr rtl="0"/>
            <a:fld id="{98A70DB5-3B74-47E3-90B3-6FF4DAF5961C}" type="datetime1">
              <a:rPr lang="pl-PL" smtClean="0"/>
              <a:t>13.10.2026</a:t>
            </a:fld>
            <a:endParaRPr lang="en-US" dirty="0"/>
          </a:p>
        </p:txBody>
      </p:sp>
      <p:sp>
        <p:nvSpPr>
          <p:cNvPr id="5" name="pole tekstowe 4">
            <a:extLst>
              <a:ext uri="{FF2B5EF4-FFF2-40B4-BE49-F238E27FC236}">
                <a16:creationId xmlns:a16="http://schemas.microsoft.com/office/drawing/2014/main" id="{2014F31E-609F-41C6-8A3C-7E403251423C}"/>
              </a:ext>
            </a:extLst>
          </p:cNvPr>
          <p:cNvSpPr txBox="1"/>
          <p:nvPr/>
        </p:nvSpPr>
        <p:spPr>
          <a:xfrm>
            <a:off x="352780" y="1512293"/>
            <a:ext cx="8280159" cy="2793072"/>
          </a:xfrm>
          <a:prstGeom prst="rect">
            <a:avLst/>
          </a:prstGeom>
          <a:noFill/>
        </p:spPr>
        <p:txBody>
          <a:bodyPr wrap="square">
            <a:spAutoFit/>
          </a:bodyPr>
          <a:lstStyle/>
          <a:p>
            <a:r>
              <a:rPr lang="pl-PL" sz="1350" dirty="0"/>
              <a:t>Warstwa wejścia przyjmuje dane wejściowe do obliczeń, w warstwie ukrytej odbywają się wszystkie obliczenia. Wynik tych obliczeń jest przesyłany do warstwy wyjścia.</a:t>
            </a:r>
          </a:p>
          <a:p>
            <a:endParaRPr lang="pl-PL" sz="1350" dirty="0"/>
          </a:p>
          <a:p>
            <a:r>
              <a:rPr lang="pl-PL" sz="1350" dirty="0"/>
              <a:t>Na powyższym diagramie okręgi reprezentują neurony, zaś strzałki - synapsy. </a:t>
            </a:r>
          </a:p>
          <a:p>
            <a:endParaRPr lang="pl-PL" sz="1350" dirty="0"/>
          </a:p>
          <a:p>
            <a:r>
              <a:rPr lang="pl-PL" sz="1350" dirty="0"/>
              <a:t>Każda synapsa ma przypisaną pewną wagę, </a:t>
            </a:r>
            <a:r>
              <a:rPr lang="pl-PL" sz="1350" dirty="0" err="1"/>
              <a:t>tzn</a:t>
            </a:r>
            <a:r>
              <a:rPr lang="pl-PL" sz="1350" dirty="0"/>
              <a:t> liczbę, która (nieco upraszczając) określa, jak silnie przesyłana wartość wpływa na ostateczny wynik obliczeń. </a:t>
            </a:r>
          </a:p>
          <a:p>
            <a:endParaRPr lang="pl-PL" sz="1350" dirty="0"/>
          </a:p>
          <a:p>
            <a:r>
              <a:rPr lang="pl-PL" sz="1350" dirty="0"/>
              <a:t>Żeby przesłać wartość, synapsa najpierw czyta wartość z neuronu wejściowego, następnie wartość tę mnoży przez wagę, by w końcu przesłać wynik do neuronu wyjściowego. </a:t>
            </a:r>
          </a:p>
          <a:p>
            <a:endParaRPr lang="pl-PL" sz="1350" dirty="0"/>
          </a:p>
          <a:p>
            <a:r>
              <a:rPr lang="pl-PL" sz="1350" dirty="0"/>
              <a:t>Następnie neuron wyjściowy dokonuje obliczeń na dostarczonych mu przez synapsy wartościach i otrzymany wynik przekazuje do wychodzącej z niego synapsy.</a:t>
            </a:r>
          </a:p>
        </p:txBody>
      </p:sp>
    </p:spTree>
    <p:extLst>
      <p:ext uri="{BB962C8B-B14F-4D97-AF65-F5344CB8AC3E}">
        <p14:creationId xmlns:p14="http://schemas.microsoft.com/office/powerpoint/2010/main" val="336373249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34240C42-A461-4618-84BE-E2603262FEDA}"/>
              </a:ext>
            </a:extLst>
          </p:cNvPr>
          <p:cNvSpPr>
            <a:spLocks noGrp="1"/>
          </p:cNvSpPr>
          <p:nvPr>
            <p:ph type="title"/>
          </p:nvPr>
        </p:nvSpPr>
        <p:spPr/>
        <p:txBody>
          <a:bodyPr/>
          <a:lstStyle/>
          <a:p>
            <a:endParaRPr lang="pl-PL"/>
          </a:p>
        </p:txBody>
      </p:sp>
      <p:sp>
        <p:nvSpPr>
          <p:cNvPr id="3" name="Symbol zastępczy daty 2">
            <a:extLst>
              <a:ext uri="{FF2B5EF4-FFF2-40B4-BE49-F238E27FC236}">
                <a16:creationId xmlns:a16="http://schemas.microsoft.com/office/drawing/2014/main" id="{F6D7866F-083F-46A7-BA89-9CA26C83D3A3}"/>
              </a:ext>
            </a:extLst>
          </p:cNvPr>
          <p:cNvSpPr>
            <a:spLocks noGrp="1"/>
          </p:cNvSpPr>
          <p:nvPr>
            <p:ph type="dt" sz="half" idx="10"/>
          </p:nvPr>
        </p:nvSpPr>
        <p:spPr/>
        <p:txBody>
          <a:bodyPr/>
          <a:lstStyle/>
          <a:p>
            <a:pPr rtl="0"/>
            <a:fld id="{98A70DB5-3B74-47E3-90B3-6FF4DAF5961C}" type="datetime1">
              <a:rPr lang="pl-PL" smtClean="0"/>
              <a:t>13.10.2026</a:t>
            </a:fld>
            <a:endParaRPr lang="en-US" dirty="0"/>
          </a:p>
        </p:txBody>
      </p:sp>
      <p:sp>
        <p:nvSpPr>
          <p:cNvPr id="5" name="pole tekstowe 4">
            <a:extLst>
              <a:ext uri="{FF2B5EF4-FFF2-40B4-BE49-F238E27FC236}">
                <a16:creationId xmlns:a16="http://schemas.microsoft.com/office/drawing/2014/main" id="{60E0D33D-262E-4D8A-B764-DCD29CD6AEB5}"/>
              </a:ext>
            </a:extLst>
          </p:cNvPr>
          <p:cNvSpPr txBox="1"/>
          <p:nvPr/>
        </p:nvSpPr>
        <p:spPr>
          <a:xfrm>
            <a:off x="431920" y="1444433"/>
            <a:ext cx="7904639" cy="1131079"/>
          </a:xfrm>
          <a:prstGeom prst="rect">
            <a:avLst/>
          </a:prstGeom>
          <a:noFill/>
        </p:spPr>
        <p:txBody>
          <a:bodyPr wrap="square">
            <a:spAutoFit/>
          </a:bodyPr>
          <a:lstStyle/>
          <a:p>
            <a:r>
              <a:rPr lang="pl-PL" sz="1350" dirty="0"/>
              <a:t>Trenowanie sieci neuronowej jest procesem, którego celem jest (nieco upraszczając) dobór odpowiednich wag dla synaps. Zakładamy, że sposób w jaki dokonywane są obliczenia wewnątrz każdego z neuronów jest niezmienny. </a:t>
            </a:r>
          </a:p>
          <a:p>
            <a:r>
              <a:rPr lang="pl-PL" sz="1350" dirty="0"/>
              <a:t>Trenowanie jest procesem iteracyjnym. Jedna iteracja składa się z dwóch (wykonywanych w podanej kolejności) kroków: propagacji oraz propagacji wstecznej.</a:t>
            </a:r>
          </a:p>
        </p:txBody>
      </p:sp>
      <p:sp>
        <p:nvSpPr>
          <p:cNvPr id="7" name="pole tekstowe 6">
            <a:extLst>
              <a:ext uri="{FF2B5EF4-FFF2-40B4-BE49-F238E27FC236}">
                <a16:creationId xmlns:a16="http://schemas.microsoft.com/office/drawing/2014/main" id="{14EAFB49-2841-409C-9B28-AD69344EC9AD}"/>
              </a:ext>
            </a:extLst>
          </p:cNvPr>
          <p:cNvSpPr txBox="1"/>
          <p:nvPr/>
        </p:nvSpPr>
        <p:spPr>
          <a:xfrm>
            <a:off x="431920" y="2919573"/>
            <a:ext cx="7904639" cy="1338828"/>
          </a:xfrm>
          <a:prstGeom prst="rect">
            <a:avLst/>
          </a:prstGeom>
          <a:noFill/>
        </p:spPr>
        <p:txBody>
          <a:bodyPr wrap="square">
            <a:spAutoFit/>
          </a:bodyPr>
          <a:lstStyle/>
          <a:p>
            <a:r>
              <a:rPr lang="pl-PL" sz="1350" dirty="0"/>
              <a:t>Mówiąc w skrócie - propagacja polega na wykonaniu obliczeń na danych wejściowych stosując wagi przypisane synapsom. </a:t>
            </a:r>
          </a:p>
          <a:p>
            <a:r>
              <a:rPr lang="pl-PL" sz="1350" dirty="0"/>
              <a:t>Propagacja wsteczna mierzy błąd, jakim jest obarczony rezultat propagacji (przez porównanie go z oczekiwanymi wynikami obliczeń, czyli z danymi treningowymi). </a:t>
            </a:r>
          </a:p>
          <a:p>
            <a:r>
              <a:rPr lang="pl-PL" sz="1350" dirty="0"/>
              <a:t>W zależności od zmierzonego błędu modyfikowane są wagi synaps (można powiedzieć, że dostosowując wagi sieć "uczy się na swoich błędach").</a:t>
            </a:r>
          </a:p>
        </p:txBody>
      </p:sp>
    </p:spTree>
    <p:extLst>
      <p:ext uri="{BB962C8B-B14F-4D97-AF65-F5344CB8AC3E}">
        <p14:creationId xmlns:p14="http://schemas.microsoft.com/office/powerpoint/2010/main" val="136530953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CABF5529-61FF-474C-A68D-2D2AC48BC6EB}"/>
              </a:ext>
            </a:extLst>
          </p:cNvPr>
          <p:cNvSpPr>
            <a:spLocks noGrp="1"/>
          </p:cNvSpPr>
          <p:nvPr>
            <p:ph type="title"/>
          </p:nvPr>
        </p:nvSpPr>
        <p:spPr/>
        <p:txBody>
          <a:bodyPr/>
          <a:lstStyle/>
          <a:p>
            <a:r>
              <a:rPr lang="pl-PL" dirty="0"/>
              <a:t>Przykład</a:t>
            </a:r>
          </a:p>
        </p:txBody>
      </p:sp>
      <p:sp>
        <p:nvSpPr>
          <p:cNvPr id="3" name="Symbol zastępczy daty 2">
            <a:extLst>
              <a:ext uri="{FF2B5EF4-FFF2-40B4-BE49-F238E27FC236}">
                <a16:creationId xmlns:a16="http://schemas.microsoft.com/office/drawing/2014/main" id="{4A9D4DFD-D55D-4DA7-91F4-C7ECE179DB23}"/>
              </a:ext>
            </a:extLst>
          </p:cNvPr>
          <p:cNvSpPr>
            <a:spLocks noGrp="1"/>
          </p:cNvSpPr>
          <p:nvPr>
            <p:ph type="dt" sz="half" idx="10"/>
          </p:nvPr>
        </p:nvSpPr>
        <p:spPr/>
        <p:txBody>
          <a:bodyPr/>
          <a:lstStyle/>
          <a:p>
            <a:pPr rtl="0"/>
            <a:fld id="{98A70DB5-3B74-47E3-90B3-6FF4DAF5961C}" type="datetime1">
              <a:rPr lang="pl-PL" smtClean="0"/>
              <a:t>13.10.2026</a:t>
            </a:fld>
            <a:endParaRPr lang="en-US" dirty="0"/>
          </a:p>
        </p:txBody>
      </p:sp>
      <p:pic>
        <p:nvPicPr>
          <p:cNvPr id="5" name="Obraz 4">
            <a:extLst>
              <a:ext uri="{FF2B5EF4-FFF2-40B4-BE49-F238E27FC236}">
                <a16:creationId xmlns:a16="http://schemas.microsoft.com/office/drawing/2014/main" id="{2767AD41-650E-490C-8872-C57053B5C1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19017" y="470266"/>
            <a:ext cx="4650581" cy="2364581"/>
          </a:xfrm>
          <a:prstGeom prst="rect">
            <a:avLst/>
          </a:prstGeom>
        </p:spPr>
      </p:pic>
      <p:sp>
        <p:nvSpPr>
          <p:cNvPr id="7" name="pole tekstowe 6">
            <a:extLst>
              <a:ext uri="{FF2B5EF4-FFF2-40B4-BE49-F238E27FC236}">
                <a16:creationId xmlns:a16="http://schemas.microsoft.com/office/drawing/2014/main" id="{92CDA165-E904-4B7A-8D22-590B79562F7A}"/>
              </a:ext>
            </a:extLst>
          </p:cNvPr>
          <p:cNvSpPr txBox="1"/>
          <p:nvPr/>
        </p:nvSpPr>
        <p:spPr>
          <a:xfrm>
            <a:off x="374403" y="1509816"/>
            <a:ext cx="3744614" cy="715581"/>
          </a:xfrm>
          <a:prstGeom prst="rect">
            <a:avLst/>
          </a:prstGeom>
          <a:noFill/>
        </p:spPr>
        <p:txBody>
          <a:bodyPr wrap="square">
            <a:spAutoFit/>
          </a:bodyPr>
          <a:lstStyle/>
          <a:p>
            <a:r>
              <a:rPr lang="pl-PL" sz="1350" dirty="0"/>
              <a:t>Warstwę wejścia tworzą trzy neurony (każdy neuron odpowiada wartości jednego bitu z zapisu binarnego liczby z wejścia). </a:t>
            </a:r>
          </a:p>
        </p:txBody>
      </p:sp>
      <p:sp>
        <p:nvSpPr>
          <p:cNvPr id="9" name="pole tekstowe 8">
            <a:extLst>
              <a:ext uri="{FF2B5EF4-FFF2-40B4-BE49-F238E27FC236}">
                <a16:creationId xmlns:a16="http://schemas.microsoft.com/office/drawing/2014/main" id="{22B6C6E4-0B5A-4F4E-AEC8-295AAE78AB39}"/>
              </a:ext>
            </a:extLst>
          </p:cNvPr>
          <p:cNvSpPr txBox="1"/>
          <p:nvPr/>
        </p:nvSpPr>
        <p:spPr>
          <a:xfrm>
            <a:off x="431921" y="2476021"/>
            <a:ext cx="3613670" cy="1338828"/>
          </a:xfrm>
          <a:prstGeom prst="rect">
            <a:avLst/>
          </a:prstGeom>
          <a:noFill/>
        </p:spPr>
        <p:txBody>
          <a:bodyPr wrap="square">
            <a:spAutoFit/>
          </a:bodyPr>
          <a:lstStyle/>
          <a:p>
            <a:r>
              <a:rPr lang="pl-PL" sz="1350" dirty="0"/>
              <a:t>Warstwa ukryta składa się z dwóch neuronów: U1 oraz U2. Neuron U1 sumuje wszystkie liczby, jakie zostały mu przesłane (z odpowiednimi wagami) przez wchodzące w niego synapsy, a następnie tę sumę przekazuje do neuronu U2. </a:t>
            </a:r>
          </a:p>
        </p:txBody>
      </p:sp>
      <p:sp>
        <p:nvSpPr>
          <p:cNvPr id="11" name="pole tekstowe 10">
            <a:extLst>
              <a:ext uri="{FF2B5EF4-FFF2-40B4-BE49-F238E27FC236}">
                <a16:creationId xmlns:a16="http://schemas.microsoft.com/office/drawing/2014/main" id="{0965BCD8-9584-4208-AC66-CA72568FECE6}"/>
              </a:ext>
            </a:extLst>
          </p:cNvPr>
          <p:cNvSpPr txBox="1"/>
          <p:nvPr/>
        </p:nvSpPr>
        <p:spPr>
          <a:xfrm>
            <a:off x="4330292" y="3271581"/>
            <a:ext cx="4570952" cy="1131079"/>
          </a:xfrm>
          <a:prstGeom prst="rect">
            <a:avLst/>
          </a:prstGeom>
          <a:noFill/>
        </p:spPr>
        <p:txBody>
          <a:bodyPr wrap="square">
            <a:spAutoFit/>
          </a:bodyPr>
          <a:lstStyle/>
          <a:p>
            <a:r>
              <a:rPr lang="pl-PL" sz="1350" dirty="0"/>
              <a:t>Waga synapsy biegnącej od neuronu U1 do neuronu U2 wynosi 1 (jeśli waga jest nieokreślona, domyślna jej wartość wynosi 1). </a:t>
            </a:r>
          </a:p>
          <a:p>
            <a:r>
              <a:rPr lang="pl-PL" sz="1350" dirty="0"/>
              <a:t>Następnie neuron U2 nakłada na rezultat obliczeń wykonanych w neuronie U1 funkcję aktywacyjną.</a:t>
            </a:r>
          </a:p>
        </p:txBody>
      </p:sp>
    </p:spTree>
    <p:extLst>
      <p:ext uri="{BB962C8B-B14F-4D97-AF65-F5344CB8AC3E}">
        <p14:creationId xmlns:p14="http://schemas.microsoft.com/office/powerpoint/2010/main" val="40608335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tekstu 1">
            <a:extLst>
              <a:ext uri="{FF2B5EF4-FFF2-40B4-BE49-F238E27FC236}">
                <a16:creationId xmlns:a16="http://schemas.microsoft.com/office/drawing/2014/main" id="{DC3FEAF9-F075-406B-8F1B-A65B83781245}"/>
              </a:ext>
            </a:extLst>
          </p:cNvPr>
          <p:cNvSpPr>
            <a:spLocks noGrp="1"/>
          </p:cNvSpPr>
          <p:nvPr>
            <p:ph type="body" sz="quarter" idx="25"/>
          </p:nvPr>
        </p:nvSpPr>
        <p:spPr/>
        <p:txBody>
          <a:bodyPr/>
          <a:lstStyle/>
          <a:p>
            <a:r>
              <a:rPr lang="pl-PL" dirty="0"/>
              <a:t>Przykład sieci neuronowej</a:t>
            </a:r>
          </a:p>
        </p:txBody>
      </p:sp>
      <p:pic>
        <p:nvPicPr>
          <p:cNvPr id="7" name="Obraz 6">
            <a:extLst>
              <a:ext uri="{FF2B5EF4-FFF2-40B4-BE49-F238E27FC236}">
                <a16:creationId xmlns:a16="http://schemas.microsoft.com/office/drawing/2014/main" id="{436ECE04-90E1-4119-8EE5-5CF583867F3F}"/>
              </a:ext>
            </a:extLst>
          </p:cNvPr>
          <p:cNvPicPr>
            <a:picLocks noChangeAspect="1"/>
          </p:cNvPicPr>
          <p:nvPr/>
        </p:nvPicPr>
        <p:blipFill rotWithShape="1">
          <a:blip r:embed="rId2"/>
          <a:srcRect l="21029" t="35814" r="23456" b="22511"/>
          <a:stretch/>
        </p:blipFill>
        <p:spPr>
          <a:xfrm>
            <a:off x="880781" y="1196788"/>
            <a:ext cx="7242354" cy="2944906"/>
          </a:xfrm>
          <a:prstGeom prst="rect">
            <a:avLst/>
          </a:prstGeom>
        </p:spPr>
      </p:pic>
    </p:spTree>
    <p:extLst>
      <p:ext uri="{BB962C8B-B14F-4D97-AF65-F5344CB8AC3E}">
        <p14:creationId xmlns:p14="http://schemas.microsoft.com/office/powerpoint/2010/main" val="71240768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tekstu 1">
            <a:extLst>
              <a:ext uri="{FF2B5EF4-FFF2-40B4-BE49-F238E27FC236}">
                <a16:creationId xmlns:a16="http://schemas.microsoft.com/office/drawing/2014/main" id="{34F3D718-2671-4A00-BB77-58E07C82BC04}"/>
              </a:ext>
            </a:extLst>
          </p:cNvPr>
          <p:cNvSpPr>
            <a:spLocks noGrp="1"/>
          </p:cNvSpPr>
          <p:nvPr>
            <p:ph type="body" sz="quarter" idx="25"/>
          </p:nvPr>
        </p:nvSpPr>
        <p:spPr/>
        <p:txBody>
          <a:bodyPr/>
          <a:lstStyle/>
          <a:p>
            <a:r>
              <a:rPr lang="pl-PL" dirty="0"/>
              <a:t>Struktura sieci neuronowej</a:t>
            </a:r>
          </a:p>
        </p:txBody>
      </p:sp>
      <p:pic>
        <p:nvPicPr>
          <p:cNvPr id="5" name="Obraz 4">
            <a:extLst>
              <a:ext uri="{FF2B5EF4-FFF2-40B4-BE49-F238E27FC236}">
                <a16:creationId xmlns:a16="http://schemas.microsoft.com/office/drawing/2014/main" id="{E0F974BD-15EA-41BE-83B7-101F3EBDC09C}"/>
              </a:ext>
            </a:extLst>
          </p:cNvPr>
          <p:cNvPicPr>
            <a:picLocks noChangeAspect="1"/>
          </p:cNvPicPr>
          <p:nvPr/>
        </p:nvPicPr>
        <p:blipFill rotWithShape="1">
          <a:blip r:embed="rId2"/>
          <a:srcRect l="21397" t="35814" r="23971" b="8665"/>
          <a:stretch/>
        </p:blipFill>
        <p:spPr>
          <a:xfrm>
            <a:off x="1116105" y="1187042"/>
            <a:ext cx="6468035" cy="3560468"/>
          </a:xfrm>
          <a:prstGeom prst="rect">
            <a:avLst/>
          </a:prstGeom>
        </p:spPr>
      </p:pic>
    </p:spTree>
    <p:extLst>
      <p:ext uri="{BB962C8B-B14F-4D97-AF65-F5344CB8AC3E}">
        <p14:creationId xmlns:p14="http://schemas.microsoft.com/office/powerpoint/2010/main" val="384641226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tekstu 1">
            <a:extLst>
              <a:ext uri="{FF2B5EF4-FFF2-40B4-BE49-F238E27FC236}">
                <a16:creationId xmlns:a16="http://schemas.microsoft.com/office/drawing/2014/main" id="{0D50FE6F-F84B-423C-8EBC-48D509AEAAC5}"/>
              </a:ext>
            </a:extLst>
          </p:cNvPr>
          <p:cNvSpPr>
            <a:spLocks noGrp="1"/>
          </p:cNvSpPr>
          <p:nvPr>
            <p:ph type="body" sz="quarter" idx="25"/>
          </p:nvPr>
        </p:nvSpPr>
        <p:spPr/>
        <p:txBody>
          <a:bodyPr/>
          <a:lstStyle/>
          <a:p>
            <a:r>
              <a:rPr lang="pl-PL" dirty="0"/>
              <a:t>Funkcja aktywacji</a:t>
            </a:r>
          </a:p>
        </p:txBody>
      </p:sp>
      <p:pic>
        <p:nvPicPr>
          <p:cNvPr id="5" name="Obraz 4">
            <a:extLst>
              <a:ext uri="{FF2B5EF4-FFF2-40B4-BE49-F238E27FC236}">
                <a16:creationId xmlns:a16="http://schemas.microsoft.com/office/drawing/2014/main" id="{766FC978-75D6-45B9-9850-53D121EE65E6}"/>
              </a:ext>
            </a:extLst>
          </p:cNvPr>
          <p:cNvPicPr>
            <a:picLocks noChangeAspect="1"/>
          </p:cNvPicPr>
          <p:nvPr/>
        </p:nvPicPr>
        <p:blipFill rotWithShape="1">
          <a:blip r:embed="rId2"/>
          <a:srcRect l="33897" t="30928" r="35368" b="42873"/>
          <a:stretch/>
        </p:blipFill>
        <p:spPr>
          <a:xfrm>
            <a:off x="1875865" y="1862418"/>
            <a:ext cx="4571999" cy="2110995"/>
          </a:xfrm>
          <a:prstGeom prst="rect">
            <a:avLst/>
          </a:prstGeom>
        </p:spPr>
      </p:pic>
      <p:sp>
        <p:nvSpPr>
          <p:cNvPr id="6" name="pole tekstowe 5">
            <a:extLst>
              <a:ext uri="{FF2B5EF4-FFF2-40B4-BE49-F238E27FC236}">
                <a16:creationId xmlns:a16="http://schemas.microsoft.com/office/drawing/2014/main" id="{19BE28B6-F8FD-4C1F-B4FE-1898DE1FA10A}"/>
              </a:ext>
            </a:extLst>
          </p:cNvPr>
          <p:cNvSpPr txBox="1"/>
          <p:nvPr/>
        </p:nvSpPr>
        <p:spPr>
          <a:xfrm>
            <a:off x="1633818" y="4202206"/>
            <a:ext cx="3570194" cy="369794"/>
          </a:xfrm>
          <a:prstGeom prst="rect">
            <a:avLst/>
          </a:prstGeom>
        </p:spPr>
        <p:txBody>
          <a:bodyPr vert="horz" wrap="square" lIns="91440" tIns="45720" rIns="91440" bIns="45720" rtlCol="0">
            <a:normAutofit/>
          </a:bodyPr>
          <a:lstStyle/>
          <a:p>
            <a:r>
              <a:rPr lang="pl-PL" dirty="0"/>
              <a:t>Wybór:  funkcja </a:t>
            </a:r>
            <a:r>
              <a:rPr lang="pl-PL" dirty="0" err="1"/>
              <a:t>sigmoidalna</a:t>
            </a:r>
            <a:endParaRPr lang="pl-PL" dirty="0"/>
          </a:p>
        </p:txBody>
      </p:sp>
    </p:spTree>
    <p:extLst>
      <p:ext uri="{BB962C8B-B14F-4D97-AF65-F5344CB8AC3E}">
        <p14:creationId xmlns:p14="http://schemas.microsoft.com/office/powerpoint/2010/main" val="102388554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tekstu 1">
            <a:extLst>
              <a:ext uri="{FF2B5EF4-FFF2-40B4-BE49-F238E27FC236}">
                <a16:creationId xmlns:a16="http://schemas.microsoft.com/office/drawing/2014/main" id="{85D8DE39-4B26-4194-9288-41571CB5A030}"/>
              </a:ext>
            </a:extLst>
          </p:cNvPr>
          <p:cNvSpPr>
            <a:spLocks noGrp="1"/>
          </p:cNvSpPr>
          <p:nvPr>
            <p:ph type="body" sz="quarter" idx="25"/>
          </p:nvPr>
        </p:nvSpPr>
        <p:spPr/>
        <p:txBody>
          <a:bodyPr/>
          <a:lstStyle/>
          <a:p>
            <a:r>
              <a:rPr lang="pl-PL" dirty="0"/>
              <a:t>Propagacja wsteczna</a:t>
            </a:r>
          </a:p>
        </p:txBody>
      </p:sp>
      <p:sp>
        <p:nvSpPr>
          <p:cNvPr id="3" name="Symbol zastępczy tekstu 2">
            <a:extLst>
              <a:ext uri="{FF2B5EF4-FFF2-40B4-BE49-F238E27FC236}">
                <a16:creationId xmlns:a16="http://schemas.microsoft.com/office/drawing/2014/main" id="{32E90ED5-E754-4065-AFD2-C04C90A986FD}"/>
              </a:ext>
            </a:extLst>
          </p:cNvPr>
          <p:cNvSpPr>
            <a:spLocks noGrp="1"/>
          </p:cNvSpPr>
          <p:nvPr>
            <p:ph type="body" sz="quarter" idx="27"/>
          </p:nvPr>
        </p:nvSpPr>
        <p:spPr/>
        <p:txBody>
          <a:bodyPr/>
          <a:lstStyle/>
          <a:p>
            <a:pPr marL="0" indent="0">
              <a:buNone/>
            </a:pPr>
            <a:r>
              <a:rPr lang="pl-PL" dirty="0"/>
              <a:t>Załóżmy, że wykonujemy jedną iterację procesu trenowania dla pary (110, 1) - pierwsza współrzędna w krotce to dane wejściowe, druga to oczekiwany rezultat. Oznaczmy przez R wartość wyliczoną w neuronie U2 dla opisanych wyżej danych wejściowych i dla wag, jakie w czasie propagacji były przypisane synapsom wychodzącym z neuronów z warstwy wejścia.</a:t>
            </a:r>
          </a:p>
          <a:p>
            <a:pPr marL="0" indent="0">
              <a:buNone/>
            </a:pPr>
            <a:endParaRPr lang="pl-PL" dirty="0"/>
          </a:p>
          <a:p>
            <a:pPr marL="0" indent="0">
              <a:buNone/>
            </a:pPr>
            <a:r>
              <a:rPr lang="pl-PL" dirty="0"/>
              <a:t>Propagację wsteczną zaczniemy od wyliczenia tego, jak bardzo wartość wyliczona podczas propagacji różni się od oczekiwanego wyniku.</a:t>
            </a:r>
          </a:p>
          <a:p>
            <a:pPr marL="0" indent="0">
              <a:buNone/>
            </a:pPr>
            <a:endParaRPr lang="pl-PL" dirty="0"/>
          </a:p>
          <a:p>
            <a:pPr marL="0" indent="0">
              <a:buNone/>
            </a:pPr>
            <a:r>
              <a:rPr lang="pl-PL" dirty="0"/>
              <a:t>Następnie - w zależności od otrzymanego błędu - należy poprawić wagi synaps.</a:t>
            </a:r>
          </a:p>
        </p:txBody>
      </p:sp>
    </p:spTree>
    <p:extLst>
      <p:ext uri="{BB962C8B-B14F-4D97-AF65-F5344CB8AC3E}">
        <p14:creationId xmlns:p14="http://schemas.microsoft.com/office/powerpoint/2010/main" val="15796305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tekstu 1">
            <a:extLst>
              <a:ext uri="{FF2B5EF4-FFF2-40B4-BE49-F238E27FC236}">
                <a16:creationId xmlns:a16="http://schemas.microsoft.com/office/drawing/2014/main" id="{9E790111-C61A-408E-BD6B-82A32158395D}"/>
              </a:ext>
            </a:extLst>
          </p:cNvPr>
          <p:cNvSpPr>
            <a:spLocks noGrp="1"/>
          </p:cNvSpPr>
          <p:nvPr>
            <p:ph type="body" sz="quarter" idx="25"/>
          </p:nvPr>
        </p:nvSpPr>
        <p:spPr/>
        <p:txBody>
          <a:bodyPr/>
          <a:lstStyle/>
          <a:p>
            <a:endParaRPr lang="pl-PL" dirty="0"/>
          </a:p>
        </p:txBody>
      </p:sp>
      <p:sp>
        <p:nvSpPr>
          <p:cNvPr id="3" name="Symbol zastępczy tekstu 2">
            <a:extLst>
              <a:ext uri="{FF2B5EF4-FFF2-40B4-BE49-F238E27FC236}">
                <a16:creationId xmlns:a16="http://schemas.microsoft.com/office/drawing/2014/main" id="{5E9A5AB3-1A72-49B4-9EB7-EFF966A88EB5}"/>
              </a:ext>
            </a:extLst>
          </p:cNvPr>
          <p:cNvSpPr>
            <a:spLocks noGrp="1"/>
          </p:cNvSpPr>
          <p:nvPr>
            <p:ph type="body" sz="quarter" idx="27"/>
          </p:nvPr>
        </p:nvSpPr>
        <p:spPr/>
        <p:txBody>
          <a:bodyPr/>
          <a:lstStyle/>
          <a:p>
            <a:pPr marL="0" indent="0">
              <a:buNone/>
            </a:pPr>
            <a:r>
              <a:rPr lang="pl-PL" dirty="0"/>
              <a:t>W metodzie użytej w tym przykładzie optymalizacja pojedynczej wagi odbywa się następująco.</a:t>
            </a:r>
          </a:p>
          <a:p>
            <a:pPr marL="0" indent="0">
              <a:buNone/>
            </a:pPr>
            <a:endParaRPr lang="pl-PL" dirty="0"/>
          </a:p>
          <a:p>
            <a:pPr marL="0" indent="0">
              <a:buNone/>
            </a:pPr>
            <a:r>
              <a:rPr lang="pl-PL" i="1" dirty="0">
                <a:latin typeface="Courier New" panose="02070309020205020404" pitchFamily="49" charset="0"/>
                <a:cs typeface="Courier New" panose="02070309020205020404" pitchFamily="49" charset="0"/>
              </a:rPr>
              <a:t>error = R - </a:t>
            </a:r>
            <a:r>
              <a:rPr lang="pl-PL" i="1" dirty="0" err="1">
                <a:latin typeface="Courier New" panose="02070309020205020404" pitchFamily="49" charset="0"/>
                <a:cs typeface="Courier New" panose="02070309020205020404" pitchFamily="49" charset="0"/>
              </a:rPr>
              <a:t>expected_result</a:t>
            </a:r>
            <a:endParaRPr lang="pl-PL" i="1" dirty="0">
              <a:latin typeface="Courier New" panose="02070309020205020404" pitchFamily="49" charset="0"/>
              <a:cs typeface="Courier New" panose="02070309020205020404" pitchFamily="49" charset="0"/>
            </a:endParaRPr>
          </a:p>
          <a:p>
            <a:pPr marL="0" indent="0">
              <a:buNone/>
            </a:pPr>
            <a:r>
              <a:rPr lang="pl-PL" i="1" dirty="0" err="1">
                <a:latin typeface="Courier New" panose="02070309020205020404" pitchFamily="49" charset="0"/>
                <a:cs typeface="Courier New" panose="02070309020205020404" pitchFamily="49" charset="0"/>
              </a:rPr>
              <a:t>weight</a:t>
            </a:r>
            <a:r>
              <a:rPr lang="pl-PL" i="1" dirty="0">
                <a:latin typeface="Courier New" panose="02070309020205020404" pitchFamily="49" charset="0"/>
                <a:cs typeface="Courier New" panose="02070309020205020404" pitchFamily="49" charset="0"/>
              </a:rPr>
              <a:t> = </a:t>
            </a:r>
            <a:r>
              <a:rPr lang="pl-PL" i="1" dirty="0" err="1">
                <a:latin typeface="Courier New" panose="02070309020205020404" pitchFamily="49" charset="0"/>
                <a:cs typeface="Courier New" panose="02070309020205020404" pitchFamily="49" charset="0"/>
              </a:rPr>
              <a:t>weight</a:t>
            </a:r>
            <a:r>
              <a:rPr lang="pl-PL" i="1" dirty="0">
                <a:latin typeface="Courier New" panose="02070309020205020404" pitchFamily="49" charset="0"/>
                <a:cs typeface="Courier New" panose="02070309020205020404" pitchFamily="49" charset="0"/>
              </a:rPr>
              <a:t> + </a:t>
            </a:r>
            <a:r>
              <a:rPr lang="pl-PL" i="1" dirty="0" err="1">
                <a:latin typeface="Courier New" panose="02070309020205020404" pitchFamily="49" charset="0"/>
                <a:cs typeface="Courier New" panose="02070309020205020404" pitchFamily="49" charset="0"/>
              </a:rPr>
              <a:t>expected_result</a:t>
            </a:r>
            <a:r>
              <a:rPr lang="pl-PL" i="1" dirty="0">
                <a:latin typeface="Courier New" panose="02070309020205020404" pitchFamily="49" charset="0"/>
                <a:cs typeface="Courier New" panose="02070309020205020404" pitchFamily="49" charset="0"/>
              </a:rPr>
              <a:t> * error * </a:t>
            </a:r>
            <a:r>
              <a:rPr lang="pl-PL" i="1" dirty="0" err="1">
                <a:latin typeface="Courier New" panose="02070309020205020404" pitchFamily="49" charset="0"/>
                <a:cs typeface="Courier New" panose="02070309020205020404" pitchFamily="49" charset="0"/>
              </a:rPr>
              <a:t>d_sigmoid</a:t>
            </a:r>
            <a:r>
              <a:rPr lang="pl-PL" i="1" dirty="0">
                <a:latin typeface="Courier New" panose="02070309020205020404" pitchFamily="49" charset="0"/>
                <a:cs typeface="Courier New" panose="02070309020205020404" pitchFamily="49" charset="0"/>
              </a:rPr>
              <a:t>(R)</a:t>
            </a:r>
          </a:p>
          <a:p>
            <a:pPr marL="0" indent="0">
              <a:buNone/>
            </a:pPr>
            <a:endParaRPr lang="pl-PL" dirty="0"/>
          </a:p>
          <a:p>
            <a:pPr marL="0" indent="0">
              <a:buNone/>
            </a:pPr>
            <a:r>
              <a:rPr lang="pl-PL" dirty="0"/>
              <a:t>gdzie </a:t>
            </a:r>
            <a:r>
              <a:rPr lang="pl-PL" dirty="0" err="1"/>
              <a:t>d_sigmoid</a:t>
            </a:r>
            <a:r>
              <a:rPr lang="pl-PL" dirty="0"/>
              <a:t>(R) jest pochodną funkcji </a:t>
            </a:r>
            <a:r>
              <a:rPr lang="pl-PL" dirty="0" err="1"/>
              <a:t>sigmoid</a:t>
            </a:r>
            <a:r>
              <a:rPr lang="pl-PL" dirty="0"/>
              <a:t> w punkcie x=R. Jeśli czytelnika interesuje geneza powyższego wzoru, odsyłamy do opisu regresji logicznej. Orientacyjnie, funkcja mierząca błąd jest funkcją wypukłą, zatem można ją minimalizować schodząc "wzdłuż jej gradientu" - czyli w kierunku jej globalnego minimum.</a:t>
            </a:r>
          </a:p>
        </p:txBody>
      </p:sp>
    </p:spTree>
    <p:extLst>
      <p:ext uri="{BB962C8B-B14F-4D97-AF65-F5344CB8AC3E}">
        <p14:creationId xmlns:p14="http://schemas.microsoft.com/office/powerpoint/2010/main" val="50315313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tekstu 1">
            <a:extLst>
              <a:ext uri="{FF2B5EF4-FFF2-40B4-BE49-F238E27FC236}">
                <a16:creationId xmlns:a16="http://schemas.microsoft.com/office/drawing/2014/main" id="{7405AC42-821D-440A-8E8A-A6736F60E109}"/>
              </a:ext>
            </a:extLst>
          </p:cNvPr>
          <p:cNvSpPr>
            <a:spLocks noGrp="1"/>
          </p:cNvSpPr>
          <p:nvPr>
            <p:ph type="body" sz="quarter" idx="25"/>
          </p:nvPr>
        </p:nvSpPr>
        <p:spPr/>
        <p:txBody>
          <a:bodyPr/>
          <a:lstStyle/>
          <a:p>
            <a:r>
              <a:rPr lang="pl-PL" dirty="0"/>
              <a:t>Kod </a:t>
            </a:r>
            <a:r>
              <a:rPr lang="pl-PL" dirty="0" err="1"/>
              <a:t>żródłowy</a:t>
            </a:r>
            <a:endParaRPr lang="pl-PL" dirty="0"/>
          </a:p>
        </p:txBody>
      </p:sp>
      <p:sp>
        <p:nvSpPr>
          <p:cNvPr id="3" name="Symbol zastępczy tekstu 2">
            <a:extLst>
              <a:ext uri="{FF2B5EF4-FFF2-40B4-BE49-F238E27FC236}">
                <a16:creationId xmlns:a16="http://schemas.microsoft.com/office/drawing/2014/main" id="{1218C5FF-B60C-4C29-9150-42A785089D12}"/>
              </a:ext>
            </a:extLst>
          </p:cNvPr>
          <p:cNvSpPr>
            <a:spLocks noGrp="1"/>
          </p:cNvSpPr>
          <p:nvPr>
            <p:ph type="body" sz="quarter" idx="27"/>
          </p:nvPr>
        </p:nvSpPr>
        <p:spPr/>
        <p:txBody>
          <a:bodyPr/>
          <a:lstStyle/>
          <a:p>
            <a:pPr marL="0" indent="0">
              <a:buNone/>
            </a:pPr>
            <a:r>
              <a:rPr lang="pl-PL" dirty="0"/>
              <a:t>W konstruktorze klasy </a:t>
            </a:r>
            <a:r>
              <a:rPr lang="pl-PL" dirty="0" err="1"/>
              <a:t>SimpleNeuralNetwork</a:t>
            </a:r>
            <a:r>
              <a:rPr lang="pl-PL" dirty="0"/>
              <a:t> najpierw inicjalizujemy generator liczb losowych (linia 10), a następnie określamy początkowe wartości wag liczbami losowymi (linia 11). Początkowe wagi są zapisane jako współrzędne wektora kolumnowego. Po szczegóły odsyłamy do dokumentacji pakietu </a:t>
            </a:r>
            <a:r>
              <a:rPr lang="pl-PL" dirty="0" err="1"/>
              <a:t>numpy</a:t>
            </a:r>
            <a:r>
              <a:rPr lang="pl-PL" dirty="0"/>
              <a:t>.</a:t>
            </a:r>
          </a:p>
          <a:p>
            <a:pPr marL="0" indent="0">
              <a:buNone/>
            </a:pPr>
            <a:endParaRPr lang="pl-PL" dirty="0"/>
          </a:p>
          <a:p>
            <a:pPr marL="0" indent="0">
              <a:buNone/>
            </a:pPr>
            <a:r>
              <a:rPr lang="pl-PL" dirty="0"/>
              <a:t>Funkcja </a:t>
            </a:r>
            <a:r>
              <a:rPr lang="pl-PL" dirty="0" err="1"/>
              <a:t>proparation</a:t>
            </a:r>
            <a:r>
              <a:rPr lang="pl-PL" dirty="0"/>
              <a:t> jest odpowiedzialna za wykonanie procesu propagacji. Dane wejściowe (trzy bity liczby binarnej) są przekazywane do tej funkcji w postaci wektora o trzech współrzędnych. </a:t>
            </a:r>
          </a:p>
        </p:txBody>
      </p:sp>
    </p:spTree>
    <p:extLst>
      <p:ext uri="{BB962C8B-B14F-4D97-AF65-F5344CB8AC3E}">
        <p14:creationId xmlns:p14="http://schemas.microsoft.com/office/powerpoint/2010/main" val="104046339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tekstu 1">
            <a:extLst>
              <a:ext uri="{FF2B5EF4-FFF2-40B4-BE49-F238E27FC236}">
                <a16:creationId xmlns:a16="http://schemas.microsoft.com/office/drawing/2014/main" id="{69F79F19-9B30-4B36-976F-C5F456180DE9}"/>
              </a:ext>
            </a:extLst>
          </p:cNvPr>
          <p:cNvSpPr>
            <a:spLocks noGrp="1"/>
          </p:cNvSpPr>
          <p:nvPr>
            <p:ph type="body" sz="quarter" idx="25"/>
          </p:nvPr>
        </p:nvSpPr>
        <p:spPr/>
        <p:txBody>
          <a:bodyPr/>
          <a:lstStyle/>
          <a:p>
            <a:endParaRPr lang="pl-PL" dirty="0"/>
          </a:p>
        </p:txBody>
      </p:sp>
      <p:sp>
        <p:nvSpPr>
          <p:cNvPr id="3" name="Symbol zastępczy tekstu 2">
            <a:extLst>
              <a:ext uri="{FF2B5EF4-FFF2-40B4-BE49-F238E27FC236}">
                <a16:creationId xmlns:a16="http://schemas.microsoft.com/office/drawing/2014/main" id="{5963BDDE-CA01-473F-A66F-5278AED21D9E}"/>
              </a:ext>
            </a:extLst>
          </p:cNvPr>
          <p:cNvSpPr>
            <a:spLocks noGrp="1"/>
          </p:cNvSpPr>
          <p:nvPr>
            <p:ph type="body" sz="quarter" idx="27"/>
          </p:nvPr>
        </p:nvSpPr>
        <p:spPr/>
        <p:txBody>
          <a:bodyPr/>
          <a:lstStyle/>
          <a:p>
            <a:pPr marL="0" indent="0">
              <a:buNone/>
            </a:pPr>
            <a:r>
              <a:rPr lang="pl-PL" dirty="0"/>
              <a:t>Polecenie:</a:t>
            </a:r>
          </a:p>
          <a:p>
            <a:pPr marL="0" indent="0">
              <a:buNone/>
            </a:pPr>
            <a:endParaRPr lang="pl-PL" dirty="0"/>
          </a:p>
          <a:p>
            <a:pPr marL="0" indent="0">
              <a:buNone/>
            </a:pPr>
            <a:r>
              <a:rPr lang="pl-PL" b="1" dirty="0"/>
              <a:t>np.dot(</a:t>
            </a:r>
            <a:r>
              <a:rPr lang="pl-PL" b="1" dirty="0" err="1"/>
              <a:t>inputs.astype</a:t>
            </a:r>
            <a:r>
              <a:rPr lang="pl-PL" b="1" dirty="0"/>
              <a:t>(</a:t>
            </a:r>
            <a:r>
              <a:rPr lang="pl-PL" b="1" dirty="0" err="1"/>
              <a:t>float</a:t>
            </a:r>
            <a:r>
              <a:rPr lang="pl-PL" b="1" dirty="0"/>
              <a:t>), </a:t>
            </a:r>
            <a:r>
              <a:rPr lang="pl-PL" b="1" dirty="0" err="1"/>
              <a:t>self.weights</a:t>
            </a:r>
            <a:r>
              <a:rPr lang="pl-PL" b="1" dirty="0"/>
              <a:t>)</a:t>
            </a:r>
          </a:p>
          <a:p>
            <a:pPr marL="0" indent="0">
              <a:buNone/>
            </a:pPr>
            <a:endParaRPr lang="pl-PL" dirty="0"/>
          </a:p>
          <a:p>
            <a:pPr marL="0" indent="0">
              <a:buNone/>
            </a:pPr>
            <a:r>
              <a:rPr lang="pl-PL" dirty="0"/>
              <a:t>liczy iloczyn skalarny wektora wag oraz wektora danych wejściowych, zatem jest to wartość, którą liczy neuron U1. Przekazując tę wartość do funkcji </a:t>
            </a:r>
            <a:r>
              <a:rPr lang="pl-PL" dirty="0" err="1"/>
              <a:t>sigmoid</a:t>
            </a:r>
            <a:r>
              <a:rPr lang="pl-PL" dirty="0"/>
              <a:t> otrzymujemy rezultat obliczeń z neuronu U2.</a:t>
            </a:r>
          </a:p>
          <a:p>
            <a:pPr marL="0" indent="0">
              <a:buNone/>
            </a:pPr>
            <a:endParaRPr lang="pl-PL" dirty="0"/>
          </a:p>
          <a:p>
            <a:pPr marL="0" indent="0">
              <a:buNone/>
            </a:pPr>
            <a:r>
              <a:rPr lang="pl-PL" dirty="0"/>
              <a:t>Funkcja </a:t>
            </a:r>
            <a:r>
              <a:rPr lang="pl-PL" dirty="0" err="1"/>
              <a:t>backward_propagation</a:t>
            </a:r>
            <a:r>
              <a:rPr lang="pl-PL" dirty="0"/>
              <a:t> implementuje proces propagacji wstecznej. Na początku obliczany jest błąd względem oczekiwanego rezultatu (linia 41). </a:t>
            </a:r>
          </a:p>
        </p:txBody>
      </p:sp>
    </p:spTree>
    <p:extLst>
      <p:ext uri="{BB962C8B-B14F-4D97-AF65-F5344CB8AC3E}">
        <p14:creationId xmlns:p14="http://schemas.microsoft.com/office/powerpoint/2010/main" val="200476583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tekstu 1">
            <a:extLst>
              <a:ext uri="{FF2B5EF4-FFF2-40B4-BE49-F238E27FC236}">
                <a16:creationId xmlns:a16="http://schemas.microsoft.com/office/drawing/2014/main" id="{9EAE59A0-8B84-4975-BBCB-1DA7A5FE898D}"/>
              </a:ext>
            </a:extLst>
          </p:cNvPr>
          <p:cNvSpPr>
            <a:spLocks noGrp="1"/>
          </p:cNvSpPr>
          <p:nvPr>
            <p:ph type="body" sz="quarter" idx="25"/>
          </p:nvPr>
        </p:nvSpPr>
        <p:spPr/>
        <p:txBody>
          <a:bodyPr/>
          <a:lstStyle/>
          <a:p>
            <a:endParaRPr lang="pl-PL"/>
          </a:p>
        </p:txBody>
      </p:sp>
      <p:sp>
        <p:nvSpPr>
          <p:cNvPr id="3" name="Symbol zastępczy tekstu 2">
            <a:extLst>
              <a:ext uri="{FF2B5EF4-FFF2-40B4-BE49-F238E27FC236}">
                <a16:creationId xmlns:a16="http://schemas.microsoft.com/office/drawing/2014/main" id="{10A939E2-5A84-4CE6-A3B4-EBB9D591E72A}"/>
              </a:ext>
            </a:extLst>
          </p:cNvPr>
          <p:cNvSpPr>
            <a:spLocks noGrp="1"/>
          </p:cNvSpPr>
          <p:nvPr>
            <p:ph type="body" sz="quarter" idx="27"/>
          </p:nvPr>
        </p:nvSpPr>
        <p:spPr/>
        <p:txBody>
          <a:bodyPr/>
          <a:lstStyle/>
          <a:p>
            <a:pPr marL="0" indent="0">
              <a:buNone/>
            </a:pPr>
            <a:r>
              <a:rPr lang="pl-PL" dirty="0"/>
              <a:t>Następnie modyfikowane są wagi synaps. Instrukcja</a:t>
            </a:r>
          </a:p>
          <a:p>
            <a:pPr marL="0" indent="0">
              <a:buNone/>
            </a:pPr>
            <a:endParaRPr lang="pl-PL" dirty="0"/>
          </a:p>
          <a:p>
            <a:pPr marL="0" indent="0">
              <a:buNone/>
            </a:pPr>
            <a:r>
              <a:rPr lang="pl-PL" b="1" dirty="0" err="1"/>
              <a:t>self.weights</a:t>
            </a:r>
            <a:r>
              <a:rPr lang="pl-PL" b="1" dirty="0"/>
              <a:t> += np.dot(</a:t>
            </a:r>
          </a:p>
          <a:p>
            <a:pPr marL="0" indent="0">
              <a:buNone/>
            </a:pPr>
            <a:r>
              <a:rPr lang="pl-PL" b="1" dirty="0"/>
              <a:t>    </a:t>
            </a:r>
            <a:r>
              <a:rPr lang="pl-PL" b="1" dirty="0" err="1"/>
              <a:t>train_input.T</a:t>
            </a:r>
            <a:r>
              <a:rPr lang="pl-PL" b="1" dirty="0"/>
              <a:t>, error * </a:t>
            </a:r>
            <a:r>
              <a:rPr lang="pl-PL" b="1" dirty="0" err="1"/>
              <a:t>self.d_sigmoid</a:t>
            </a:r>
            <a:r>
              <a:rPr lang="pl-PL" b="1" dirty="0"/>
              <a:t>(</a:t>
            </a:r>
            <a:r>
              <a:rPr lang="pl-PL" b="1" dirty="0" err="1"/>
              <a:t>propagation_result</a:t>
            </a:r>
            <a:r>
              <a:rPr lang="pl-PL" b="1"/>
              <a:t>))</a:t>
            </a:r>
            <a:endParaRPr lang="pl-PL" b="1" dirty="0"/>
          </a:p>
          <a:p>
            <a:pPr marL="0" indent="0">
              <a:buNone/>
            </a:pPr>
            <a:endParaRPr lang="pl-PL" dirty="0"/>
          </a:p>
          <a:p>
            <a:pPr marL="0" indent="0">
              <a:buNone/>
            </a:pPr>
            <a:r>
              <a:rPr lang="pl-PL" dirty="0"/>
              <a:t>wykonuje opisane wcześniej obliczenia na każdej współrzędnej wektora wag. Funkcja np.dot odpowiada za mnożenie macierzy. Wyrażenie </a:t>
            </a:r>
            <a:r>
              <a:rPr lang="pl-PL" dirty="0" err="1"/>
              <a:t>train_input.T</a:t>
            </a:r>
            <a:r>
              <a:rPr lang="pl-PL" dirty="0"/>
              <a:t> to po prostu operacja transpozycji wektora (macierzy) </a:t>
            </a:r>
            <a:r>
              <a:rPr lang="pl-PL" dirty="0" err="1"/>
              <a:t>train_input</a:t>
            </a:r>
            <a:r>
              <a:rPr lang="pl-PL" dirty="0"/>
              <a:t>.</a:t>
            </a:r>
          </a:p>
        </p:txBody>
      </p:sp>
    </p:spTree>
    <p:extLst>
      <p:ext uri="{BB962C8B-B14F-4D97-AF65-F5344CB8AC3E}">
        <p14:creationId xmlns:p14="http://schemas.microsoft.com/office/powerpoint/2010/main" val="15704748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tekstu 1">
            <a:extLst>
              <a:ext uri="{FF2B5EF4-FFF2-40B4-BE49-F238E27FC236}">
                <a16:creationId xmlns:a16="http://schemas.microsoft.com/office/drawing/2014/main" id="{DB9FB7BF-F1E3-4113-B633-5AFD6216E476}"/>
              </a:ext>
            </a:extLst>
          </p:cNvPr>
          <p:cNvSpPr>
            <a:spLocks noGrp="1"/>
          </p:cNvSpPr>
          <p:nvPr>
            <p:ph type="body" sz="quarter" idx="25"/>
          </p:nvPr>
        </p:nvSpPr>
        <p:spPr/>
        <p:txBody>
          <a:bodyPr/>
          <a:lstStyle/>
          <a:p>
            <a:r>
              <a:rPr lang="pl-PL" dirty="0"/>
              <a:t>Analiza głównych składowych (PCA)</a:t>
            </a:r>
          </a:p>
        </p:txBody>
      </p:sp>
      <p:pic>
        <p:nvPicPr>
          <p:cNvPr id="5" name="Obraz 4">
            <a:extLst>
              <a:ext uri="{FF2B5EF4-FFF2-40B4-BE49-F238E27FC236}">
                <a16:creationId xmlns:a16="http://schemas.microsoft.com/office/drawing/2014/main" id="{5A99A8F0-62AA-479F-B1CD-7A9F613042C5}"/>
              </a:ext>
            </a:extLst>
          </p:cNvPr>
          <p:cNvPicPr>
            <a:picLocks noChangeAspect="1"/>
          </p:cNvPicPr>
          <p:nvPr/>
        </p:nvPicPr>
        <p:blipFill rotWithShape="1">
          <a:blip r:embed="rId2"/>
          <a:srcRect l="18676" t="21018" r="39927" b="51561"/>
          <a:stretch/>
        </p:blipFill>
        <p:spPr>
          <a:xfrm>
            <a:off x="1062316" y="1344705"/>
            <a:ext cx="6839863" cy="2454089"/>
          </a:xfrm>
          <a:prstGeom prst="rect">
            <a:avLst/>
          </a:prstGeom>
        </p:spPr>
      </p:pic>
    </p:spTree>
    <p:extLst>
      <p:ext uri="{BB962C8B-B14F-4D97-AF65-F5344CB8AC3E}">
        <p14:creationId xmlns:p14="http://schemas.microsoft.com/office/powerpoint/2010/main" val="265076586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tekstu 1">
            <a:extLst>
              <a:ext uri="{FF2B5EF4-FFF2-40B4-BE49-F238E27FC236}">
                <a16:creationId xmlns:a16="http://schemas.microsoft.com/office/drawing/2014/main" id="{215D0B52-C148-474E-A259-FBEA4774DE8A}"/>
              </a:ext>
            </a:extLst>
          </p:cNvPr>
          <p:cNvSpPr>
            <a:spLocks noGrp="1"/>
          </p:cNvSpPr>
          <p:nvPr>
            <p:ph type="body" sz="quarter" idx="25"/>
          </p:nvPr>
        </p:nvSpPr>
        <p:spPr/>
        <p:txBody>
          <a:bodyPr/>
          <a:lstStyle/>
          <a:p>
            <a:endParaRPr lang="pl-PL"/>
          </a:p>
        </p:txBody>
      </p:sp>
      <p:pic>
        <p:nvPicPr>
          <p:cNvPr id="5" name="Obraz 4">
            <a:extLst>
              <a:ext uri="{FF2B5EF4-FFF2-40B4-BE49-F238E27FC236}">
                <a16:creationId xmlns:a16="http://schemas.microsoft.com/office/drawing/2014/main" id="{A1BCFE58-539C-4FF9-B1F5-F10C74D675B7}"/>
              </a:ext>
            </a:extLst>
          </p:cNvPr>
          <p:cNvPicPr>
            <a:picLocks noChangeAspect="1"/>
          </p:cNvPicPr>
          <p:nvPr/>
        </p:nvPicPr>
        <p:blipFill rotWithShape="1">
          <a:blip r:embed="rId2"/>
          <a:srcRect l="18971" t="48031" r="41176" b="14231"/>
          <a:stretch/>
        </p:blipFill>
        <p:spPr>
          <a:xfrm>
            <a:off x="732864" y="1089212"/>
            <a:ext cx="6685314" cy="3429000"/>
          </a:xfrm>
          <a:prstGeom prst="rect">
            <a:avLst/>
          </a:prstGeom>
        </p:spPr>
      </p:pic>
    </p:spTree>
    <p:extLst>
      <p:ext uri="{BB962C8B-B14F-4D97-AF65-F5344CB8AC3E}">
        <p14:creationId xmlns:p14="http://schemas.microsoft.com/office/powerpoint/2010/main" val="88137518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tekstu 1">
            <a:extLst>
              <a:ext uri="{FF2B5EF4-FFF2-40B4-BE49-F238E27FC236}">
                <a16:creationId xmlns:a16="http://schemas.microsoft.com/office/drawing/2014/main" id="{9A553301-70CE-46DB-9A2D-544B2533BB28}"/>
              </a:ext>
            </a:extLst>
          </p:cNvPr>
          <p:cNvSpPr>
            <a:spLocks noGrp="1"/>
          </p:cNvSpPr>
          <p:nvPr>
            <p:ph type="body" sz="quarter" idx="25"/>
          </p:nvPr>
        </p:nvSpPr>
        <p:spPr/>
        <p:txBody>
          <a:bodyPr/>
          <a:lstStyle/>
          <a:p>
            <a:endParaRPr lang="pl-PL"/>
          </a:p>
        </p:txBody>
      </p:sp>
      <p:pic>
        <p:nvPicPr>
          <p:cNvPr id="5" name="Obraz 4">
            <a:extLst>
              <a:ext uri="{FF2B5EF4-FFF2-40B4-BE49-F238E27FC236}">
                <a16:creationId xmlns:a16="http://schemas.microsoft.com/office/drawing/2014/main" id="{8C770CEF-E115-468B-9F01-08315C87054C}"/>
              </a:ext>
            </a:extLst>
          </p:cNvPr>
          <p:cNvPicPr>
            <a:picLocks noChangeAspect="1"/>
          </p:cNvPicPr>
          <p:nvPr/>
        </p:nvPicPr>
        <p:blipFill rotWithShape="1">
          <a:blip r:embed="rId2"/>
          <a:srcRect l="18750" t="13145" r="39118" b="45045"/>
          <a:stretch/>
        </p:blipFill>
        <p:spPr>
          <a:xfrm>
            <a:off x="1237130" y="1243854"/>
            <a:ext cx="6304224" cy="3388658"/>
          </a:xfrm>
          <a:prstGeom prst="rect">
            <a:avLst/>
          </a:prstGeom>
        </p:spPr>
      </p:pic>
    </p:spTree>
    <p:extLst>
      <p:ext uri="{BB962C8B-B14F-4D97-AF65-F5344CB8AC3E}">
        <p14:creationId xmlns:p14="http://schemas.microsoft.com/office/powerpoint/2010/main" val="167524412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tekstu 1">
            <a:extLst>
              <a:ext uri="{FF2B5EF4-FFF2-40B4-BE49-F238E27FC236}">
                <a16:creationId xmlns:a16="http://schemas.microsoft.com/office/drawing/2014/main" id="{E76F355F-9144-47AB-9EB9-9E0C417CE46A}"/>
              </a:ext>
            </a:extLst>
          </p:cNvPr>
          <p:cNvSpPr>
            <a:spLocks noGrp="1"/>
          </p:cNvSpPr>
          <p:nvPr>
            <p:ph type="body" sz="quarter" idx="25"/>
          </p:nvPr>
        </p:nvSpPr>
        <p:spPr/>
        <p:txBody>
          <a:bodyPr/>
          <a:lstStyle/>
          <a:p>
            <a:endParaRPr lang="pl-PL"/>
          </a:p>
        </p:txBody>
      </p:sp>
      <p:pic>
        <p:nvPicPr>
          <p:cNvPr id="5" name="Obraz 4">
            <a:extLst>
              <a:ext uri="{FF2B5EF4-FFF2-40B4-BE49-F238E27FC236}">
                <a16:creationId xmlns:a16="http://schemas.microsoft.com/office/drawing/2014/main" id="{7228EC54-DE8D-4CD7-BF33-F6F880DA97CA}"/>
              </a:ext>
            </a:extLst>
          </p:cNvPr>
          <p:cNvPicPr>
            <a:picLocks noChangeAspect="1"/>
          </p:cNvPicPr>
          <p:nvPr/>
        </p:nvPicPr>
        <p:blipFill rotWithShape="1">
          <a:blip r:embed="rId2"/>
          <a:srcRect l="18750" t="15995" r="37280" b="25363"/>
          <a:stretch/>
        </p:blipFill>
        <p:spPr>
          <a:xfrm>
            <a:off x="1264024" y="998443"/>
            <a:ext cx="5513294" cy="3982848"/>
          </a:xfrm>
          <a:prstGeom prst="rect">
            <a:avLst/>
          </a:prstGeom>
        </p:spPr>
      </p:pic>
    </p:spTree>
    <p:extLst>
      <p:ext uri="{BB962C8B-B14F-4D97-AF65-F5344CB8AC3E}">
        <p14:creationId xmlns:p14="http://schemas.microsoft.com/office/powerpoint/2010/main" val="71697607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tekstu 1">
            <a:extLst>
              <a:ext uri="{FF2B5EF4-FFF2-40B4-BE49-F238E27FC236}">
                <a16:creationId xmlns:a16="http://schemas.microsoft.com/office/drawing/2014/main" id="{26AECF81-5694-48DC-9B9C-71C55532E278}"/>
              </a:ext>
            </a:extLst>
          </p:cNvPr>
          <p:cNvSpPr>
            <a:spLocks noGrp="1"/>
          </p:cNvSpPr>
          <p:nvPr>
            <p:ph type="body" sz="quarter" idx="25"/>
          </p:nvPr>
        </p:nvSpPr>
        <p:spPr/>
        <p:txBody>
          <a:bodyPr/>
          <a:lstStyle/>
          <a:p>
            <a:endParaRPr lang="pl-PL"/>
          </a:p>
        </p:txBody>
      </p:sp>
      <p:pic>
        <p:nvPicPr>
          <p:cNvPr id="5" name="Obraz 4">
            <a:extLst>
              <a:ext uri="{FF2B5EF4-FFF2-40B4-BE49-F238E27FC236}">
                <a16:creationId xmlns:a16="http://schemas.microsoft.com/office/drawing/2014/main" id="{D193B198-423C-4F3A-9E40-8D0E00902D41}"/>
              </a:ext>
            </a:extLst>
          </p:cNvPr>
          <p:cNvPicPr>
            <a:picLocks noChangeAspect="1"/>
          </p:cNvPicPr>
          <p:nvPr/>
        </p:nvPicPr>
        <p:blipFill rotWithShape="1">
          <a:blip r:embed="rId2"/>
          <a:srcRect l="19044" t="16131" r="38750" b="13145"/>
          <a:stretch/>
        </p:blipFill>
        <p:spPr>
          <a:xfrm>
            <a:off x="988358" y="961464"/>
            <a:ext cx="4524936" cy="4107130"/>
          </a:xfrm>
          <a:prstGeom prst="rect">
            <a:avLst/>
          </a:prstGeom>
        </p:spPr>
      </p:pic>
    </p:spTree>
    <p:extLst>
      <p:ext uri="{BB962C8B-B14F-4D97-AF65-F5344CB8AC3E}">
        <p14:creationId xmlns:p14="http://schemas.microsoft.com/office/powerpoint/2010/main" val="417065424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tekstu 1">
            <a:extLst>
              <a:ext uri="{FF2B5EF4-FFF2-40B4-BE49-F238E27FC236}">
                <a16:creationId xmlns:a16="http://schemas.microsoft.com/office/drawing/2014/main" id="{1C5373AB-6B2E-419F-9884-6496BB283C64}"/>
              </a:ext>
            </a:extLst>
          </p:cNvPr>
          <p:cNvSpPr>
            <a:spLocks noGrp="1"/>
          </p:cNvSpPr>
          <p:nvPr>
            <p:ph type="body" sz="quarter" idx="25"/>
          </p:nvPr>
        </p:nvSpPr>
        <p:spPr/>
        <p:txBody>
          <a:bodyPr/>
          <a:lstStyle/>
          <a:p>
            <a:endParaRPr lang="pl-PL"/>
          </a:p>
        </p:txBody>
      </p:sp>
      <p:pic>
        <p:nvPicPr>
          <p:cNvPr id="5" name="Obraz 4">
            <a:extLst>
              <a:ext uri="{FF2B5EF4-FFF2-40B4-BE49-F238E27FC236}">
                <a16:creationId xmlns:a16="http://schemas.microsoft.com/office/drawing/2014/main" id="{82DB898C-EACC-4B88-80F2-9705D7A677C0}"/>
              </a:ext>
            </a:extLst>
          </p:cNvPr>
          <p:cNvPicPr>
            <a:picLocks noChangeAspect="1"/>
          </p:cNvPicPr>
          <p:nvPr/>
        </p:nvPicPr>
        <p:blipFill rotWithShape="1">
          <a:blip r:embed="rId2"/>
          <a:srcRect l="19853" t="29706" r="38235" b="34050"/>
          <a:stretch/>
        </p:blipFill>
        <p:spPr>
          <a:xfrm>
            <a:off x="974910" y="1243853"/>
            <a:ext cx="6157693" cy="2884394"/>
          </a:xfrm>
          <a:prstGeom prst="rect">
            <a:avLst/>
          </a:prstGeom>
        </p:spPr>
      </p:pic>
    </p:spTree>
    <p:extLst>
      <p:ext uri="{BB962C8B-B14F-4D97-AF65-F5344CB8AC3E}">
        <p14:creationId xmlns:p14="http://schemas.microsoft.com/office/powerpoint/2010/main" val="248129314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tekstu 1">
            <a:extLst>
              <a:ext uri="{FF2B5EF4-FFF2-40B4-BE49-F238E27FC236}">
                <a16:creationId xmlns:a16="http://schemas.microsoft.com/office/drawing/2014/main" id="{AC7C8C4D-0042-479B-A65F-571A3B56837A}"/>
              </a:ext>
            </a:extLst>
          </p:cNvPr>
          <p:cNvSpPr>
            <a:spLocks noGrp="1"/>
          </p:cNvSpPr>
          <p:nvPr>
            <p:ph type="body" sz="quarter" idx="25"/>
          </p:nvPr>
        </p:nvSpPr>
        <p:spPr/>
        <p:txBody>
          <a:bodyPr/>
          <a:lstStyle/>
          <a:p>
            <a:endParaRPr lang="pl-PL"/>
          </a:p>
        </p:txBody>
      </p:sp>
      <p:pic>
        <p:nvPicPr>
          <p:cNvPr id="5" name="Obraz 4">
            <a:extLst>
              <a:ext uri="{FF2B5EF4-FFF2-40B4-BE49-F238E27FC236}">
                <a16:creationId xmlns:a16="http://schemas.microsoft.com/office/drawing/2014/main" id="{5D3D8576-F3D1-460A-B54F-F78E70534B57}"/>
              </a:ext>
            </a:extLst>
          </p:cNvPr>
          <p:cNvPicPr>
            <a:picLocks noChangeAspect="1"/>
          </p:cNvPicPr>
          <p:nvPr/>
        </p:nvPicPr>
        <p:blipFill rotWithShape="1">
          <a:blip r:embed="rId2"/>
          <a:srcRect l="19191" t="17081" r="38750" b="44007"/>
          <a:stretch/>
        </p:blipFill>
        <p:spPr>
          <a:xfrm>
            <a:off x="49824" y="1037545"/>
            <a:ext cx="5200797" cy="2606303"/>
          </a:xfrm>
          <a:prstGeom prst="rect">
            <a:avLst/>
          </a:prstGeom>
        </p:spPr>
      </p:pic>
      <p:pic>
        <p:nvPicPr>
          <p:cNvPr id="7" name="Obraz 6">
            <a:extLst>
              <a:ext uri="{FF2B5EF4-FFF2-40B4-BE49-F238E27FC236}">
                <a16:creationId xmlns:a16="http://schemas.microsoft.com/office/drawing/2014/main" id="{7CBDB406-F08B-474C-8F30-51BFD415F316}"/>
              </a:ext>
            </a:extLst>
          </p:cNvPr>
          <p:cNvPicPr>
            <a:picLocks noChangeAspect="1"/>
          </p:cNvPicPr>
          <p:nvPr/>
        </p:nvPicPr>
        <p:blipFill rotWithShape="1">
          <a:blip r:embed="rId2"/>
          <a:srcRect l="20000" t="57626" r="41579" b="5313"/>
          <a:stretch/>
        </p:blipFill>
        <p:spPr>
          <a:xfrm>
            <a:off x="4256575" y="1601312"/>
            <a:ext cx="4887425" cy="2553703"/>
          </a:xfrm>
          <a:prstGeom prst="rect">
            <a:avLst/>
          </a:prstGeom>
        </p:spPr>
      </p:pic>
    </p:spTree>
    <p:extLst>
      <p:ext uri="{BB962C8B-B14F-4D97-AF65-F5344CB8AC3E}">
        <p14:creationId xmlns:p14="http://schemas.microsoft.com/office/powerpoint/2010/main" val="378761766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tekstu 1">
            <a:extLst>
              <a:ext uri="{FF2B5EF4-FFF2-40B4-BE49-F238E27FC236}">
                <a16:creationId xmlns:a16="http://schemas.microsoft.com/office/drawing/2014/main" id="{D47A42C3-F291-4120-B4CC-A6355AD5EFC1}"/>
              </a:ext>
            </a:extLst>
          </p:cNvPr>
          <p:cNvSpPr>
            <a:spLocks noGrp="1"/>
          </p:cNvSpPr>
          <p:nvPr>
            <p:ph type="body" sz="quarter" idx="25"/>
          </p:nvPr>
        </p:nvSpPr>
        <p:spPr/>
        <p:txBody>
          <a:bodyPr/>
          <a:lstStyle/>
          <a:p>
            <a:endParaRPr lang="pl-PL"/>
          </a:p>
        </p:txBody>
      </p:sp>
      <p:pic>
        <p:nvPicPr>
          <p:cNvPr id="5" name="Obraz 4">
            <a:extLst>
              <a:ext uri="{FF2B5EF4-FFF2-40B4-BE49-F238E27FC236}">
                <a16:creationId xmlns:a16="http://schemas.microsoft.com/office/drawing/2014/main" id="{2836C78D-5E9A-477E-80ED-379FA88968D7}"/>
              </a:ext>
            </a:extLst>
          </p:cNvPr>
          <p:cNvPicPr>
            <a:picLocks noChangeAspect="1"/>
          </p:cNvPicPr>
          <p:nvPr/>
        </p:nvPicPr>
        <p:blipFill rotWithShape="1">
          <a:blip r:embed="rId2"/>
          <a:srcRect l="19264" t="20882" r="36324" b="59706"/>
          <a:stretch/>
        </p:blipFill>
        <p:spPr>
          <a:xfrm>
            <a:off x="1021976" y="1452281"/>
            <a:ext cx="6815673" cy="1613647"/>
          </a:xfrm>
          <a:prstGeom prst="rect">
            <a:avLst/>
          </a:prstGeom>
        </p:spPr>
      </p:pic>
    </p:spTree>
    <p:extLst>
      <p:ext uri="{BB962C8B-B14F-4D97-AF65-F5344CB8AC3E}">
        <p14:creationId xmlns:p14="http://schemas.microsoft.com/office/powerpoint/2010/main" val="411219694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tekstu 1">
            <a:extLst>
              <a:ext uri="{FF2B5EF4-FFF2-40B4-BE49-F238E27FC236}">
                <a16:creationId xmlns:a16="http://schemas.microsoft.com/office/drawing/2014/main" id="{F8BBCAD9-00CA-4F72-BE46-C631FC6533B0}"/>
              </a:ext>
            </a:extLst>
          </p:cNvPr>
          <p:cNvSpPr>
            <a:spLocks noGrp="1"/>
          </p:cNvSpPr>
          <p:nvPr>
            <p:ph type="body" sz="quarter" idx="25"/>
          </p:nvPr>
        </p:nvSpPr>
        <p:spPr/>
        <p:txBody>
          <a:bodyPr/>
          <a:lstStyle/>
          <a:p>
            <a:endParaRPr lang="pl-PL"/>
          </a:p>
        </p:txBody>
      </p:sp>
      <p:sp>
        <p:nvSpPr>
          <p:cNvPr id="3" name="Symbol zastępczy tekstu 2">
            <a:extLst>
              <a:ext uri="{FF2B5EF4-FFF2-40B4-BE49-F238E27FC236}">
                <a16:creationId xmlns:a16="http://schemas.microsoft.com/office/drawing/2014/main" id="{F32168D2-1B3A-46FB-9C89-44576D595BF2}"/>
              </a:ext>
            </a:extLst>
          </p:cNvPr>
          <p:cNvSpPr>
            <a:spLocks noGrp="1"/>
          </p:cNvSpPr>
          <p:nvPr>
            <p:ph type="body" sz="quarter" idx="27"/>
          </p:nvPr>
        </p:nvSpPr>
        <p:spPr/>
        <p:txBody>
          <a:bodyPr/>
          <a:lstStyle/>
          <a:p>
            <a:pPr marL="0" indent="0">
              <a:buNone/>
            </a:pPr>
            <a:r>
              <a:rPr lang="pl-PL" dirty="0"/>
              <a:t>Algorytm działa rekurencyjnie dla każdego węzła drzewa. Musimy podjąć decyzję, czy węzeł będzie:</a:t>
            </a:r>
          </a:p>
          <a:p>
            <a:pPr marL="0" indent="0">
              <a:buNone/>
            </a:pPr>
            <a:endParaRPr lang="pl-PL" dirty="0"/>
          </a:p>
          <a:p>
            <a:r>
              <a:rPr lang="pl-PL" dirty="0"/>
              <a:t>liściem według kryterium stopu – kończymy to wywołanie rekurencyjne</a:t>
            </a:r>
          </a:p>
          <a:p>
            <a:r>
              <a:rPr lang="pl-PL" dirty="0"/>
              <a:t>węzłem rozgałęziającym się według kryterium wyboru atrybutu – dokonujemy wyboru atrybutu, tworzymy rozgałęzienia według wartości, jakie przyjmuje dany atrybut, i dla każdego węzła potomnego tworzymy rekurencyjne wywołanie algorytmu, z listą atrybutów zmniejszoną o właśnie wybrany atrybut.</a:t>
            </a:r>
          </a:p>
          <a:p>
            <a:pPr marL="0" indent="0">
              <a:buNone/>
            </a:pPr>
            <a:endParaRPr lang="pl-PL" dirty="0"/>
          </a:p>
          <a:p>
            <a:pPr marL="0" indent="0">
              <a:buNone/>
            </a:pPr>
            <a:r>
              <a:rPr lang="pl-PL" dirty="0"/>
              <a:t>Wszystkie algorytmy działają według podanego schematu, różnice w implementacji dotyczą kryteriów stopu i wyboru atrybutu. </a:t>
            </a:r>
          </a:p>
        </p:txBody>
      </p:sp>
    </p:spTree>
    <p:extLst>
      <p:ext uri="{BB962C8B-B14F-4D97-AF65-F5344CB8AC3E}">
        <p14:creationId xmlns:p14="http://schemas.microsoft.com/office/powerpoint/2010/main" val="194321095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tekstu 1">
            <a:extLst>
              <a:ext uri="{FF2B5EF4-FFF2-40B4-BE49-F238E27FC236}">
                <a16:creationId xmlns:a16="http://schemas.microsoft.com/office/drawing/2014/main" id="{02038C04-421A-4B50-B72C-F77D521F8BF3}"/>
              </a:ext>
            </a:extLst>
          </p:cNvPr>
          <p:cNvSpPr>
            <a:spLocks noGrp="1"/>
          </p:cNvSpPr>
          <p:nvPr>
            <p:ph type="body" sz="quarter" idx="25"/>
          </p:nvPr>
        </p:nvSpPr>
        <p:spPr/>
        <p:txBody>
          <a:bodyPr/>
          <a:lstStyle/>
          <a:p>
            <a:r>
              <a:rPr lang="pl-PL" dirty="0"/>
              <a:t>Algorytm najbliższego sąsiada</a:t>
            </a:r>
          </a:p>
        </p:txBody>
      </p:sp>
      <p:sp>
        <p:nvSpPr>
          <p:cNvPr id="3" name="Symbol zastępczy tekstu 2">
            <a:extLst>
              <a:ext uri="{FF2B5EF4-FFF2-40B4-BE49-F238E27FC236}">
                <a16:creationId xmlns:a16="http://schemas.microsoft.com/office/drawing/2014/main" id="{D2A20F2A-8A4A-4FAC-93A5-DA21F67FDEEA}"/>
              </a:ext>
            </a:extLst>
          </p:cNvPr>
          <p:cNvSpPr>
            <a:spLocks noGrp="1"/>
          </p:cNvSpPr>
          <p:nvPr>
            <p:ph type="body" sz="quarter" idx="27"/>
          </p:nvPr>
        </p:nvSpPr>
        <p:spPr>
          <a:xfrm>
            <a:off x="457200" y="853640"/>
            <a:ext cx="8235950" cy="1058287"/>
          </a:xfrm>
        </p:spPr>
        <p:txBody>
          <a:bodyPr/>
          <a:lstStyle/>
          <a:p>
            <a:pPr marL="0" indent="0">
              <a:buNone/>
            </a:pPr>
            <a:r>
              <a:rPr lang="pl-PL" dirty="0"/>
              <a:t>Algorytm najbliższego sąsiada (ang. </a:t>
            </a:r>
            <a:r>
              <a:rPr lang="pl-PL" dirty="0" err="1"/>
              <a:t>nearest</a:t>
            </a:r>
            <a:r>
              <a:rPr lang="pl-PL" dirty="0"/>
              <a:t> </a:t>
            </a:r>
            <a:r>
              <a:rPr lang="pl-PL" dirty="0" err="1"/>
              <a:t>neighbour</a:t>
            </a:r>
            <a:r>
              <a:rPr lang="pl-PL" dirty="0"/>
              <a:t> </a:t>
            </a:r>
            <a:r>
              <a:rPr lang="pl-PL" dirty="0" err="1"/>
              <a:t>algorithm</a:t>
            </a:r>
            <a:r>
              <a:rPr lang="pl-PL" dirty="0"/>
              <a:t>, w skrócie NN) – algorytm służący do rozwiązywania problemu komiwojażera. Jest to algorytm wykorzystujący strategię zachłanną. </a:t>
            </a:r>
          </a:p>
        </p:txBody>
      </p:sp>
      <p:sp>
        <p:nvSpPr>
          <p:cNvPr id="5" name="pole tekstowe 4">
            <a:extLst>
              <a:ext uri="{FF2B5EF4-FFF2-40B4-BE49-F238E27FC236}">
                <a16:creationId xmlns:a16="http://schemas.microsoft.com/office/drawing/2014/main" id="{83485AF9-AC1C-45E8-8ADF-9E4D743A8E3F}"/>
              </a:ext>
            </a:extLst>
          </p:cNvPr>
          <p:cNvSpPr txBox="1"/>
          <p:nvPr/>
        </p:nvSpPr>
        <p:spPr>
          <a:xfrm>
            <a:off x="713508" y="2265218"/>
            <a:ext cx="6636327" cy="1477328"/>
          </a:xfrm>
          <a:prstGeom prst="rect">
            <a:avLst/>
          </a:prstGeom>
          <a:noFill/>
        </p:spPr>
        <p:txBody>
          <a:bodyPr wrap="square">
            <a:spAutoFit/>
          </a:bodyPr>
          <a:lstStyle/>
          <a:p>
            <a:r>
              <a:rPr lang="pl-PL" dirty="0"/>
              <a:t>Algorytm rozpoczyna działanie od wybranego wierzchołka (nazwijmy go wierzchołkiem początkowym) i polega na kolejnym przechodzeniu do najbliższego nieodwiedzonego sąsiada ostatnio dodanego wierzchołka. W bardziej formalnym zapisie algorytm działa w następujący sposób: </a:t>
            </a:r>
          </a:p>
        </p:txBody>
      </p:sp>
    </p:spTree>
    <p:extLst>
      <p:ext uri="{BB962C8B-B14F-4D97-AF65-F5344CB8AC3E}">
        <p14:creationId xmlns:p14="http://schemas.microsoft.com/office/powerpoint/2010/main" val="190646967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tekstu 1">
            <a:extLst>
              <a:ext uri="{FF2B5EF4-FFF2-40B4-BE49-F238E27FC236}">
                <a16:creationId xmlns:a16="http://schemas.microsoft.com/office/drawing/2014/main" id="{ADE95446-9950-4B5C-B2C8-5D3A5824AF9B}"/>
              </a:ext>
            </a:extLst>
          </p:cNvPr>
          <p:cNvSpPr>
            <a:spLocks noGrp="1"/>
          </p:cNvSpPr>
          <p:nvPr>
            <p:ph type="body" sz="quarter" idx="25"/>
          </p:nvPr>
        </p:nvSpPr>
        <p:spPr/>
        <p:txBody>
          <a:bodyPr/>
          <a:lstStyle/>
          <a:p>
            <a:endParaRPr lang="pl-PL"/>
          </a:p>
        </p:txBody>
      </p:sp>
      <p:sp>
        <p:nvSpPr>
          <p:cNvPr id="5" name="pole tekstowe 4">
            <a:extLst>
              <a:ext uri="{FF2B5EF4-FFF2-40B4-BE49-F238E27FC236}">
                <a16:creationId xmlns:a16="http://schemas.microsoft.com/office/drawing/2014/main" id="{69DA6092-E321-4168-98BE-B725DF07B4E6}"/>
              </a:ext>
            </a:extLst>
          </p:cNvPr>
          <p:cNvSpPr txBox="1"/>
          <p:nvPr/>
        </p:nvSpPr>
        <p:spPr>
          <a:xfrm>
            <a:off x="685798" y="1357435"/>
            <a:ext cx="7329055" cy="3139321"/>
          </a:xfrm>
          <a:prstGeom prst="rect">
            <a:avLst/>
          </a:prstGeom>
          <a:noFill/>
        </p:spPr>
        <p:txBody>
          <a:bodyPr wrap="square">
            <a:spAutoFit/>
          </a:bodyPr>
          <a:lstStyle/>
          <a:p>
            <a:pPr>
              <a:buFont typeface="+mj-lt"/>
              <a:buAutoNum type="arabicPeriod"/>
            </a:pPr>
            <a:r>
              <a:rPr lang="pl-PL" dirty="0"/>
              <a:t> Wierzchołek początkowy oznaczamy jako odwiedzony i ustawiamy jako aktualny.</a:t>
            </a:r>
          </a:p>
          <a:p>
            <a:pPr>
              <a:buFont typeface="+mj-lt"/>
              <a:buAutoNum type="arabicPeriod"/>
            </a:pPr>
            <a:r>
              <a:rPr lang="pl-PL" dirty="0"/>
              <a:t> Znajdujemy najkrótszą spośród krawędzi łączących aktualny wierzchołek z jeszcze nieodwiedzonymi wierzchołkami.</a:t>
            </a:r>
          </a:p>
          <a:p>
            <a:pPr>
              <a:buFont typeface="+mj-lt"/>
              <a:buAutoNum type="arabicPeriod"/>
            </a:pPr>
            <a:r>
              <a:rPr lang="pl-PL" dirty="0"/>
              <a:t> Dołączamy do rozwiązania krawędź znalezioną w punkcie 2.</a:t>
            </a:r>
          </a:p>
          <a:p>
            <a:pPr>
              <a:buFont typeface="+mj-lt"/>
              <a:buAutoNum type="arabicPeriod"/>
            </a:pPr>
            <a:r>
              <a:rPr lang="pl-PL" dirty="0"/>
              <a:t> Wierzchołek będący </a:t>
            </a:r>
            <a:r>
              <a:rPr lang="pl-PL" i="1" dirty="0"/>
              <a:t>drugim końcem</a:t>
            </a:r>
            <a:r>
              <a:rPr lang="pl-PL" dirty="0"/>
              <a:t> krawędzi znalezionej w punkcie 2 oznaczamy jako odwiedzony i ustawiamy jako aktualny.</a:t>
            </a:r>
          </a:p>
          <a:p>
            <a:pPr>
              <a:buFont typeface="+mj-lt"/>
              <a:buAutoNum type="arabicPeriod"/>
            </a:pPr>
            <a:r>
              <a:rPr lang="pl-PL" dirty="0"/>
              <a:t> Jeśli są jeszcze nieodwiedzone wierzchołki, przechodzimy do punktu 2.</a:t>
            </a:r>
          </a:p>
          <a:p>
            <a:pPr>
              <a:buFont typeface="+mj-lt"/>
              <a:buAutoNum type="arabicPeriod"/>
            </a:pPr>
            <a:r>
              <a:rPr lang="pl-PL" dirty="0"/>
              <a:t> Dołączamy krawędź łączącą ostatnio dodany wierzchołek z wierzchołkiem początkowym. Zamykamy w ten sposób cykl.</a:t>
            </a:r>
          </a:p>
        </p:txBody>
      </p:sp>
    </p:spTree>
    <p:extLst>
      <p:ext uri="{BB962C8B-B14F-4D97-AF65-F5344CB8AC3E}">
        <p14:creationId xmlns:p14="http://schemas.microsoft.com/office/powerpoint/2010/main" val="196850420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tekstu 1">
            <a:extLst>
              <a:ext uri="{FF2B5EF4-FFF2-40B4-BE49-F238E27FC236}">
                <a16:creationId xmlns:a16="http://schemas.microsoft.com/office/drawing/2014/main" id="{4847EBC3-0BB2-4C3F-AC5D-C00C08BE9589}"/>
              </a:ext>
            </a:extLst>
          </p:cNvPr>
          <p:cNvSpPr>
            <a:spLocks noGrp="1"/>
          </p:cNvSpPr>
          <p:nvPr>
            <p:ph type="body" sz="quarter" idx="25"/>
          </p:nvPr>
        </p:nvSpPr>
        <p:spPr/>
        <p:txBody>
          <a:bodyPr/>
          <a:lstStyle/>
          <a:p>
            <a:r>
              <a:rPr lang="pl-PL" dirty="0"/>
              <a:t>Prezentacja graficzna działania algorytmu</a:t>
            </a:r>
          </a:p>
        </p:txBody>
      </p:sp>
      <p:pic>
        <p:nvPicPr>
          <p:cNvPr id="5" name="Obraz 4" descr="Obraz zawierający rozmycie&#10;&#10;Opis wygenerowany automatycznie">
            <a:extLst>
              <a:ext uri="{FF2B5EF4-FFF2-40B4-BE49-F238E27FC236}">
                <a16:creationId xmlns:a16="http://schemas.microsoft.com/office/drawing/2014/main" id="{8F07110F-6528-490E-8AD2-06FE47C7E12D}"/>
              </a:ext>
            </a:extLst>
          </p:cNvPr>
          <p:cNvPicPr>
            <a:picLocks noChangeAspect="1"/>
          </p:cNvPicPr>
          <p:nvPr/>
        </p:nvPicPr>
        <p:blipFill>
          <a:blip r:embed="rId2"/>
          <a:stretch>
            <a:fillRect/>
          </a:stretch>
        </p:blipFill>
        <p:spPr>
          <a:xfrm>
            <a:off x="1116157" y="1903268"/>
            <a:ext cx="2381250" cy="1905000"/>
          </a:xfrm>
          <a:prstGeom prst="rect">
            <a:avLst/>
          </a:prstGeom>
        </p:spPr>
      </p:pic>
      <p:pic>
        <p:nvPicPr>
          <p:cNvPr id="7" name="Obraz 6" descr="Obraz zawierający rozmycie&#10;&#10;Opis wygenerowany automatycznie">
            <a:extLst>
              <a:ext uri="{FF2B5EF4-FFF2-40B4-BE49-F238E27FC236}">
                <a16:creationId xmlns:a16="http://schemas.microsoft.com/office/drawing/2014/main" id="{A3FA3E17-5807-485C-9131-C087C3C54A69}"/>
              </a:ext>
            </a:extLst>
          </p:cNvPr>
          <p:cNvPicPr>
            <a:picLocks noChangeAspect="1"/>
          </p:cNvPicPr>
          <p:nvPr/>
        </p:nvPicPr>
        <p:blipFill>
          <a:blip r:embed="rId3"/>
          <a:stretch>
            <a:fillRect/>
          </a:stretch>
        </p:blipFill>
        <p:spPr>
          <a:xfrm>
            <a:off x="5355648" y="1965613"/>
            <a:ext cx="2381250" cy="1905000"/>
          </a:xfrm>
          <a:prstGeom prst="rect">
            <a:avLst/>
          </a:prstGeom>
        </p:spPr>
      </p:pic>
    </p:spTree>
    <p:extLst>
      <p:ext uri="{BB962C8B-B14F-4D97-AF65-F5344CB8AC3E}">
        <p14:creationId xmlns:p14="http://schemas.microsoft.com/office/powerpoint/2010/main" val="186824864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tekstu 1">
            <a:extLst>
              <a:ext uri="{FF2B5EF4-FFF2-40B4-BE49-F238E27FC236}">
                <a16:creationId xmlns:a16="http://schemas.microsoft.com/office/drawing/2014/main" id="{37178730-6423-4733-BAA2-02C33EC25F34}"/>
              </a:ext>
            </a:extLst>
          </p:cNvPr>
          <p:cNvSpPr>
            <a:spLocks noGrp="1"/>
          </p:cNvSpPr>
          <p:nvPr>
            <p:ph type="body" sz="quarter" idx="25"/>
          </p:nvPr>
        </p:nvSpPr>
        <p:spPr/>
        <p:txBody>
          <a:bodyPr/>
          <a:lstStyle/>
          <a:p>
            <a:endParaRPr lang="pl-PL"/>
          </a:p>
        </p:txBody>
      </p:sp>
      <p:pic>
        <p:nvPicPr>
          <p:cNvPr id="6" name="Obraz 5">
            <a:extLst>
              <a:ext uri="{FF2B5EF4-FFF2-40B4-BE49-F238E27FC236}">
                <a16:creationId xmlns:a16="http://schemas.microsoft.com/office/drawing/2014/main" id="{B8E062FF-2246-4047-84EE-F92982A281B8}"/>
              </a:ext>
            </a:extLst>
          </p:cNvPr>
          <p:cNvPicPr>
            <a:picLocks noChangeAspect="1"/>
          </p:cNvPicPr>
          <p:nvPr/>
        </p:nvPicPr>
        <p:blipFill rotWithShape="1">
          <a:blip r:embed="rId2"/>
          <a:srcRect l="73588" t="47950" r="4930" b="16688"/>
          <a:stretch/>
        </p:blipFill>
        <p:spPr>
          <a:xfrm>
            <a:off x="1633354" y="1319249"/>
            <a:ext cx="3385375" cy="2995484"/>
          </a:xfrm>
          <a:prstGeom prst="rect">
            <a:avLst/>
          </a:prstGeom>
        </p:spPr>
      </p:pic>
    </p:spTree>
    <p:extLst>
      <p:ext uri="{BB962C8B-B14F-4D97-AF65-F5344CB8AC3E}">
        <p14:creationId xmlns:p14="http://schemas.microsoft.com/office/powerpoint/2010/main" val="314407243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tekstu 1">
            <a:extLst>
              <a:ext uri="{FF2B5EF4-FFF2-40B4-BE49-F238E27FC236}">
                <a16:creationId xmlns:a16="http://schemas.microsoft.com/office/drawing/2014/main" id="{F770E63E-790E-4870-8889-1933906E7998}"/>
              </a:ext>
            </a:extLst>
          </p:cNvPr>
          <p:cNvSpPr>
            <a:spLocks noGrp="1"/>
          </p:cNvSpPr>
          <p:nvPr>
            <p:ph type="body" sz="quarter" idx="25"/>
          </p:nvPr>
        </p:nvSpPr>
        <p:spPr/>
        <p:txBody>
          <a:bodyPr/>
          <a:lstStyle/>
          <a:p>
            <a:r>
              <a:rPr lang="pl-PL" dirty="0"/>
              <a:t>Algorytm – drzewa decyzyjne</a:t>
            </a:r>
          </a:p>
        </p:txBody>
      </p:sp>
      <p:pic>
        <p:nvPicPr>
          <p:cNvPr id="5" name="Obraz 4">
            <a:extLst>
              <a:ext uri="{FF2B5EF4-FFF2-40B4-BE49-F238E27FC236}">
                <a16:creationId xmlns:a16="http://schemas.microsoft.com/office/drawing/2014/main" id="{1AF7DF56-4C00-4AA9-AC5D-D7C7E4A1A190}"/>
              </a:ext>
            </a:extLst>
          </p:cNvPr>
          <p:cNvPicPr>
            <a:picLocks noChangeAspect="1"/>
          </p:cNvPicPr>
          <p:nvPr/>
        </p:nvPicPr>
        <p:blipFill>
          <a:blip r:embed="rId2"/>
          <a:stretch>
            <a:fillRect/>
          </a:stretch>
        </p:blipFill>
        <p:spPr>
          <a:xfrm>
            <a:off x="581607" y="1503079"/>
            <a:ext cx="2691831" cy="2947555"/>
          </a:xfrm>
          <a:prstGeom prst="rect">
            <a:avLst/>
          </a:prstGeom>
        </p:spPr>
      </p:pic>
      <p:pic>
        <p:nvPicPr>
          <p:cNvPr id="8" name="Obraz 7">
            <a:extLst>
              <a:ext uri="{FF2B5EF4-FFF2-40B4-BE49-F238E27FC236}">
                <a16:creationId xmlns:a16="http://schemas.microsoft.com/office/drawing/2014/main" id="{90ED363C-3745-4DE9-8668-BB15DE2A1E91}"/>
              </a:ext>
            </a:extLst>
          </p:cNvPr>
          <p:cNvPicPr>
            <a:picLocks noChangeAspect="1"/>
          </p:cNvPicPr>
          <p:nvPr/>
        </p:nvPicPr>
        <p:blipFill rotWithShape="1">
          <a:blip r:embed="rId3"/>
          <a:srcRect l="9697" t="30514" r="56288" b="52150"/>
          <a:stretch/>
        </p:blipFill>
        <p:spPr>
          <a:xfrm>
            <a:off x="3893127" y="1745672"/>
            <a:ext cx="4855172" cy="1330037"/>
          </a:xfrm>
          <a:prstGeom prst="rect">
            <a:avLst/>
          </a:prstGeom>
        </p:spPr>
      </p:pic>
    </p:spTree>
    <p:extLst>
      <p:ext uri="{BB962C8B-B14F-4D97-AF65-F5344CB8AC3E}">
        <p14:creationId xmlns:p14="http://schemas.microsoft.com/office/powerpoint/2010/main" val="223198776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tekstu 1">
            <a:extLst>
              <a:ext uri="{FF2B5EF4-FFF2-40B4-BE49-F238E27FC236}">
                <a16:creationId xmlns:a16="http://schemas.microsoft.com/office/drawing/2014/main" id="{57D36E6B-F659-4F94-891F-52141519516D}"/>
              </a:ext>
            </a:extLst>
          </p:cNvPr>
          <p:cNvSpPr>
            <a:spLocks noGrp="1"/>
          </p:cNvSpPr>
          <p:nvPr>
            <p:ph type="body" sz="quarter" idx="25"/>
          </p:nvPr>
        </p:nvSpPr>
        <p:spPr/>
        <p:txBody>
          <a:bodyPr/>
          <a:lstStyle/>
          <a:p>
            <a:r>
              <a:rPr lang="pl-PL" dirty="0"/>
              <a:t>Las losowy</a:t>
            </a:r>
          </a:p>
        </p:txBody>
      </p:sp>
      <p:sp>
        <p:nvSpPr>
          <p:cNvPr id="3" name="Symbol zastępczy tekstu 2">
            <a:extLst>
              <a:ext uri="{FF2B5EF4-FFF2-40B4-BE49-F238E27FC236}">
                <a16:creationId xmlns:a16="http://schemas.microsoft.com/office/drawing/2014/main" id="{E543F08B-85D6-4332-917E-32E1555924E1}"/>
              </a:ext>
            </a:extLst>
          </p:cNvPr>
          <p:cNvSpPr>
            <a:spLocks noGrp="1"/>
          </p:cNvSpPr>
          <p:nvPr>
            <p:ph type="body" sz="quarter" idx="27"/>
          </p:nvPr>
        </p:nvSpPr>
        <p:spPr>
          <a:xfrm>
            <a:off x="457200" y="1209464"/>
            <a:ext cx="8235950" cy="2097378"/>
          </a:xfrm>
        </p:spPr>
        <p:txBody>
          <a:bodyPr/>
          <a:lstStyle/>
          <a:p>
            <a:pPr marL="0" indent="0">
              <a:buNone/>
            </a:pPr>
            <a:r>
              <a:rPr lang="pl-PL" dirty="0"/>
              <a:t>Las losowy (ang. </a:t>
            </a:r>
            <a:r>
              <a:rPr lang="pl-PL" dirty="0" err="1"/>
              <a:t>random</a:t>
            </a:r>
            <a:r>
              <a:rPr lang="pl-PL" dirty="0"/>
              <a:t> </a:t>
            </a:r>
            <a:r>
              <a:rPr lang="pl-PL" dirty="0" err="1"/>
              <a:t>forest</a:t>
            </a:r>
            <a:r>
              <a:rPr lang="pl-PL" dirty="0"/>
              <a:t>) jest pojęciem, które zostało zaproponowane przez Leo </a:t>
            </a:r>
            <a:r>
              <a:rPr lang="pl-PL" dirty="0" err="1"/>
              <a:t>Breimana</a:t>
            </a:r>
            <a:r>
              <a:rPr lang="pl-PL" dirty="0"/>
              <a:t>. Stanowi jeden z najciekawszych oraz najbardziej użytecznych algorytmów uczenia maszynowego. Jest niezwykle popularny w badaniach genetycznych, przewidywaniu aktywności biologicznej cząsteczek czy analizie dokumentów tekstowych – po prostu tam, gdzie mamy do czynienia z dużą liczbą cech.</a:t>
            </a:r>
          </a:p>
        </p:txBody>
      </p:sp>
    </p:spTree>
    <p:extLst>
      <p:ext uri="{BB962C8B-B14F-4D97-AF65-F5344CB8AC3E}">
        <p14:creationId xmlns:p14="http://schemas.microsoft.com/office/powerpoint/2010/main" val="231766852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tekstu 1">
            <a:extLst>
              <a:ext uri="{FF2B5EF4-FFF2-40B4-BE49-F238E27FC236}">
                <a16:creationId xmlns:a16="http://schemas.microsoft.com/office/drawing/2014/main" id="{A791A985-DC47-4A78-92E8-01C08F9B591F}"/>
              </a:ext>
            </a:extLst>
          </p:cNvPr>
          <p:cNvSpPr>
            <a:spLocks noGrp="1"/>
          </p:cNvSpPr>
          <p:nvPr>
            <p:ph type="body" sz="quarter" idx="25"/>
          </p:nvPr>
        </p:nvSpPr>
        <p:spPr/>
        <p:txBody>
          <a:bodyPr/>
          <a:lstStyle/>
          <a:p>
            <a:r>
              <a:rPr lang="pl-PL" dirty="0"/>
              <a:t>Algorytm </a:t>
            </a:r>
            <a:r>
              <a:rPr lang="pl-PL" dirty="0" err="1"/>
              <a:t>Random</a:t>
            </a:r>
            <a:r>
              <a:rPr lang="pl-PL" dirty="0"/>
              <a:t> </a:t>
            </a:r>
            <a:r>
              <a:rPr lang="pl-PL" dirty="0" err="1"/>
              <a:t>Forest</a:t>
            </a:r>
            <a:r>
              <a:rPr lang="pl-PL" dirty="0"/>
              <a:t> (Lasy losowe)</a:t>
            </a:r>
          </a:p>
        </p:txBody>
      </p:sp>
      <p:pic>
        <p:nvPicPr>
          <p:cNvPr id="5" name="Obraz 4">
            <a:extLst>
              <a:ext uri="{FF2B5EF4-FFF2-40B4-BE49-F238E27FC236}">
                <a16:creationId xmlns:a16="http://schemas.microsoft.com/office/drawing/2014/main" id="{8A01BE6A-9F48-49E1-BDAB-9D1C83B3F5F7}"/>
              </a:ext>
            </a:extLst>
          </p:cNvPr>
          <p:cNvPicPr>
            <a:picLocks noChangeAspect="1"/>
          </p:cNvPicPr>
          <p:nvPr/>
        </p:nvPicPr>
        <p:blipFill>
          <a:blip r:embed="rId2"/>
          <a:stretch>
            <a:fillRect/>
          </a:stretch>
        </p:blipFill>
        <p:spPr>
          <a:xfrm>
            <a:off x="1172666" y="1482328"/>
            <a:ext cx="5978236" cy="3028973"/>
          </a:xfrm>
          <a:prstGeom prst="rect">
            <a:avLst/>
          </a:prstGeom>
        </p:spPr>
      </p:pic>
    </p:spTree>
    <p:extLst>
      <p:ext uri="{BB962C8B-B14F-4D97-AF65-F5344CB8AC3E}">
        <p14:creationId xmlns:p14="http://schemas.microsoft.com/office/powerpoint/2010/main" val="38293037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tekstu 1">
            <a:extLst>
              <a:ext uri="{FF2B5EF4-FFF2-40B4-BE49-F238E27FC236}">
                <a16:creationId xmlns:a16="http://schemas.microsoft.com/office/drawing/2014/main" id="{2337DAE0-723F-4019-8B27-A9AF5EBA2C0F}"/>
              </a:ext>
            </a:extLst>
          </p:cNvPr>
          <p:cNvSpPr>
            <a:spLocks noGrp="1"/>
          </p:cNvSpPr>
          <p:nvPr>
            <p:ph type="body" sz="quarter" idx="25"/>
          </p:nvPr>
        </p:nvSpPr>
        <p:spPr/>
        <p:txBody>
          <a:bodyPr/>
          <a:lstStyle/>
          <a:p>
            <a:r>
              <a:rPr lang="pl-PL" dirty="0"/>
              <a:t>Jak uzyskać drzewa składające się na las losowy?</a:t>
            </a:r>
          </a:p>
        </p:txBody>
      </p:sp>
      <p:sp>
        <p:nvSpPr>
          <p:cNvPr id="3" name="Symbol zastępczy tekstu 2">
            <a:extLst>
              <a:ext uri="{FF2B5EF4-FFF2-40B4-BE49-F238E27FC236}">
                <a16:creationId xmlns:a16="http://schemas.microsoft.com/office/drawing/2014/main" id="{DC6E6830-6D1E-4FCC-A0BD-8D8F441BFA25}"/>
              </a:ext>
            </a:extLst>
          </p:cNvPr>
          <p:cNvSpPr>
            <a:spLocks noGrp="1"/>
          </p:cNvSpPr>
          <p:nvPr>
            <p:ph type="body" sz="quarter" idx="27"/>
          </p:nvPr>
        </p:nvSpPr>
        <p:spPr/>
        <p:txBody>
          <a:bodyPr/>
          <a:lstStyle/>
          <a:p>
            <a:endParaRPr lang="pl-PL" dirty="0"/>
          </a:p>
          <a:p>
            <a:r>
              <a:rPr lang="pl-PL" dirty="0"/>
              <a:t>Pierwszym krokiem jest losowanie ze zwracaniem podzbioru danych (przypadków) z dostępnej próby uczącej.</a:t>
            </a:r>
          </a:p>
          <a:p>
            <a:r>
              <a:rPr lang="pl-PL" dirty="0"/>
              <a:t>Następnie, powinniśmy stworzyć drzewo dla wylosowanego wcześniej podzbioru. W tym punkcie trzeba sprawdzić, czy dzielony zbiór jest jednorodny oraz czy nie jest zbyt mały, by go podzielić. Należy wylosować pewną liczbę zmiennych objaśniających oraz znaleźć najlepszy podział z wykorzystaniem wylosowanego podzbioru zmiennych. Zbiór ten później dzielimy na dwie części.</a:t>
            </a:r>
          </a:p>
          <a:p>
            <a:r>
              <a:rPr lang="pl-PL" dirty="0"/>
              <a:t>Jeżeli liczba drzew osiągnie zadane maksimum lub błąd w próbie testowej przestanie maleć, należy zakończyć uczenie. W przeciwnym przypadku, należy wrócić do pierwszego kroku. W ogólności: drzewa "głosują" nad rozwiązaniem, wybór następuje zwykłą większością głosów.</a:t>
            </a:r>
          </a:p>
          <a:p>
            <a:endParaRPr lang="pl-PL" dirty="0"/>
          </a:p>
        </p:txBody>
      </p:sp>
    </p:spTree>
    <p:extLst>
      <p:ext uri="{BB962C8B-B14F-4D97-AF65-F5344CB8AC3E}">
        <p14:creationId xmlns:p14="http://schemas.microsoft.com/office/powerpoint/2010/main" val="26333614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tekstu 1">
            <a:extLst>
              <a:ext uri="{FF2B5EF4-FFF2-40B4-BE49-F238E27FC236}">
                <a16:creationId xmlns:a16="http://schemas.microsoft.com/office/drawing/2014/main" id="{82DB98E8-5779-4A20-8244-076205C8FFBD}"/>
              </a:ext>
            </a:extLst>
          </p:cNvPr>
          <p:cNvSpPr>
            <a:spLocks noGrp="1"/>
          </p:cNvSpPr>
          <p:nvPr>
            <p:ph type="body" sz="quarter" idx="25"/>
          </p:nvPr>
        </p:nvSpPr>
        <p:spPr/>
        <p:txBody>
          <a:bodyPr/>
          <a:lstStyle/>
          <a:p>
            <a:r>
              <a:rPr lang="pl-PL" dirty="0"/>
              <a:t>Zalety lasu losowego</a:t>
            </a:r>
          </a:p>
        </p:txBody>
      </p:sp>
      <p:sp>
        <p:nvSpPr>
          <p:cNvPr id="3" name="Symbol zastępczy tekstu 2">
            <a:extLst>
              <a:ext uri="{FF2B5EF4-FFF2-40B4-BE49-F238E27FC236}">
                <a16:creationId xmlns:a16="http://schemas.microsoft.com/office/drawing/2014/main" id="{AF694186-31FB-4D3D-BCAA-DA16CE9E9C42}"/>
              </a:ext>
            </a:extLst>
          </p:cNvPr>
          <p:cNvSpPr>
            <a:spLocks noGrp="1"/>
          </p:cNvSpPr>
          <p:nvPr>
            <p:ph type="body" sz="quarter" idx="27"/>
          </p:nvPr>
        </p:nvSpPr>
        <p:spPr/>
        <p:txBody>
          <a:bodyPr/>
          <a:lstStyle/>
          <a:p>
            <a:r>
              <a:rPr lang="pl-PL" dirty="0"/>
              <a:t>Odporność na różnorodne problemy związane z danymi. Mamy tutaj na myśli brak danych, zmienne objaśniające bez znaczenia, dużą liczbę zmiennych objaśniających czy wartości odstające.</a:t>
            </a:r>
          </a:p>
          <a:p>
            <a:r>
              <a:rPr lang="pl-PL" dirty="0"/>
              <a:t>Możliwość dokładniejszego odtworzenia złożonych zależności niż byłyby to w stanie zrobić drzewa decyzyjne. Warto tutaj wspomnieć, że siła predykcyjna lasu losowego jest zazwyczaj nieco mniejsza, ale wciąż porównywalna z sieciami neuronowymi.</a:t>
            </a:r>
          </a:p>
          <a:p>
            <a:r>
              <a:rPr lang="pl-PL" dirty="0"/>
              <a:t>Odporność na przeuczenie.</a:t>
            </a:r>
          </a:p>
          <a:p>
            <a:r>
              <a:rPr lang="pl-PL" dirty="0"/>
              <a:t>Stabilność.</a:t>
            </a:r>
          </a:p>
          <a:p>
            <a:r>
              <a:rPr lang="pl-PL" dirty="0"/>
              <a:t>Możliwość interakcji pomiędzy zmiennymi.</a:t>
            </a:r>
          </a:p>
          <a:p>
            <a:r>
              <a:rPr lang="pl-PL" dirty="0"/>
              <a:t>Możliwość określenia różnych kosztów błędnych klasyfikacji.</a:t>
            </a:r>
          </a:p>
          <a:p>
            <a:endParaRPr lang="pl-PL" dirty="0"/>
          </a:p>
        </p:txBody>
      </p:sp>
    </p:spTree>
    <p:extLst>
      <p:ext uri="{BB962C8B-B14F-4D97-AF65-F5344CB8AC3E}">
        <p14:creationId xmlns:p14="http://schemas.microsoft.com/office/powerpoint/2010/main" val="85239746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tekstu 1">
            <a:extLst>
              <a:ext uri="{FF2B5EF4-FFF2-40B4-BE49-F238E27FC236}">
                <a16:creationId xmlns:a16="http://schemas.microsoft.com/office/drawing/2014/main" id="{E2F6C429-644E-4034-96DA-DD0B603714D5}"/>
              </a:ext>
            </a:extLst>
          </p:cNvPr>
          <p:cNvSpPr>
            <a:spLocks noGrp="1"/>
          </p:cNvSpPr>
          <p:nvPr>
            <p:ph type="body" sz="quarter" idx="25"/>
          </p:nvPr>
        </p:nvSpPr>
        <p:spPr/>
        <p:txBody>
          <a:bodyPr/>
          <a:lstStyle/>
          <a:p>
            <a:endParaRPr lang="pl-PL"/>
          </a:p>
        </p:txBody>
      </p:sp>
      <p:sp>
        <p:nvSpPr>
          <p:cNvPr id="3" name="Symbol zastępczy tekstu 2">
            <a:extLst>
              <a:ext uri="{FF2B5EF4-FFF2-40B4-BE49-F238E27FC236}">
                <a16:creationId xmlns:a16="http://schemas.microsoft.com/office/drawing/2014/main" id="{8D81E5F7-45E1-4C4E-8B5C-B75DC991AD3E}"/>
              </a:ext>
            </a:extLst>
          </p:cNvPr>
          <p:cNvSpPr>
            <a:spLocks noGrp="1"/>
          </p:cNvSpPr>
          <p:nvPr>
            <p:ph type="body" sz="quarter" idx="27"/>
          </p:nvPr>
        </p:nvSpPr>
        <p:spPr>
          <a:xfrm>
            <a:off x="457200" y="1546505"/>
            <a:ext cx="8235950" cy="2291342"/>
          </a:xfrm>
        </p:spPr>
        <p:txBody>
          <a:bodyPr/>
          <a:lstStyle/>
          <a:p>
            <a:pPr marL="0" indent="0">
              <a:buNone/>
            </a:pPr>
            <a:r>
              <a:rPr lang="pl-PL" dirty="0"/>
              <a:t>Lasy losowe są niejako uogólnieniem idei drzew decyzyjnych oraz zaliczane są do tzw. procedur agregujących. Ich działanie polega na klasyfikacji za pomocą grupy drzew decyzyjnych a końcowe decyzje podejmowane są w wyniku głosowania większościowego nad klasami wskazanymi przez poszczególne drzewa decyzyjne. Minusem lasów losowych może być fakt, że czasami się przeuczają (mamy wówczas do czynienia z danymi zaszumionymi).</a:t>
            </a:r>
          </a:p>
        </p:txBody>
      </p:sp>
    </p:spTree>
    <p:extLst>
      <p:ext uri="{BB962C8B-B14F-4D97-AF65-F5344CB8AC3E}">
        <p14:creationId xmlns:p14="http://schemas.microsoft.com/office/powerpoint/2010/main" val="179911728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tekstu 1">
            <a:extLst>
              <a:ext uri="{FF2B5EF4-FFF2-40B4-BE49-F238E27FC236}">
                <a16:creationId xmlns:a16="http://schemas.microsoft.com/office/drawing/2014/main" id="{47235D06-D697-4572-85B3-7C93BA8E5BD5}"/>
              </a:ext>
            </a:extLst>
          </p:cNvPr>
          <p:cNvSpPr>
            <a:spLocks noGrp="1"/>
          </p:cNvSpPr>
          <p:nvPr>
            <p:ph type="body" sz="quarter" idx="25"/>
          </p:nvPr>
        </p:nvSpPr>
        <p:spPr/>
        <p:txBody>
          <a:bodyPr/>
          <a:lstStyle/>
          <a:p>
            <a:endParaRPr lang="pl-PL"/>
          </a:p>
        </p:txBody>
      </p:sp>
      <p:sp>
        <p:nvSpPr>
          <p:cNvPr id="4" name="pole tekstowe 3">
            <a:extLst>
              <a:ext uri="{FF2B5EF4-FFF2-40B4-BE49-F238E27FC236}">
                <a16:creationId xmlns:a16="http://schemas.microsoft.com/office/drawing/2014/main" id="{FA2F2987-8A52-4153-B090-F6FE07422406}"/>
              </a:ext>
            </a:extLst>
          </p:cNvPr>
          <p:cNvSpPr txBox="1"/>
          <p:nvPr/>
        </p:nvSpPr>
        <p:spPr>
          <a:xfrm>
            <a:off x="2057399" y="1953491"/>
            <a:ext cx="5133109" cy="879764"/>
          </a:xfrm>
          <a:prstGeom prst="rect">
            <a:avLst/>
          </a:prstGeom>
        </p:spPr>
        <p:txBody>
          <a:bodyPr vert="horz" wrap="square" lIns="91440" tIns="45720" rIns="91440" bIns="45720" rtlCol="0">
            <a:normAutofit fontScale="92500"/>
          </a:bodyPr>
          <a:lstStyle/>
          <a:p>
            <a:r>
              <a:rPr lang="pl-PL" sz="4800" dirty="0"/>
              <a:t>SIEĆ KOHONENA</a:t>
            </a:r>
          </a:p>
        </p:txBody>
      </p:sp>
    </p:spTree>
    <p:extLst>
      <p:ext uri="{BB962C8B-B14F-4D97-AF65-F5344CB8AC3E}">
        <p14:creationId xmlns:p14="http://schemas.microsoft.com/office/powerpoint/2010/main" val="314181126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tekstu 1">
            <a:extLst>
              <a:ext uri="{FF2B5EF4-FFF2-40B4-BE49-F238E27FC236}">
                <a16:creationId xmlns:a16="http://schemas.microsoft.com/office/drawing/2014/main" id="{83B1F62C-DF1A-4B1A-9DA2-8FB733A19829}"/>
              </a:ext>
            </a:extLst>
          </p:cNvPr>
          <p:cNvSpPr>
            <a:spLocks noGrp="1"/>
          </p:cNvSpPr>
          <p:nvPr>
            <p:ph type="body" sz="quarter" idx="25"/>
          </p:nvPr>
        </p:nvSpPr>
        <p:spPr/>
        <p:txBody>
          <a:bodyPr/>
          <a:lstStyle/>
          <a:p>
            <a:r>
              <a:rPr lang="pl-PL" dirty="0"/>
              <a:t>Sieć </a:t>
            </a:r>
            <a:r>
              <a:rPr lang="pl-PL" dirty="0" err="1"/>
              <a:t>Kohonena</a:t>
            </a:r>
            <a:endParaRPr lang="pl-PL" dirty="0"/>
          </a:p>
        </p:txBody>
      </p:sp>
      <p:sp>
        <p:nvSpPr>
          <p:cNvPr id="3" name="Symbol zastępczy tekstu 2">
            <a:extLst>
              <a:ext uri="{FF2B5EF4-FFF2-40B4-BE49-F238E27FC236}">
                <a16:creationId xmlns:a16="http://schemas.microsoft.com/office/drawing/2014/main" id="{924767D1-0B73-4A8B-AB02-9561661DEDB4}"/>
              </a:ext>
            </a:extLst>
          </p:cNvPr>
          <p:cNvSpPr>
            <a:spLocks noGrp="1"/>
          </p:cNvSpPr>
          <p:nvPr>
            <p:ph type="body" sz="quarter" idx="27"/>
          </p:nvPr>
        </p:nvSpPr>
        <p:spPr/>
        <p:txBody>
          <a:bodyPr/>
          <a:lstStyle/>
          <a:p>
            <a:pPr marL="0" indent="0">
              <a:buNone/>
            </a:pPr>
            <a:r>
              <a:rPr lang="pl-PL" dirty="0"/>
              <a:t>Sieć </a:t>
            </a:r>
            <a:r>
              <a:rPr lang="pl-PL" dirty="0" err="1"/>
              <a:t>Kohonena</a:t>
            </a:r>
            <a:r>
              <a:rPr lang="pl-PL" dirty="0"/>
              <a:t> (sieć neuronowa </a:t>
            </a:r>
            <a:r>
              <a:rPr lang="pl-PL" dirty="0" err="1"/>
              <a:t>Kohonena</a:t>
            </a:r>
            <a:r>
              <a:rPr lang="pl-PL" dirty="0"/>
              <a:t>) – </a:t>
            </a:r>
          </a:p>
          <a:p>
            <a:pPr marL="0" indent="0">
              <a:buNone/>
            </a:pPr>
            <a:r>
              <a:rPr lang="pl-PL" dirty="0"/>
              <a:t>najbardziej znana i najczęściej stosowana sieć samoucząca się, realizująca zasadę samoorganizacji (SOM). </a:t>
            </a:r>
          </a:p>
          <a:p>
            <a:pPr marL="0" indent="0">
              <a:buNone/>
            </a:pPr>
            <a:r>
              <a:rPr lang="pl-PL" dirty="0"/>
              <a:t>Jest to także najbardziej znany przykład sieci konkurencyjnej wykorzystującej koncepcję sąsiedztwa. W wyniku uczenia tej sieci powstaje mapa topologiczna, której aprioryczna interpretacja jest niemożliwa (bo sieć uczy się bez nauczyciela i użytkownik nie ma kontroli nad tym, co sieć robi). </a:t>
            </a:r>
          </a:p>
          <a:p>
            <a:pPr marL="0" indent="0">
              <a:buNone/>
            </a:pPr>
            <a:r>
              <a:rPr lang="pl-PL" dirty="0"/>
              <a:t>Jednak po uczeniu można zwykle ustalić, jakie znaczenie mają poszczególne rejony tej mapy (tworzonej przez sygnały wyjściowe pochodzące z warstwy topologicznej) na podstawie analizy konkretnych przykładów danych wejściowych</a:t>
            </a:r>
          </a:p>
        </p:txBody>
      </p:sp>
    </p:spTree>
    <p:extLst>
      <p:ext uri="{BB962C8B-B14F-4D97-AF65-F5344CB8AC3E}">
        <p14:creationId xmlns:p14="http://schemas.microsoft.com/office/powerpoint/2010/main" val="298639911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tekstu 1">
            <a:extLst>
              <a:ext uri="{FF2B5EF4-FFF2-40B4-BE49-F238E27FC236}">
                <a16:creationId xmlns:a16="http://schemas.microsoft.com/office/drawing/2014/main" id="{C2359AF5-AE7F-4821-AFF8-23056A65FE27}"/>
              </a:ext>
            </a:extLst>
          </p:cNvPr>
          <p:cNvSpPr>
            <a:spLocks noGrp="1"/>
          </p:cNvSpPr>
          <p:nvPr>
            <p:ph type="body" sz="quarter" idx="25"/>
          </p:nvPr>
        </p:nvSpPr>
        <p:spPr/>
        <p:txBody>
          <a:bodyPr/>
          <a:lstStyle/>
          <a:p>
            <a:endParaRPr lang="pl-PL"/>
          </a:p>
        </p:txBody>
      </p:sp>
      <p:pic>
        <p:nvPicPr>
          <p:cNvPr id="5" name="Obraz 4">
            <a:extLst>
              <a:ext uri="{FF2B5EF4-FFF2-40B4-BE49-F238E27FC236}">
                <a16:creationId xmlns:a16="http://schemas.microsoft.com/office/drawing/2014/main" id="{8DC64E5D-679C-4B05-8DD8-E2F6C66C8538}"/>
              </a:ext>
            </a:extLst>
          </p:cNvPr>
          <p:cNvPicPr>
            <a:picLocks noChangeAspect="1"/>
          </p:cNvPicPr>
          <p:nvPr/>
        </p:nvPicPr>
        <p:blipFill>
          <a:blip r:embed="rId2"/>
          <a:stretch>
            <a:fillRect/>
          </a:stretch>
        </p:blipFill>
        <p:spPr>
          <a:xfrm>
            <a:off x="654201" y="1004842"/>
            <a:ext cx="2971800" cy="2533650"/>
          </a:xfrm>
          <a:prstGeom prst="rect">
            <a:avLst/>
          </a:prstGeom>
        </p:spPr>
      </p:pic>
      <p:pic>
        <p:nvPicPr>
          <p:cNvPr id="1026" name="Picture 2" descr="Slajd 1">
            <a:extLst>
              <a:ext uri="{FF2B5EF4-FFF2-40B4-BE49-F238E27FC236}">
                <a16:creationId xmlns:a16="http://schemas.microsoft.com/office/drawing/2014/main" id="{B4AC00E0-4681-4FBE-8B50-55718D11C5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79348" y="1004842"/>
            <a:ext cx="3998179" cy="2376924"/>
          </a:xfrm>
          <a:prstGeom prst="rect">
            <a:avLst/>
          </a:prstGeom>
          <a:noFill/>
          <a:extLst>
            <a:ext uri="{909E8E84-426E-40DD-AFC4-6F175D3DCCD1}">
              <a14:hiddenFill xmlns:a14="http://schemas.microsoft.com/office/drawing/2010/main">
                <a:solidFill>
                  <a:srgbClr val="FFFFFF"/>
                </a:solidFill>
              </a14:hiddenFill>
            </a:ext>
          </a:extLst>
        </p:spPr>
      </p:pic>
      <p:sp>
        <p:nvSpPr>
          <p:cNvPr id="8" name="pole tekstowe 7">
            <a:extLst>
              <a:ext uri="{FF2B5EF4-FFF2-40B4-BE49-F238E27FC236}">
                <a16:creationId xmlns:a16="http://schemas.microsoft.com/office/drawing/2014/main" id="{EDE76DCE-374C-41D9-B081-056F9073B971}"/>
              </a:ext>
            </a:extLst>
          </p:cNvPr>
          <p:cNvSpPr txBox="1"/>
          <p:nvPr/>
        </p:nvSpPr>
        <p:spPr>
          <a:xfrm>
            <a:off x="457200" y="3815492"/>
            <a:ext cx="8935570" cy="646331"/>
          </a:xfrm>
          <a:prstGeom prst="rect">
            <a:avLst/>
          </a:prstGeom>
          <a:noFill/>
        </p:spPr>
        <p:txBody>
          <a:bodyPr wrap="square">
            <a:spAutoFit/>
          </a:bodyPr>
          <a:lstStyle/>
          <a:p>
            <a:pPr marL="0" indent="0">
              <a:buNone/>
            </a:pPr>
            <a:r>
              <a:rPr lang="pl-PL" dirty="0"/>
              <a:t>SOM  jest skrótem od </a:t>
            </a:r>
            <a:r>
              <a:rPr lang="pl-PL" dirty="0" err="1"/>
              <a:t>Self</a:t>
            </a:r>
            <a:r>
              <a:rPr lang="pl-PL" dirty="0"/>
              <a:t> </a:t>
            </a:r>
            <a:r>
              <a:rPr lang="pl-PL" dirty="0" err="1"/>
              <a:t>Organizing</a:t>
            </a:r>
            <a:r>
              <a:rPr lang="pl-PL" dirty="0"/>
              <a:t> </a:t>
            </a:r>
            <a:r>
              <a:rPr lang="pl-PL" dirty="0" err="1"/>
              <a:t>Maps</a:t>
            </a:r>
            <a:r>
              <a:rPr lang="pl-PL" dirty="0"/>
              <a:t>, czyli Samoorganizujące się mapy.</a:t>
            </a:r>
          </a:p>
          <a:p>
            <a:pPr marL="0" indent="0">
              <a:buNone/>
            </a:pPr>
            <a:r>
              <a:rPr lang="pl-PL" dirty="0"/>
              <a:t>Podstawy teoretyczne stworzył fiński profesor </a:t>
            </a:r>
            <a:r>
              <a:rPr lang="pl-PL" dirty="0" err="1"/>
              <a:t>Teuvo</a:t>
            </a:r>
            <a:r>
              <a:rPr lang="pl-PL" dirty="0"/>
              <a:t> </a:t>
            </a:r>
            <a:r>
              <a:rPr lang="pl-PL" dirty="0" err="1"/>
              <a:t>Kohonen</a:t>
            </a:r>
            <a:r>
              <a:rPr lang="pl-PL" dirty="0"/>
              <a:t> w 1982 r.</a:t>
            </a:r>
          </a:p>
        </p:txBody>
      </p:sp>
    </p:spTree>
    <p:extLst>
      <p:ext uri="{BB962C8B-B14F-4D97-AF65-F5344CB8AC3E}">
        <p14:creationId xmlns:p14="http://schemas.microsoft.com/office/powerpoint/2010/main" val="128042208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tekstu 1">
            <a:extLst>
              <a:ext uri="{FF2B5EF4-FFF2-40B4-BE49-F238E27FC236}">
                <a16:creationId xmlns:a16="http://schemas.microsoft.com/office/drawing/2014/main" id="{A9429CB3-BF16-4CED-B2DE-4060361FF090}"/>
              </a:ext>
            </a:extLst>
          </p:cNvPr>
          <p:cNvSpPr>
            <a:spLocks noGrp="1"/>
          </p:cNvSpPr>
          <p:nvPr>
            <p:ph type="body" sz="quarter" idx="25"/>
          </p:nvPr>
        </p:nvSpPr>
        <p:spPr/>
        <p:txBody>
          <a:bodyPr/>
          <a:lstStyle/>
          <a:p>
            <a:endParaRPr lang="pl-PL"/>
          </a:p>
        </p:txBody>
      </p:sp>
      <p:sp>
        <p:nvSpPr>
          <p:cNvPr id="3" name="Symbol zastępczy tekstu 2">
            <a:extLst>
              <a:ext uri="{FF2B5EF4-FFF2-40B4-BE49-F238E27FC236}">
                <a16:creationId xmlns:a16="http://schemas.microsoft.com/office/drawing/2014/main" id="{C6419B7B-F4CE-4D47-B738-6959AED2B85F}"/>
              </a:ext>
            </a:extLst>
          </p:cNvPr>
          <p:cNvSpPr>
            <a:spLocks noGrp="1"/>
          </p:cNvSpPr>
          <p:nvPr>
            <p:ph type="body" sz="quarter" idx="27"/>
          </p:nvPr>
        </p:nvSpPr>
        <p:spPr/>
        <p:txBody>
          <a:bodyPr/>
          <a:lstStyle/>
          <a:p>
            <a:pPr marL="0" indent="0">
              <a:buNone/>
            </a:pPr>
            <a:r>
              <a:rPr lang="pl-PL" dirty="0"/>
              <a:t>Celem tych sieci jest klasyfikowanie wielowymiarowych danych</a:t>
            </a:r>
          </a:p>
          <a:p>
            <a:pPr marL="0" indent="0">
              <a:buNone/>
            </a:pPr>
            <a:r>
              <a:rPr lang="pl-PL" dirty="0"/>
              <a:t>wejściowych - obiektów opisanych dużą ilością parametrów – w taki</a:t>
            </a:r>
          </a:p>
          <a:p>
            <a:pPr marL="0" indent="0">
              <a:buNone/>
            </a:pPr>
            <a:r>
              <a:rPr lang="pl-PL" dirty="0"/>
              <a:t>sposób, by przedstawić reprezentację tych danych w mniejszej ilości</a:t>
            </a:r>
          </a:p>
          <a:p>
            <a:pPr marL="0" indent="0">
              <a:buNone/>
            </a:pPr>
            <a:r>
              <a:rPr lang="pl-PL" dirty="0"/>
              <a:t>wymiarów, przeważnie dwóch, przy możliwie jak najwierniejszym</a:t>
            </a:r>
          </a:p>
          <a:p>
            <a:pPr marL="0" indent="0">
              <a:buNone/>
            </a:pPr>
            <a:r>
              <a:rPr lang="pl-PL" dirty="0"/>
              <a:t>odwzorowaniu struktury wewnętrznej wektora wejściowego. Dzięki</a:t>
            </a:r>
          </a:p>
          <a:p>
            <a:pPr marL="0" indent="0">
              <a:buNone/>
            </a:pPr>
            <a:r>
              <a:rPr lang="pl-PL" dirty="0"/>
              <a:t>temu sieci te przydatne są przy wizualizacjach skomplikowanych</a:t>
            </a:r>
          </a:p>
          <a:p>
            <a:pPr marL="0" indent="0">
              <a:buNone/>
            </a:pPr>
            <a:r>
              <a:rPr lang="pl-PL" dirty="0"/>
              <a:t>struktur, a przetworzone przez nie dane mogą stanowić podstawę do</a:t>
            </a:r>
          </a:p>
          <a:p>
            <a:pPr marL="0" indent="0">
              <a:buNone/>
            </a:pPr>
            <a:r>
              <a:rPr lang="pl-PL" dirty="0"/>
              <a:t>diagramów wyświetlanych na ekranie, jak również znajdują</a:t>
            </a:r>
          </a:p>
          <a:p>
            <a:pPr marL="0" indent="0">
              <a:buNone/>
            </a:pPr>
            <a:r>
              <a:rPr lang="pl-PL" dirty="0"/>
              <a:t>zastosowanie wszędzie tam, gdzie istotna jest redukcja rozmiarów</a:t>
            </a:r>
          </a:p>
          <a:p>
            <a:pPr marL="0" indent="0">
              <a:buNone/>
            </a:pPr>
            <a:r>
              <a:rPr lang="pl-PL" dirty="0"/>
              <a:t>danych wejściowych, ze względu na zdolność kompresji</a:t>
            </a:r>
          </a:p>
          <a:p>
            <a:pPr marL="0" indent="0">
              <a:buNone/>
            </a:pPr>
            <a:r>
              <a:rPr lang="pl-PL" dirty="0"/>
              <a:t>samoorganizującej sieci </a:t>
            </a:r>
            <a:r>
              <a:rPr lang="pl-PL" dirty="0" err="1"/>
              <a:t>Kohonena</a:t>
            </a:r>
            <a:r>
              <a:rPr lang="pl-PL" dirty="0"/>
              <a:t>.</a:t>
            </a:r>
          </a:p>
        </p:txBody>
      </p:sp>
    </p:spTree>
    <p:extLst>
      <p:ext uri="{BB962C8B-B14F-4D97-AF65-F5344CB8AC3E}">
        <p14:creationId xmlns:p14="http://schemas.microsoft.com/office/powerpoint/2010/main" val="46033254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tekstu 1">
            <a:extLst>
              <a:ext uri="{FF2B5EF4-FFF2-40B4-BE49-F238E27FC236}">
                <a16:creationId xmlns:a16="http://schemas.microsoft.com/office/drawing/2014/main" id="{29A10C0D-221C-495E-ABF9-4096550B9A73}"/>
              </a:ext>
            </a:extLst>
          </p:cNvPr>
          <p:cNvSpPr>
            <a:spLocks noGrp="1"/>
          </p:cNvSpPr>
          <p:nvPr>
            <p:ph type="body" sz="quarter" idx="25"/>
          </p:nvPr>
        </p:nvSpPr>
        <p:spPr/>
        <p:txBody>
          <a:bodyPr/>
          <a:lstStyle/>
          <a:p>
            <a:endParaRPr lang="pl-PL"/>
          </a:p>
        </p:txBody>
      </p:sp>
      <p:sp>
        <p:nvSpPr>
          <p:cNvPr id="3" name="Symbol zastępczy tekstu 2">
            <a:extLst>
              <a:ext uri="{FF2B5EF4-FFF2-40B4-BE49-F238E27FC236}">
                <a16:creationId xmlns:a16="http://schemas.microsoft.com/office/drawing/2014/main" id="{0B9F1315-32F6-4648-9809-D8F7BD4810AA}"/>
              </a:ext>
            </a:extLst>
          </p:cNvPr>
          <p:cNvSpPr>
            <a:spLocks noGrp="1"/>
          </p:cNvSpPr>
          <p:nvPr>
            <p:ph type="body" sz="quarter" idx="27"/>
          </p:nvPr>
        </p:nvSpPr>
        <p:spPr>
          <a:xfrm>
            <a:off x="309282" y="853640"/>
            <a:ext cx="8686800" cy="3913622"/>
          </a:xfrm>
        </p:spPr>
        <p:txBody>
          <a:bodyPr/>
          <a:lstStyle/>
          <a:p>
            <a:pPr marL="0" indent="0">
              <a:buNone/>
            </a:pPr>
            <a:r>
              <a:rPr lang="pl-PL" dirty="0"/>
              <a:t>SOM jest siecią uczącą się bez nadzoru</a:t>
            </a:r>
          </a:p>
          <a:p>
            <a:pPr marL="0" indent="0">
              <a:buNone/>
            </a:pPr>
            <a:r>
              <a:rPr lang="pl-PL" dirty="0"/>
              <a:t>Sieci uczące się bez nauczyciela w trakcie uczenia opierają się wyłącznie</a:t>
            </a:r>
          </a:p>
          <a:p>
            <a:pPr marL="0" indent="0">
              <a:buNone/>
            </a:pPr>
            <a:r>
              <a:rPr lang="pl-PL" dirty="0"/>
              <a:t>na obserwacji danych wejściowych, nikt im natomiast nie mówi, co z tych</a:t>
            </a:r>
          </a:p>
          <a:p>
            <a:pPr marL="0" indent="0">
              <a:buNone/>
            </a:pPr>
            <a:r>
              <a:rPr lang="pl-PL" dirty="0"/>
              <a:t>danych wejściowych powinno wynikać to sieci muszą wykryć i ustalić same.</a:t>
            </a:r>
          </a:p>
          <a:p>
            <a:pPr marL="0" indent="0">
              <a:buNone/>
            </a:pPr>
            <a:r>
              <a:rPr lang="pl-PL" dirty="0"/>
              <a:t>Sieć </a:t>
            </a:r>
            <a:r>
              <a:rPr lang="pl-PL" dirty="0" err="1"/>
              <a:t>Kohonena</a:t>
            </a:r>
            <a:r>
              <a:rPr lang="pl-PL" dirty="0"/>
              <a:t> uczy się całkiem sama, wyłącznie obserwując przesyłane do</a:t>
            </a:r>
          </a:p>
          <a:p>
            <a:pPr marL="0" indent="0">
              <a:buNone/>
            </a:pPr>
            <a:r>
              <a:rPr lang="pl-PL" dirty="0"/>
              <a:t>niej dane, których wewnętrzna struktura i ukryta w tej strukturze nieznana</a:t>
            </a:r>
          </a:p>
          <a:p>
            <a:pPr marL="0" indent="0">
              <a:buNone/>
            </a:pPr>
            <a:r>
              <a:rPr lang="pl-PL" dirty="0"/>
              <a:t>logika będą decydować o końcowym obrazie klasyfikacji i o ostatecznym</a:t>
            </a:r>
          </a:p>
          <a:p>
            <a:pPr marL="0" indent="0">
              <a:buNone/>
            </a:pPr>
            <a:r>
              <a:rPr lang="pl-PL" dirty="0"/>
              <a:t>działaniu sieci. Można założyć, że w sieci </a:t>
            </a:r>
            <a:r>
              <a:rPr lang="pl-PL" dirty="0" err="1"/>
              <a:t>Kohonena</a:t>
            </a:r>
            <a:r>
              <a:rPr lang="pl-PL" dirty="0"/>
              <a:t> poszczególne neurony</a:t>
            </a:r>
          </a:p>
          <a:p>
            <a:pPr marL="0" indent="0">
              <a:buNone/>
            </a:pPr>
            <a:r>
              <a:rPr lang="pl-PL" dirty="0"/>
              <a:t>będą identyfikowały i rozpoznawały poszczególne skupienia danych. Przez</a:t>
            </a:r>
          </a:p>
          <a:p>
            <a:pPr marL="0" indent="0">
              <a:buNone/>
            </a:pPr>
            <a:r>
              <a:rPr lang="pl-PL" dirty="0"/>
              <a:t>skupienie danych rozumieć tu będziemy grupę danych: dane należące do</a:t>
            </a:r>
          </a:p>
          <a:p>
            <a:pPr marL="0" indent="0">
              <a:buNone/>
            </a:pPr>
            <a:r>
              <a:rPr lang="pl-PL" dirty="0"/>
              <a:t>skupienia są między sobą w jakimś stopniu podobne, natomiast dane</a:t>
            </a:r>
          </a:p>
          <a:p>
            <a:pPr marL="0" indent="0">
              <a:buNone/>
            </a:pPr>
            <a:r>
              <a:rPr lang="pl-PL" dirty="0"/>
              <a:t>należące do różnych skupień różnią się pomiędzy sobą.</a:t>
            </a:r>
          </a:p>
        </p:txBody>
      </p:sp>
    </p:spTree>
    <p:extLst>
      <p:ext uri="{BB962C8B-B14F-4D97-AF65-F5344CB8AC3E}">
        <p14:creationId xmlns:p14="http://schemas.microsoft.com/office/powerpoint/2010/main" val="295168017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tekstu 1">
            <a:extLst>
              <a:ext uri="{FF2B5EF4-FFF2-40B4-BE49-F238E27FC236}">
                <a16:creationId xmlns:a16="http://schemas.microsoft.com/office/drawing/2014/main" id="{F2CA64D2-91F7-4B50-BD63-404F2E5F96A3}"/>
              </a:ext>
            </a:extLst>
          </p:cNvPr>
          <p:cNvSpPr>
            <a:spLocks noGrp="1"/>
          </p:cNvSpPr>
          <p:nvPr>
            <p:ph type="body" sz="quarter" idx="25"/>
          </p:nvPr>
        </p:nvSpPr>
        <p:spPr/>
        <p:txBody>
          <a:bodyPr/>
          <a:lstStyle/>
          <a:p>
            <a:r>
              <a:rPr lang="pl-PL" dirty="0"/>
              <a:t>Struktura</a:t>
            </a:r>
          </a:p>
        </p:txBody>
      </p:sp>
      <p:sp>
        <p:nvSpPr>
          <p:cNvPr id="3" name="Symbol zastępczy tekstu 2">
            <a:extLst>
              <a:ext uri="{FF2B5EF4-FFF2-40B4-BE49-F238E27FC236}">
                <a16:creationId xmlns:a16="http://schemas.microsoft.com/office/drawing/2014/main" id="{5DFB65C9-ADDA-436F-810D-9A4ECBE8BB81}"/>
              </a:ext>
            </a:extLst>
          </p:cNvPr>
          <p:cNvSpPr>
            <a:spLocks noGrp="1"/>
          </p:cNvSpPr>
          <p:nvPr>
            <p:ph type="body" sz="quarter" idx="27"/>
          </p:nvPr>
        </p:nvSpPr>
        <p:spPr/>
        <p:txBody>
          <a:bodyPr/>
          <a:lstStyle/>
          <a:p>
            <a:pPr marL="0" indent="0">
              <a:buNone/>
            </a:pPr>
            <a:endParaRPr lang="pl-PL" dirty="0"/>
          </a:p>
          <a:p>
            <a:pPr marL="0" indent="0">
              <a:buNone/>
            </a:pPr>
            <a:r>
              <a:rPr lang="pl-PL" dirty="0"/>
              <a:t>Struktura SOM:</a:t>
            </a:r>
          </a:p>
          <a:p>
            <a:pPr marL="0" indent="0">
              <a:buNone/>
            </a:pPr>
            <a:r>
              <a:rPr lang="pl-PL" dirty="0"/>
              <a:t>- sieć składa się z dwóch warstw</a:t>
            </a:r>
          </a:p>
          <a:p>
            <a:pPr marL="400050" lvl="1" indent="0">
              <a:buNone/>
            </a:pPr>
            <a:r>
              <a:rPr lang="pl-PL" dirty="0"/>
              <a:t>1. warstwa wejściowa – wektory wejściowe</a:t>
            </a:r>
          </a:p>
          <a:p>
            <a:pPr marL="400050" lvl="1" indent="0">
              <a:buNone/>
            </a:pPr>
            <a:r>
              <a:rPr lang="pl-PL" dirty="0"/>
              <a:t>2. warstwa wyjściowa – mapa topologiczna</a:t>
            </a:r>
          </a:p>
          <a:p>
            <a:pPr marL="0" indent="0">
              <a:buNone/>
            </a:pPr>
            <a:r>
              <a:rPr lang="pl-PL" dirty="0"/>
              <a:t>- sieć jest zwykle jednokierunkowa,</a:t>
            </a:r>
          </a:p>
          <a:p>
            <a:pPr marL="0" indent="0">
              <a:buNone/>
            </a:pPr>
            <a:r>
              <a:rPr lang="pl-PL" dirty="0"/>
              <a:t>- każdy neuron jest połączony ze wszystkimi składowymi N-wymiarowego</a:t>
            </a:r>
          </a:p>
          <a:p>
            <a:pPr marL="0" indent="0">
              <a:buNone/>
            </a:pPr>
            <a:r>
              <a:rPr lang="pl-PL" dirty="0"/>
              <a:t>wektora wejściowego x.</a:t>
            </a:r>
          </a:p>
          <a:p>
            <a:pPr marL="0" indent="0">
              <a:buNone/>
            </a:pPr>
            <a:r>
              <a:rPr lang="pl-PL" dirty="0"/>
              <a:t>- wagi połączeń neuronów tworzą wektor </a:t>
            </a:r>
            <a:r>
              <a:rPr lang="pl-PL" dirty="0" err="1"/>
              <a:t>w</a:t>
            </a:r>
            <a:r>
              <a:rPr lang="pl-PL" baseline="-25000" dirty="0" err="1"/>
              <a:t>i</a:t>
            </a:r>
            <a:r>
              <a:rPr lang="pl-PL" dirty="0"/>
              <a:t>=[w</a:t>
            </a:r>
            <a:r>
              <a:rPr lang="pl-PL" baseline="-25000" dirty="0"/>
              <a:t>1i</a:t>
            </a:r>
            <a:r>
              <a:rPr lang="pl-PL" dirty="0"/>
              <a:t>, w</a:t>
            </a:r>
            <a:r>
              <a:rPr lang="pl-PL" baseline="-25000" dirty="0"/>
              <a:t>i2</a:t>
            </a:r>
            <a:r>
              <a:rPr lang="pl-PL" dirty="0"/>
              <a:t>, ..., w</a:t>
            </a:r>
            <a:r>
              <a:rPr lang="pl-PL" baseline="-25000" dirty="0"/>
              <a:t>in</a:t>
            </a:r>
            <a:r>
              <a:rPr lang="pl-PL" dirty="0"/>
              <a:t>]</a:t>
            </a:r>
            <a:r>
              <a:rPr lang="pl-PL" baseline="30000" dirty="0"/>
              <a:t>T</a:t>
            </a:r>
            <a:r>
              <a:rPr lang="pl-PL" dirty="0"/>
              <a:t>.</a:t>
            </a:r>
          </a:p>
        </p:txBody>
      </p:sp>
    </p:spTree>
    <p:extLst>
      <p:ext uri="{BB962C8B-B14F-4D97-AF65-F5344CB8AC3E}">
        <p14:creationId xmlns:p14="http://schemas.microsoft.com/office/powerpoint/2010/main" val="73404705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tekstu 1">
            <a:extLst>
              <a:ext uri="{FF2B5EF4-FFF2-40B4-BE49-F238E27FC236}">
                <a16:creationId xmlns:a16="http://schemas.microsoft.com/office/drawing/2014/main" id="{4D96309A-DD6D-4961-9B83-7CF10C74E5B8}"/>
              </a:ext>
            </a:extLst>
          </p:cNvPr>
          <p:cNvSpPr>
            <a:spLocks noGrp="1"/>
          </p:cNvSpPr>
          <p:nvPr>
            <p:ph type="body" sz="quarter" idx="25"/>
          </p:nvPr>
        </p:nvSpPr>
        <p:spPr/>
        <p:txBody>
          <a:bodyPr/>
          <a:lstStyle/>
          <a:p>
            <a:r>
              <a:rPr lang="pl-PL" dirty="0" err="1"/>
              <a:t>Konwolucyjne</a:t>
            </a:r>
            <a:r>
              <a:rPr lang="pl-PL" dirty="0"/>
              <a:t> sieci neuronowe </a:t>
            </a:r>
          </a:p>
        </p:txBody>
      </p:sp>
      <p:sp>
        <p:nvSpPr>
          <p:cNvPr id="3" name="Symbol zastępczy tekstu 2">
            <a:extLst>
              <a:ext uri="{FF2B5EF4-FFF2-40B4-BE49-F238E27FC236}">
                <a16:creationId xmlns:a16="http://schemas.microsoft.com/office/drawing/2014/main" id="{83F65E68-554E-463B-8970-BBFCF11267E3}"/>
              </a:ext>
            </a:extLst>
          </p:cNvPr>
          <p:cNvSpPr>
            <a:spLocks noGrp="1"/>
          </p:cNvSpPr>
          <p:nvPr>
            <p:ph type="body" sz="quarter" idx="27"/>
          </p:nvPr>
        </p:nvSpPr>
        <p:spPr/>
        <p:txBody>
          <a:bodyPr/>
          <a:lstStyle/>
          <a:p>
            <a:pPr marL="0" indent="0">
              <a:buNone/>
            </a:pPr>
            <a:r>
              <a:rPr lang="pl-PL" dirty="0"/>
              <a:t>Aby przybliżyć zagadnienie </a:t>
            </a:r>
            <a:r>
              <a:rPr lang="pl-PL" dirty="0" err="1"/>
              <a:t>konwolucyjnych</a:t>
            </a:r>
            <a:r>
              <a:rPr lang="pl-PL" dirty="0"/>
              <a:t> sieci neuronowych, skoncentrujemy się na ich najczęstszym zastosowaniu, czyli przetwarzaniu obrazu. CNN to algorytm, który może pobrać obraz wejściowy i sklasyfikować go wedle predefiniowanych kategorii (np. rasy psa). Jest to możliwe dzięki przypisaniu wag różnym kształtom, strukturom, obiektom.</a:t>
            </a:r>
          </a:p>
          <a:p>
            <a:pPr marL="0" indent="0">
              <a:buNone/>
            </a:pPr>
            <a:endParaRPr lang="pl-PL" dirty="0"/>
          </a:p>
          <a:p>
            <a:pPr marL="0" indent="0">
              <a:buNone/>
            </a:pPr>
            <a:r>
              <a:rPr lang="pl-PL" dirty="0"/>
              <a:t>Sieci </a:t>
            </a:r>
            <a:r>
              <a:rPr lang="pl-PL" dirty="0" err="1"/>
              <a:t>konwolucyjne</a:t>
            </a:r>
            <a:r>
              <a:rPr lang="pl-PL" dirty="0"/>
              <a:t> poprzez trening są w stanie nauczyć się, jakie cechy szczególne obrazu pomagają w jego klasyfikacji. Ich przewagą nad standardowymi sieciami głębokimi jest większa skuteczność w wykrywaniu zawiłych zależności w obrazach. Jest to możliwe dzięki zastosowaniu filtrów badających zależności pomiędzy sąsiednimi pikselami.</a:t>
            </a:r>
          </a:p>
          <a:p>
            <a:pPr marL="0" indent="0">
              <a:buNone/>
            </a:pPr>
            <a:endParaRPr lang="pl-PL" dirty="0"/>
          </a:p>
        </p:txBody>
      </p:sp>
    </p:spTree>
    <p:extLst>
      <p:ext uri="{BB962C8B-B14F-4D97-AF65-F5344CB8AC3E}">
        <p14:creationId xmlns:p14="http://schemas.microsoft.com/office/powerpoint/2010/main" val="163712108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tekstu 1">
            <a:extLst>
              <a:ext uri="{FF2B5EF4-FFF2-40B4-BE49-F238E27FC236}">
                <a16:creationId xmlns:a16="http://schemas.microsoft.com/office/drawing/2014/main" id="{3737CA33-A652-412D-8D4F-24CE2A3B3A66}"/>
              </a:ext>
            </a:extLst>
          </p:cNvPr>
          <p:cNvSpPr>
            <a:spLocks noGrp="1"/>
          </p:cNvSpPr>
          <p:nvPr>
            <p:ph type="body" sz="quarter" idx="25"/>
          </p:nvPr>
        </p:nvSpPr>
        <p:spPr/>
        <p:txBody>
          <a:bodyPr/>
          <a:lstStyle/>
          <a:p>
            <a:endParaRPr lang="pl-PL"/>
          </a:p>
        </p:txBody>
      </p:sp>
      <p:pic>
        <p:nvPicPr>
          <p:cNvPr id="5" name="Obraz 4">
            <a:extLst>
              <a:ext uri="{FF2B5EF4-FFF2-40B4-BE49-F238E27FC236}">
                <a16:creationId xmlns:a16="http://schemas.microsoft.com/office/drawing/2014/main" id="{561933C1-23DA-4F67-839D-FB348F421B88}"/>
              </a:ext>
            </a:extLst>
          </p:cNvPr>
          <p:cNvPicPr>
            <a:picLocks noChangeAspect="1"/>
          </p:cNvPicPr>
          <p:nvPr/>
        </p:nvPicPr>
        <p:blipFill>
          <a:blip r:embed="rId2"/>
          <a:stretch>
            <a:fillRect/>
          </a:stretch>
        </p:blipFill>
        <p:spPr>
          <a:xfrm>
            <a:off x="782364" y="1143855"/>
            <a:ext cx="4159007" cy="3024733"/>
          </a:xfrm>
          <a:prstGeom prst="rect">
            <a:avLst/>
          </a:prstGeom>
        </p:spPr>
      </p:pic>
      <p:sp>
        <p:nvSpPr>
          <p:cNvPr id="7" name="pole tekstowe 6">
            <a:extLst>
              <a:ext uri="{FF2B5EF4-FFF2-40B4-BE49-F238E27FC236}">
                <a16:creationId xmlns:a16="http://schemas.microsoft.com/office/drawing/2014/main" id="{E72DAD3B-21E2-42B5-B73F-08D68DE8B7F6}"/>
              </a:ext>
            </a:extLst>
          </p:cNvPr>
          <p:cNvSpPr txBox="1"/>
          <p:nvPr/>
        </p:nvSpPr>
        <p:spPr>
          <a:xfrm>
            <a:off x="4941371" y="1143855"/>
            <a:ext cx="4054712" cy="3416320"/>
          </a:xfrm>
          <a:prstGeom prst="rect">
            <a:avLst/>
          </a:prstGeom>
          <a:noFill/>
        </p:spPr>
        <p:txBody>
          <a:bodyPr wrap="square">
            <a:spAutoFit/>
          </a:bodyPr>
          <a:lstStyle/>
          <a:p>
            <a:r>
              <a:rPr lang="pl-PL" dirty="0"/>
              <a:t>Każdy obraz jest macierzą wartości, których liczba jest proporcjonalna do jego szerokości i wysokości w pikselach. W przypadku obrazów RGB obraz cechują trzy kolory podstawowe, więc każdy piksel reprezentowany jest przez trzy wartości. Zadaniem </a:t>
            </a:r>
            <a:r>
              <a:rPr lang="pl-PL" dirty="0" err="1"/>
              <a:t>ConvNet</a:t>
            </a:r>
            <a:r>
              <a:rPr lang="pl-PL" dirty="0"/>
              <a:t> jest redukcja rozmiaru obrazu do lżejszej formy bez utraty wartościowych cech, czyli tych które niosą informacje kluczowe dla klasyfikacji.</a:t>
            </a:r>
          </a:p>
        </p:txBody>
      </p:sp>
    </p:spTree>
    <p:extLst>
      <p:ext uri="{BB962C8B-B14F-4D97-AF65-F5344CB8AC3E}">
        <p14:creationId xmlns:p14="http://schemas.microsoft.com/office/powerpoint/2010/main" val="70420807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tekstu 1">
            <a:extLst>
              <a:ext uri="{FF2B5EF4-FFF2-40B4-BE49-F238E27FC236}">
                <a16:creationId xmlns:a16="http://schemas.microsoft.com/office/drawing/2014/main" id="{392C7AA1-2C71-47F2-A0A9-83D4C827E378}"/>
              </a:ext>
            </a:extLst>
          </p:cNvPr>
          <p:cNvSpPr>
            <a:spLocks noGrp="1"/>
          </p:cNvSpPr>
          <p:nvPr>
            <p:ph type="body" sz="quarter" idx="25"/>
          </p:nvPr>
        </p:nvSpPr>
        <p:spPr/>
        <p:txBody>
          <a:bodyPr/>
          <a:lstStyle/>
          <a:p>
            <a:endParaRPr lang="pl-PL"/>
          </a:p>
        </p:txBody>
      </p:sp>
      <p:sp>
        <p:nvSpPr>
          <p:cNvPr id="3" name="Symbol zastępczy tekstu 2">
            <a:extLst>
              <a:ext uri="{FF2B5EF4-FFF2-40B4-BE49-F238E27FC236}">
                <a16:creationId xmlns:a16="http://schemas.microsoft.com/office/drawing/2014/main" id="{E360B555-84BE-4957-A8FC-6AD5608EFA00}"/>
              </a:ext>
            </a:extLst>
          </p:cNvPr>
          <p:cNvSpPr>
            <a:spLocks noGrp="1"/>
          </p:cNvSpPr>
          <p:nvPr>
            <p:ph type="body" sz="quarter" idx="27"/>
          </p:nvPr>
        </p:nvSpPr>
        <p:spPr>
          <a:xfrm>
            <a:off x="457200" y="853640"/>
            <a:ext cx="8235950" cy="692865"/>
          </a:xfrm>
        </p:spPr>
        <p:txBody>
          <a:bodyPr/>
          <a:lstStyle/>
          <a:p>
            <a:pPr marL="0" indent="0">
              <a:buNone/>
            </a:pPr>
            <a:r>
              <a:rPr lang="pl-PL" dirty="0"/>
              <a:t>CNN złożona jest z dwóch kluczowych warstw. Pierwszą z nich jest warstwa </a:t>
            </a:r>
            <a:r>
              <a:rPr lang="pl-PL" dirty="0" err="1"/>
              <a:t>konwolucyjna</a:t>
            </a:r>
            <a:r>
              <a:rPr lang="pl-PL" dirty="0"/>
              <a:t>.</a:t>
            </a:r>
          </a:p>
        </p:txBody>
      </p:sp>
      <p:pic>
        <p:nvPicPr>
          <p:cNvPr id="5" name="Obraz 4">
            <a:extLst>
              <a:ext uri="{FF2B5EF4-FFF2-40B4-BE49-F238E27FC236}">
                <a16:creationId xmlns:a16="http://schemas.microsoft.com/office/drawing/2014/main" id="{C99F5AF9-BFF5-4122-A0D2-313677556FFC}"/>
              </a:ext>
            </a:extLst>
          </p:cNvPr>
          <p:cNvPicPr>
            <a:picLocks noChangeAspect="1"/>
          </p:cNvPicPr>
          <p:nvPr/>
        </p:nvPicPr>
        <p:blipFill>
          <a:blip r:embed="rId2"/>
          <a:stretch>
            <a:fillRect/>
          </a:stretch>
        </p:blipFill>
        <p:spPr>
          <a:xfrm>
            <a:off x="1519516" y="1710734"/>
            <a:ext cx="5446059" cy="3060685"/>
          </a:xfrm>
          <a:prstGeom prst="rect">
            <a:avLst/>
          </a:prstGeom>
        </p:spPr>
      </p:pic>
    </p:spTree>
    <p:extLst>
      <p:ext uri="{BB962C8B-B14F-4D97-AF65-F5344CB8AC3E}">
        <p14:creationId xmlns:p14="http://schemas.microsoft.com/office/powerpoint/2010/main" val="120292731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tekstu 1">
            <a:extLst>
              <a:ext uri="{FF2B5EF4-FFF2-40B4-BE49-F238E27FC236}">
                <a16:creationId xmlns:a16="http://schemas.microsoft.com/office/drawing/2014/main" id="{0E521C16-AA7C-4952-A9EE-9B377D748F18}"/>
              </a:ext>
            </a:extLst>
          </p:cNvPr>
          <p:cNvSpPr>
            <a:spLocks noGrp="1"/>
          </p:cNvSpPr>
          <p:nvPr>
            <p:ph type="body" sz="quarter" idx="25"/>
          </p:nvPr>
        </p:nvSpPr>
        <p:spPr/>
        <p:txBody>
          <a:bodyPr/>
          <a:lstStyle/>
          <a:p>
            <a:endParaRPr lang="pl-PL"/>
          </a:p>
        </p:txBody>
      </p:sp>
      <p:sp>
        <p:nvSpPr>
          <p:cNvPr id="3" name="Symbol zastępczy tekstu 2">
            <a:extLst>
              <a:ext uri="{FF2B5EF4-FFF2-40B4-BE49-F238E27FC236}">
                <a16:creationId xmlns:a16="http://schemas.microsoft.com/office/drawing/2014/main" id="{BDF9A42D-9DBF-458C-8E0C-CC15A26037BC}"/>
              </a:ext>
            </a:extLst>
          </p:cNvPr>
          <p:cNvSpPr>
            <a:spLocks noGrp="1"/>
          </p:cNvSpPr>
          <p:nvPr>
            <p:ph type="body" sz="quarter" idx="27"/>
          </p:nvPr>
        </p:nvSpPr>
        <p:spPr/>
        <p:txBody>
          <a:bodyPr/>
          <a:lstStyle/>
          <a:p>
            <a:pPr marL="0" indent="0">
              <a:buNone/>
            </a:pPr>
            <a:r>
              <a:rPr lang="pl-PL" dirty="0"/>
              <a:t>Animacja przedstawia obraz RGB oraz poruszający się po nim filtr o rozmiarze 3x3x3 i zdefiniowanym kroku. Krok to wartość w pikselach, o którą przesuwa się filtr. Może zostać zastosowany „zero </a:t>
            </a:r>
            <a:r>
              <a:rPr lang="pl-PL" dirty="0" err="1"/>
              <a:t>padding</a:t>
            </a:r>
            <a:r>
              <a:rPr lang="pl-PL" dirty="0"/>
              <a:t>”, czyli wypełnienie zerami (białe kwadraty). Taki zabieg pozwala na zachowanie większej ilości informacji, kosztem wydajności.</a:t>
            </a:r>
          </a:p>
          <a:p>
            <a:pPr marL="0" indent="0">
              <a:buNone/>
            </a:pPr>
            <a:endParaRPr lang="pl-PL" dirty="0"/>
          </a:p>
          <a:p>
            <a:pPr marL="0" indent="0">
              <a:buNone/>
            </a:pPr>
            <a:r>
              <a:rPr lang="pl-PL" dirty="0"/>
              <a:t>Kolejne wartości macierzy wyjściowej obliczane są w następujący sposób:</a:t>
            </a:r>
          </a:p>
          <a:p>
            <a:pPr marL="0" indent="0">
              <a:buNone/>
            </a:pPr>
            <a:endParaRPr lang="pl-PL" dirty="0"/>
          </a:p>
          <a:p>
            <a:r>
              <a:rPr lang="pl-PL" dirty="0"/>
              <a:t>mnożenie wartości w danym fragmencie obrazu przez filtr (po elementach),</a:t>
            </a:r>
          </a:p>
          <a:p>
            <a:r>
              <a:rPr lang="pl-PL" dirty="0"/>
              <a:t>sumowanie obliczonych wartości dla danego kanału,</a:t>
            </a:r>
          </a:p>
          <a:p>
            <a:r>
              <a:rPr lang="pl-PL" dirty="0"/>
              <a:t>sumowanie wartości dla każdego kanału z uwzględnieniem </a:t>
            </a:r>
            <a:r>
              <a:rPr lang="pl-PL" dirty="0" err="1"/>
              <a:t>biasu</a:t>
            </a:r>
            <a:r>
              <a:rPr lang="pl-PL" dirty="0"/>
              <a:t> (w tym przypadku równego 1).</a:t>
            </a:r>
          </a:p>
          <a:p>
            <a:pPr marL="0" indent="0">
              <a:buNone/>
            </a:pPr>
            <a:endParaRPr lang="pl-PL" dirty="0"/>
          </a:p>
        </p:txBody>
      </p:sp>
    </p:spTree>
    <p:extLst>
      <p:ext uri="{BB962C8B-B14F-4D97-AF65-F5344CB8AC3E}">
        <p14:creationId xmlns:p14="http://schemas.microsoft.com/office/powerpoint/2010/main" val="378384405"/>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tekstu 1">
            <a:extLst>
              <a:ext uri="{FF2B5EF4-FFF2-40B4-BE49-F238E27FC236}">
                <a16:creationId xmlns:a16="http://schemas.microsoft.com/office/drawing/2014/main" id="{4E3C0A76-EA2A-41DF-8B6F-FA529974441D}"/>
              </a:ext>
            </a:extLst>
          </p:cNvPr>
          <p:cNvSpPr>
            <a:spLocks noGrp="1"/>
          </p:cNvSpPr>
          <p:nvPr>
            <p:ph type="body" sz="quarter" idx="25"/>
          </p:nvPr>
        </p:nvSpPr>
        <p:spPr/>
        <p:txBody>
          <a:bodyPr/>
          <a:lstStyle/>
          <a:p>
            <a:endParaRPr lang="pl-PL"/>
          </a:p>
        </p:txBody>
      </p:sp>
      <p:sp>
        <p:nvSpPr>
          <p:cNvPr id="3" name="Symbol zastępczy tekstu 2">
            <a:extLst>
              <a:ext uri="{FF2B5EF4-FFF2-40B4-BE49-F238E27FC236}">
                <a16:creationId xmlns:a16="http://schemas.microsoft.com/office/drawing/2014/main" id="{40DF3BE8-29CA-4F8E-BF54-F64DB6C854E0}"/>
              </a:ext>
            </a:extLst>
          </p:cNvPr>
          <p:cNvSpPr>
            <a:spLocks noGrp="1"/>
          </p:cNvSpPr>
          <p:nvPr>
            <p:ph type="body" sz="quarter" idx="27"/>
          </p:nvPr>
        </p:nvSpPr>
        <p:spPr/>
        <p:txBody>
          <a:bodyPr/>
          <a:lstStyle/>
          <a:p>
            <a:pPr marL="0" indent="0">
              <a:buNone/>
            </a:pPr>
            <a:r>
              <a:rPr lang="pl-PL" dirty="0"/>
              <a:t>Warto zwrócić uwagę, że wartości filtru dla danego kanału mogą się od siebie różnić. Zadaniem warstwy </a:t>
            </a:r>
            <a:r>
              <a:rPr lang="pl-PL" dirty="0" err="1"/>
              <a:t>konwolucyjnej</a:t>
            </a:r>
            <a:r>
              <a:rPr lang="pl-PL" dirty="0"/>
              <a:t>, w przypadku pierwszej warstwy, jest wyodrębnienie cech, takich jak krawędzie, kolory, gradienty. Im więcej warstw, tym bardziej skomplikowane cechy zostaną wyznaczone.</a:t>
            </a:r>
          </a:p>
          <a:p>
            <a:pPr marL="0" indent="0">
              <a:buNone/>
            </a:pPr>
            <a:r>
              <a:rPr lang="pl-PL" dirty="0"/>
              <a:t> </a:t>
            </a:r>
          </a:p>
          <a:p>
            <a:pPr marL="0" indent="0">
              <a:buNone/>
            </a:pPr>
            <a:r>
              <a:rPr lang="pl-PL" dirty="0"/>
              <a:t>Analogicznie do warstw zwykłej sieci, po warstwie </a:t>
            </a:r>
            <a:r>
              <a:rPr lang="pl-PL" dirty="0" err="1"/>
              <a:t>konwolucyjnej</a:t>
            </a:r>
            <a:r>
              <a:rPr lang="pl-PL" dirty="0"/>
              <a:t> występuje warstwa aktywacyjna (najczęściej funkcja </a:t>
            </a:r>
            <a:r>
              <a:rPr lang="pl-PL" dirty="0" err="1"/>
              <a:t>ReLU</a:t>
            </a:r>
            <a:r>
              <a:rPr lang="pl-PL" dirty="0"/>
              <a:t>), wprowadzająca nieliniowość do sieci.</a:t>
            </a:r>
          </a:p>
          <a:p>
            <a:pPr marL="0" indent="0">
              <a:buNone/>
            </a:pPr>
            <a:r>
              <a:rPr lang="pl-PL" dirty="0"/>
              <a:t> </a:t>
            </a:r>
          </a:p>
          <a:p>
            <a:pPr marL="0" indent="0">
              <a:buNone/>
            </a:pPr>
            <a:r>
              <a:rPr lang="pl-PL" dirty="0"/>
              <a:t>Druga warstwa jest nazywana łączącą (</a:t>
            </a:r>
            <a:r>
              <a:rPr lang="pl-PL" dirty="0" err="1"/>
              <a:t>pooling</a:t>
            </a:r>
            <a:r>
              <a:rPr lang="pl-PL" dirty="0"/>
              <a:t> </a:t>
            </a:r>
            <a:r>
              <a:rPr lang="pl-PL" dirty="0" err="1"/>
              <a:t>layer</a:t>
            </a:r>
            <a:r>
              <a:rPr lang="pl-PL" dirty="0"/>
              <a:t>). Jej zadaniem jest zmniejszenie wymiarów cech </a:t>
            </a:r>
            <a:r>
              <a:rPr lang="pl-PL" dirty="0" err="1"/>
              <a:t>konwolucyjnych</a:t>
            </a:r>
            <a:r>
              <a:rPr lang="pl-PL" dirty="0"/>
              <a:t>, wyznaczonych w poprzedniej warstwie, przy zachowaniu kluczowych cech. Odpowiada również za redukcję szumu. Najpopularniejszą metodą jest „max </a:t>
            </a:r>
            <a:r>
              <a:rPr lang="pl-PL" dirty="0" err="1"/>
              <a:t>pooling</a:t>
            </a:r>
            <a:r>
              <a:rPr lang="pl-PL" dirty="0"/>
              <a:t>”.</a:t>
            </a:r>
          </a:p>
        </p:txBody>
      </p:sp>
    </p:spTree>
    <p:extLst>
      <p:ext uri="{BB962C8B-B14F-4D97-AF65-F5344CB8AC3E}">
        <p14:creationId xmlns:p14="http://schemas.microsoft.com/office/powerpoint/2010/main" val="2029139358"/>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tekstu 1">
            <a:extLst>
              <a:ext uri="{FF2B5EF4-FFF2-40B4-BE49-F238E27FC236}">
                <a16:creationId xmlns:a16="http://schemas.microsoft.com/office/drawing/2014/main" id="{7DC2282F-A003-4FF3-B36E-542707EAD525}"/>
              </a:ext>
            </a:extLst>
          </p:cNvPr>
          <p:cNvSpPr>
            <a:spLocks noGrp="1"/>
          </p:cNvSpPr>
          <p:nvPr>
            <p:ph type="body" sz="quarter" idx="25"/>
          </p:nvPr>
        </p:nvSpPr>
        <p:spPr/>
        <p:txBody>
          <a:bodyPr/>
          <a:lstStyle/>
          <a:p>
            <a:endParaRPr lang="pl-PL"/>
          </a:p>
        </p:txBody>
      </p:sp>
      <p:pic>
        <p:nvPicPr>
          <p:cNvPr id="5" name="Obraz 4" descr="Obraz zawierający stół&#10;&#10;Opis wygenerowany automatycznie">
            <a:extLst>
              <a:ext uri="{FF2B5EF4-FFF2-40B4-BE49-F238E27FC236}">
                <a16:creationId xmlns:a16="http://schemas.microsoft.com/office/drawing/2014/main" id="{496F9942-5DAB-42C3-9043-4C820F0E6986}"/>
              </a:ext>
            </a:extLst>
          </p:cNvPr>
          <p:cNvPicPr>
            <a:picLocks noChangeAspect="1"/>
          </p:cNvPicPr>
          <p:nvPr/>
        </p:nvPicPr>
        <p:blipFill>
          <a:blip r:embed="rId2"/>
          <a:stretch>
            <a:fillRect/>
          </a:stretch>
        </p:blipFill>
        <p:spPr>
          <a:xfrm>
            <a:off x="1058366" y="1426060"/>
            <a:ext cx="5715000" cy="2724150"/>
          </a:xfrm>
          <a:prstGeom prst="rect">
            <a:avLst/>
          </a:prstGeom>
        </p:spPr>
      </p:pic>
    </p:spTree>
    <p:extLst>
      <p:ext uri="{BB962C8B-B14F-4D97-AF65-F5344CB8AC3E}">
        <p14:creationId xmlns:p14="http://schemas.microsoft.com/office/powerpoint/2010/main" val="430208721"/>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tekstu 1">
            <a:extLst>
              <a:ext uri="{FF2B5EF4-FFF2-40B4-BE49-F238E27FC236}">
                <a16:creationId xmlns:a16="http://schemas.microsoft.com/office/drawing/2014/main" id="{61033BCA-8850-49B6-83B2-9B465C49E21D}"/>
              </a:ext>
            </a:extLst>
          </p:cNvPr>
          <p:cNvSpPr>
            <a:spLocks noGrp="1"/>
          </p:cNvSpPr>
          <p:nvPr>
            <p:ph type="body" sz="quarter" idx="25"/>
          </p:nvPr>
        </p:nvSpPr>
        <p:spPr/>
        <p:txBody>
          <a:bodyPr/>
          <a:lstStyle/>
          <a:p>
            <a:endParaRPr lang="pl-PL"/>
          </a:p>
        </p:txBody>
      </p:sp>
      <p:sp>
        <p:nvSpPr>
          <p:cNvPr id="3" name="Symbol zastępczy tekstu 2">
            <a:extLst>
              <a:ext uri="{FF2B5EF4-FFF2-40B4-BE49-F238E27FC236}">
                <a16:creationId xmlns:a16="http://schemas.microsoft.com/office/drawing/2014/main" id="{10253568-12D1-498B-99AF-4F651C480D6E}"/>
              </a:ext>
            </a:extLst>
          </p:cNvPr>
          <p:cNvSpPr>
            <a:spLocks noGrp="1"/>
          </p:cNvSpPr>
          <p:nvPr>
            <p:ph type="body" sz="quarter" idx="27"/>
          </p:nvPr>
        </p:nvSpPr>
        <p:spPr/>
        <p:txBody>
          <a:bodyPr/>
          <a:lstStyle/>
          <a:p>
            <a:pPr marL="0" indent="0">
              <a:buNone/>
            </a:pPr>
            <a:r>
              <a:rPr lang="pl-PL" dirty="0"/>
              <a:t>Operacja łączenia przebiega w sposób zbliżony do stosowanego w warstwie </a:t>
            </a:r>
            <a:r>
              <a:rPr lang="pl-PL" dirty="0" err="1"/>
              <a:t>konwolucyjnej</a:t>
            </a:r>
            <a:r>
              <a:rPr lang="pl-PL" dirty="0"/>
              <a:t>. Definiowany jest filtr oraz krok. Kolejne wartości macierzy wyjściowej są maksymalną wartością objętą filtrem.</a:t>
            </a:r>
          </a:p>
          <a:p>
            <a:pPr marL="0" indent="0">
              <a:buNone/>
            </a:pPr>
            <a:r>
              <a:rPr lang="pl-PL" dirty="0"/>
              <a:t> </a:t>
            </a:r>
          </a:p>
          <a:p>
            <a:pPr marL="0" indent="0">
              <a:buNone/>
            </a:pPr>
            <a:endParaRPr lang="pl-PL" dirty="0"/>
          </a:p>
          <a:p>
            <a:pPr marL="0" indent="0">
              <a:buNone/>
            </a:pPr>
            <a:r>
              <a:rPr lang="pl-PL" dirty="0"/>
              <a:t>Wymienione warstwy stanowią razem jedną warstwę sieci </a:t>
            </a:r>
            <a:r>
              <a:rPr lang="pl-PL" dirty="0" err="1"/>
              <a:t>konwolucyjnej</a:t>
            </a:r>
            <a:r>
              <a:rPr lang="pl-PL" dirty="0"/>
              <a:t>. Po zastosowaniu wybranej ilości warstw otrzymana macierz zostaje spłaszczona i stanowi wejście do standardowej sieci neuronowej, stworzonej z w pełni połączonych warstw. Pozwala to na nauczenie algorytmu nieliniowych zależności pomiędzy cechami wyznaczonymi przez warstwy </a:t>
            </a:r>
            <a:r>
              <a:rPr lang="pl-PL" dirty="0" err="1"/>
              <a:t>konwolucyjne</a:t>
            </a:r>
            <a:r>
              <a:rPr lang="pl-PL" dirty="0"/>
              <a:t>.</a:t>
            </a:r>
          </a:p>
          <a:p>
            <a:pPr marL="0" indent="0">
              <a:buNone/>
            </a:pPr>
            <a:r>
              <a:rPr lang="pl-PL" dirty="0"/>
              <a:t> </a:t>
            </a:r>
          </a:p>
          <a:p>
            <a:pPr marL="0" indent="0">
              <a:buNone/>
            </a:pPr>
            <a:endParaRPr lang="pl-PL" dirty="0"/>
          </a:p>
        </p:txBody>
      </p:sp>
    </p:spTree>
    <p:extLst>
      <p:ext uri="{BB962C8B-B14F-4D97-AF65-F5344CB8AC3E}">
        <p14:creationId xmlns:p14="http://schemas.microsoft.com/office/powerpoint/2010/main" val="384993030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tekstu 1">
            <a:extLst>
              <a:ext uri="{FF2B5EF4-FFF2-40B4-BE49-F238E27FC236}">
                <a16:creationId xmlns:a16="http://schemas.microsoft.com/office/drawing/2014/main" id="{F6B29263-88DE-4745-A5E7-55255E02C8FE}"/>
              </a:ext>
            </a:extLst>
          </p:cNvPr>
          <p:cNvSpPr>
            <a:spLocks noGrp="1"/>
          </p:cNvSpPr>
          <p:nvPr>
            <p:ph type="body" sz="quarter" idx="25"/>
          </p:nvPr>
        </p:nvSpPr>
        <p:spPr/>
        <p:txBody>
          <a:bodyPr/>
          <a:lstStyle/>
          <a:p>
            <a:endParaRPr lang="pl-PL"/>
          </a:p>
        </p:txBody>
      </p:sp>
      <p:sp>
        <p:nvSpPr>
          <p:cNvPr id="3" name="Symbol zastępczy tekstu 2">
            <a:extLst>
              <a:ext uri="{FF2B5EF4-FFF2-40B4-BE49-F238E27FC236}">
                <a16:creationId xmlns:a16="http://schemas.microsoft.com/office/drawing/2014/main" id="{4D1A1771-1D53-4153-ACF0-F0EF42E499B5}"/>
              </a:ext>
            </a:extLst>
          </p:cNvPr>
          <p:cNvSpPr>
            <a:spLocks noGrp="1"/>
          </p:cNvSpPr>
          <p:nvPr>
            <p:ph type="body" sz="quarter" idx="27"/>
          </p:nvPr>
        </p:nvSpPr>
        <p:spPr/>
        <p:txBody>
          <a:bodyPr/>
          <a:lstStyle/>
          <a:p>
            <a:pPr marL="0" indent="0">
              <a:buNone/>
            </a:pPr>
            <a:r>
              <a:rPr lang="pl-PL" dirty="0"/>
              <a:t>Ostatnią warstwą sieci jest warstwa </a:t>
            </a:r>
            <a:r>
              <a:rPr lang="pl-PL" dirty="0" err="1"/>
              <a:t>Soft</a:t>
            </a:r>
            <a:r>
              <a:rPr lang="pl-PL" dirty="0"/>
              <a:t>-Max, pozwalająca na uzyskanie wartości prawdopodobieństw przynależności do poszczególnych klas (na przykład prawdopodobieństwo, że na obrazie znajduje się kot). W trakcie treningu są one porównywane z pożądanym wynikiem klasyfikacji w zastosowanej funkcji kosztu, a następnie poprzez algorytm wstecznej propagacji sieć dostosowuje swoje wagi w celu zminimalizowania błędu.</a:t>
            </a:r>
          </a:p>
          <a:p>
            <a:pPr marL="0" indent="0">
              <a:buNone/>
            </a:pPr>
            <a:endParaRPr lang="pl-PL" dirty="0"/>
          </a:p>
        </p:txBody>
      </p:sp>
    </p:spTree>
    <p:extLst>
      <p:ext uri="{BB962C8B-B14F-4D97-AF65-F5344CB8AC3E}">
        <p14:creationId xmlns:p14="http://schemas.microsoft.com/office/powerpoint/2010/main" val="3251390191"/>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tekstu 1">
            <a:extLst>
              <a:ext uri="{FF2B5EF4-FFF2-40B4-BE49-F238E27FC236}">
                <a16:creationId xmlns:a16="http://schemas.microsoft.com/office/drawing/2014/main" id="{B88C5295-24B9-49B1-B609-A7CAC83D9135}"/>
              </a:ext>
            </a:extLst>
          </p:cNvPr>
          <p:cNvSpPr>
            <a:spLocks noGrp="1"/>
          </p:cNvSpPr>
          <p:nvPr>
            <p:ph type="body" sz="quarter" idx="25"/>
          </p:nvPr>
        </p:nvSpPr>
        <p:spPr/>
        <p:txBody>
          <a:bodyPr/>
          <a:lstStyle/>
          <a:p>
            <a:r>
              <a:rPr lang="pl-PL" dirty="0"/>
              <a:t>Restrykcyjna Maszyna </a:t>
            </a:r>
            <a:r>
              <a:rPr lang="pl-PL" dirty="0" err="1"/>
              <a:t>Bolzmana</a:t>
            </a:r>
            <a:r>
              <a:rPr lang="pl-PL" dirty="0"/>
              <a:t> (</a:t>
            </a:r>
            <a:r>
              <a:rPr lang="pl-PL" dirty="0" err="1"/>
              <a:t>Restricted</a:t>
            </a:r>
            <a:r>
              <a:rPr lang="pl-PL" dirty="0"/>
              <a:t> </a:t>
            </a:r>
            <a:r>
              <a:rPr lang="pl-PL" dirty="0" err="1"/>
              <a:t>Bolzman</a:t>
            </a:r>
            <a:r>
              <a:rPr lang="pl-PL" dirty="0"/>
              <a:t> Machine)</a:t>
            </a:r>
          </a:p>
        </p:txBody>
      </p:sp>
      <p:pic>
        <p:nvPicPr>
          <p:cNvPr id="5" name="Obraz 4">
            <a:extLst>
              <a:ext uri="{FF2B5EF4-FFF2-40B4-BE49-F238E27FC236}">
                <a16:creationId xmlns:a16="http://schemas.microsoft.com/office/drawing/2014/main" id="{C238BB3E-7DBD-4F0B-9CC9-ADC9ACB4AA0B}"/>
              </a:ext>
            </a:extLst>
          </p:cNvPr>
          <p:cNvPicPr>
            <a:picLocks noChangeAspect="1"/>
          </p:cNvPicPr>
          <p:nvPr/>
        </p:nvPicPr>
        <p:blipFill rotWithShape="1">
          <a:blip r:embed="rId2"/>
          <a:srcRect l="28456" t="31878" r="26911" b="6357"/>
          <a:stretch/>
        </p:blipFill>
        <p:spPr>
          <a:xfrm>
            <a:off x="961465" y="1405217"/>
            <a:ext cx="4800600" cy="3598474"/>
          </a:xfrm>
          <a:prstGeom prst="rect">
            <a:avLst/>
          </a:prstGeom>
        </p:spPr>
      </p:pic>
    </p:spTree>
    <p:extLst>
      <p:ext uri="{BB962C8B-B14F-4D97-AF65-F5344CB8AC3E}">
        <p14:creationId xmlns:p14="http://schemas.microsoft.com/office/powerpoint/2010/main" val="1384079400"/>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tekstu 1">
            <a:extLst>
              <a:ext uri="{FF2B5EF4-FFF2-40B4-BE49-F238E27FC236}">
                <a16:creationId xmlns:a16="http://schemas.microsoft.com/office/drawing/2014/main" id="{1C3B025C-D542-4041-AECA-95DF39EBDCC1}"/>
              </a:ext>
            </a:extLst>
          </p:cNvPr>
          <p:cNvSpPr>
            <a:spLocks noGrp="1"/>
          </p:cNvSpPr>
          <p:nvPr>
            <p:ph type="body" sz="quarter" idx="25"/>
          </p:nvPr>
        </p:nvSpPr>
        <p:spPr/>
        <p:txBody>
          <a:bodyPr/>
          <a:lstStyle/>
          <a:p>
            <a:r>
              <a:rPr lang="pl-PL" dirty="0" err="1"/>
              <a:t>Deep</a:t>
            </a:r>
            <a:r>
              <a:rPr lang="pl-PL" dirty="0"/>
              <a:t> </a:t>
            </a:r>
            <a:r>
              <a:rPr lang="pl-PL" dirty="0" err="1"/>
              <a:t>Belief</a:t>
            </a:r>
            <a:r>
              <a:rPr lang="pl-PL" dirty="0"/>
              <a:t> Networks</a:t>
            </a:r>
          </a:p>
        </p:txBody>
      </p:sp>
      <p:sp>
        <p:nvSpPr>
          <p:cNvPr id="5" name="pole tekstowe 4">
            <a:extLst>
              <a:ext uri="{FF2B5EF4-FFF2-40B4-BE49-F238E27FC236}">
                <a16:creationId xmlns:a16="http://schemas.microsoft.com/office/drawing/2014/main" id="{786C4C22-019D-4CB7-BC11-A12B164C3E02}"/>
              </a:ext>
            </a:extLst>
          </p:cNvPr>
          <p:cNvSpPr txBox="1"/>
          <p:nvPr/>
        </p:nvSpPr>
        <p:spPr>
          <a:xfrm>
            <a:off x="632012" y="1172847"/>
            <a:ext cx="8061138" cy="1200329"/>
          </a:xfrm>
          <a:prstGeom prst="rect">
            <a:avLst/>
          </a:prstGeom>
          <a:noFill/>
        </p:spPr>
        <p:txBody>
          <a:bodyPr wrap="square">
            <a:spAutoFit/>
          </a:bodyPr>
          <a:lstStyle/>
          <a:p>
            <a:r>
              <a:rPr lang="pl-PL" dirty="0"/>
              <a:t>generatywny model graficzny lub alternatywnie klasa głębokich sieci neuronowych, składających się z wielu warstw ukrytych zmiennych („ukrytych jednostek”), z połączeniami między warstwami, ale nie między jednostkami w obrębie każdej warstwy </a:t>
            </a:r>
          </a:p>
        </p:txBody>
      </p:sp>
      <p:pic>
        <p:nvPicPr>
          <p:cNvPr id="7" name="Obraz 6">
            <a:extLst>
              <a:ext uri="{FF2B5EF4-FFF2-40B4-BE49-F238E27FC236}">
                <a16:creationId xmlns:a16="http://schemas.microsoft.com/office/drawing/2014/main" id="{7F04C88A-9A6B-4293-AEB7-78B2F43257FF}"/>
              </a:ext>
            </a:extLst>
          </p:cNvPr>
          <p:cNvPicPr>
            <a:picLocks noChangeAspect="1"/>
          </p:cNvPicPr>
          <p:nvPr/>
        </p:nvPicPr>
        <p:blipFill rotWithShape="1">
          <a:blip r:embed="rId2"/>
          <a:srcRect l="27868" t="25582" r="18456" b="49169"/>
          <a:stretch/>
        </p:blipFill>
        <p:spPr>
          <a:xfrm>
            <a:off x="632011" y="2571750"/>
            <a:ext cx="6273053" cy="1598340"/>
          </a:xfrm>
          <a:prstGeom prst="rect">
            <a:avLst/>
          </a:prstGeom>
        </p:spPr>
      </p:pic>
    </p:spTree>
    <p:extLst>
      <p:ext uri="{BB962C8B-B14F-4D97-AF65-F5344CB8AC3E}">
        <p14:creationId xmlns:p14="http://schemas.microsoft.com/office/powerpoint/2010/main" val="1475285126"/>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tekstu 1">
            <a:extLst>
              <a:ext uri="{FF2B5EF4-FFF2-40B4-BE49-F238E27FC236}">
                <a16:creationId xmlns:a16="http://schemas.microsoft.com/office/drawing/2014/main" id="{A3A3F794-672E-4DD4-9CDB-6CF12E3C3D89}"/>
              </a:ext>
            </a:extLst>
          </p:cNvPr>
          <p:cNvSpPr>
            <a:spLocks noGrp="1"/>
          </p:cNvSpPr>
          <p:nvPr>
            <p:ph type="body" sz="quarter" idx="25"/>
          </p:nvPr>
        </p:nvSpPr>
        <p:spPr/>
        <p:txBody>
          <a:bodyPr/>
          <a:lstStyle/>
          <a:p>
            <a:r>
              <a:rPr lang="pl-PL" dirty="0" err="1"/>
              <a:t>Contrastive</a:t>
            </a:r>
            <a:r>
              <a:rPr lang="pl-PL" dirty="0"/>
              <a:t> </a:t>
            </a:r>
            <a:r>
              <a:rPr lang="pl-PL" dirty="0" err="1"/>
              <a:t>Divergence</a:t>
            </a:r>
            <a:endParaRPr lang="pl-PL" dirty="0"/>
          </a:p>
        </p:txBody>
      </p:sp>
      <p:pic>
        <p:nvPicPr>
          <p:cNvPr id="5" name="Obraz 4">
            <a:extLst>
              <a:ext uri="{FF2B5EF4-FFF2-40B4-BE49-F238E27FC236}">
                <a16:creationId xmlns:a16="http://schemas.microsoft.com/office/drawing/2014/main" id="{9A9397F0-77A8-4DB0-9054-E94146D73462}"/>
              </a:ext>
            </a:extLst>
          </p:cNvPr>
          <p:cNvPicPr>
            <a:picLocks noChangeAspect="1"/>
          </p:cNvPicPr>
          <p:nvPr/>
        </p:nvPicPr>
        <p:blipFill rotWithShape="1">
          <a:blip r:embed="rId2"/>
          <a:srcRect l="27941" t="29298" r="18897" b="14503"/>
          <a:stretch/>
        </p:blipFill>
        <p:spPr>
          <a:xfrm>
            <a:off x="900953" y="1102660"/>
            <a:ext cx="4861112" cy="2783540"/>
          </a:xfrm>
          <a:prstGeom prst="rect">
            <a:avLst/>
          </a:prstGeom>
        </p:spPr>
      </p:pic>
      <p:pic>
        <p:nvPicPr>
          <p:cNvPr id="9" name="Obraz 8">
            <a:extLst>
              <a:ext uri="{FF2B5EF4-FFF2-40B4-BE49-F238E27FC236}">
                <a16:creationId xmlns:a16="http://schemas.microsoft.com/office/drawing/2014/main" id="{A0E71B1A-481E-41B0-8C16-56E083A0EDA4}"/>
              </a:ext>
            </a:extLst>
          </p:cNvPr>
          <p:cNvPicPr>
            <a:picLocks noChangeAspect="1"/>
          </p:cNvPicPr>
          <p:nvPr/>
        </p:nvPicPr>
        <p:blipFill rotWithShape="1">
          <a:blip r:embed="rId3"/>
          <a:srcRect l="28235" t="14266" r="23530" b="80612"/>
          <a:stretch/>
        </p:blipFill>
        <p:spPr>
          <a:xfrm>
            <a:off x="1126191" y="4186994"/>
            <a:ext cx="4410636" cy="253728"/>
          </a:xfrm>
          <a:prstGeom prst="rect">
            <a:avLst/>
          </a:prstGeom>
        </p:spPr>
      </p:pic>
    </p:spTree>
    <p:extLst>
      <p:ext uri="{BB962C8B-B14F-4D97-AF65-F5344CB8AC3E}">
        <p14:creationId xmlns:p14="http://schemas.microsoft.com/office/powerpoint/2010/main" val="222750105"/>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tekstu 1">
            <a:extLst>
              <a:ext uri="{FF2B5EF4-FFF2-40B4-BE49-F238E27FC236}">
                <a16:creationId xmlns:a16="http://schemas.microsoft.com/office/drawing/2014/main" id="{7C1933D0-EAAE-40EE-B4D1-7FBD99FAC987}"/>
              </a:ext>
            </a:extLst>
          </p:cNvPr>
          <p:cNvSpPr>
            <a:spLocks noGrp="1"/>
          </p:cNvSpPr>
          <p:nvPr>
            <p:ph type="body" sz="quarter" idx="25"/>
          </p:nvPr>
        </p:nvSpPr>
        <p:spPr/>
        <p:txBody>
          <a:bodyPr/>
          <a:lstStyle/>
          <a:p>
            <a:endParaRPr lang="pl-PL"/>
          </a:p>
        </p:txBody>
      </p:sp>
      <p:pic>
        <p:nvPicPr>
          <p:cNvPr id="5" name="Obraz 4">
            <a:extLst>
              <a:ext uri="{FF2B5EF4-FFF2-40B4-BE49-F238E27FC236}">
                <a16:creationId xmlns:a16="http://schemas.microsoft.com/office/drawing/2014/main" id="{3CF183C8-75D2-4271-A80C-38EDC5C0DEA1}"/>
              </a:ext>
            </a:extLst>
          </p:cNvPr>
          <p:cNvPicPr>
            <a:picLocks noChangeAspect="1"/>
          </p:cNvPicPr>
          <p:nvPr/>
        </p:nvPicPr>
        <p:blipFill rotWithShape="1">
          <a:blip r:embed="rId2"/>
          <a:srcRect l="27427" t="34865" r="17794" b="9751"/>
          <a:stretch/>
        </p:blipFill>
        <p:spPr>
          <a:xfrm>
            <a:off x="1149722" y="1048870"/>
            <a:ext cx="6420889" cy="3516406"/>
          </a:xfrm>
          <a:prstGeom prst="rect">
            <a:avLst/>
          </a:prstGeom>
        </p:spPr>
      </p:pic>
    </p:spTree>
    <p:extLst>
      <p:ext uri="{BB962C8B-B14F-4D97-AF65-F5344CB8AC3E}">
        <p14:creationId xmlns:p14="http://schemas.microsoft.com/office/powerpoint/2010/main" val="1743959396"/>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tekstu 1">
            <a:extLst>
              <a:ext uri="{FF2B5EF4-FFF2-40B4-BE49-F238E27FC236}">
                <a16:creationId xmlns:a16="http://schemas.microsoft.com/office/drawing/2014/main" id="{C89FC7C6-2915-4FD1-B7CF-C676B2DFE11B}"/>
              </a:ext>
            </a:extLst>
          </p:cNvPr>
          <p:cNvSpPr>
            <a:spLocks noGrp="1"/>
          </p:cNvSpPr>
          <p:nvPr>
            <p:ph type="body" sz="quarter" idx="25"/>
          </p:nvPr>
        </p:nvSpPr>
        <p:spPr/>
        <p:txBody>
          <a:bodyPr/>
          <a:lstStyle/>
          <a:p>
            <a:endParaRPr lang="pl-PL"/>
          </a:p>
        </p:txBody>
      </p:sp>
      <p:pic>
        <p:nvPicPr>
          <p:cNvPr id="5" name="Obraz 4">
            <a:extLst>
              <a:ext uri="{FF2B5EF4-FFF2-40B4-BE49-F238E27FC236}">
                <a16:creationId xmlns:a16="http://schemas.microsoft.com/office/drawing/2014/main" id="{91C8F7AF-693F-4AAC-B54B-038B748F7A79}"/>
              </a:ext>
            </a:extLst>
          </p:cNvPr>
          <p:cNvPicPr>
            <a:picLocks noChangeAspect="1"/>
          </p:cNvPicPr>
          <p:nvPr/>
        </p:nvPicPr>
        <p:blipFill rotWithShape="1">
          <a:blip r:embed="rId2"/>
          <a:srcRect l="28015" t="34457" r="18530" b="15312"/>
          <a:stretch/>
        </p:blipFill>
        <p:spPr>
          <a:xfrm>
            <a:off x="672353" y="1166407"/>
            <a:ext cx="6651232" cy="3385421"/>
          </a:xfrm>
          <a:prstGeom prst="rect">
            <a:avLst/>
          </a:prstGeom>
        </p:spPr>
      </p:pic>
    </p:spTree>
    <p:extLst>
      <p:ext uri="{BB962C8B-B14F-4D97-AF65-F5344CB8AC3E}">
        <p14:creationId xmlns:p14="http://schemas.microsoft.com/office/powerpoint/2010/main" val="3729873702"/>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tekstu 1">
            <a:extLst>
              <a:ext uri="{FF2B5EF4-FFF2-40B4-BE49-F238E27FC236}">
                <a16:creationId xmlns:a16="http://schemas.microsoft.com/office/drawing/2014/main" id="{2241BF17-E360-4B76-B80E-A8291EC63D52}"/>
              </a:ext>
            </a:extLst>
          </p:cNvPr>
          <p:cNvSpPr>
            <a:spLocks noGrp="1"/>
          </p:cNvSpPr>
          <p:nvPr>
            <p:ph type="body" sz="quarter" idx="25"/>
          </p:nvPr>
        </p:nvSpPr>
        <p:spPr/>
        <p:txBody>
          <a:bodyPr/>
          <a:lstStyle/>
          <a:p>
            <a:endParaRPr lang="pl-PL"/>
          </a:p>
        </p:txBody>
      </p:sp>
      <p:pic>
        <p:nvPicPr>
          <p:cNvPr id="5" name="Obraz 4">
            <a:extLst>
              <a:ext uri="{FF2B5EF4-FFF2-40B4-BE49-F238E27FC236}">
                <a16:creationId xmlns:a16="http://schemas.microsoft.com/office/drawing/2014/main" id="{30EDDAC3-0E5A-4569-B2CE-7E7DFF1FF439}"/>
              </a:ext>
            </a:extLst>
          </p:cNvPr>
          <p:cNvPicPr>
            <a:picLocks noChangeAspect="1"/>
          </p:cNvPicPr>
          <p:nvPr/>
        </p:nvPicPr>
        <p:blipFill rotWithShape="1">
          <a:blip r:embed="rId2"/>
          <a:srcRect l="27427" t="27534" r="18162" b="13009"/>
          <a:stretch/>
        </p:blipFill>
        <p:spPr>
          <a:xfrm>
            <a:off x="1048871" y="880782"/>
            <a:ext cx="6031006" cy="3569704"/>
          </a:xfrm>
          <a:prstGeom prst="rect">
            <a:avLst/>
          </a:prstGeom>
        </p:spPr>
      </p:pic>
    </p:spTree>
    <p:extLst>
      <p:ext uri="{BB962C8B-B14F-4D97-AF65-F5344CB8AC3E}">
        <p14:creationId xmlns:p14="http://schemas.microsoft.com/office/powerpoint/2010/main" val="1530148967"/>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tekstu 1">
            <a:extLst>
              <a:ext uri="{FF2B5EF4-FFF2-40B4-BE49-F238E27FC236}">
                <a16:creationId xmlns:a16="http://schemas.microsoft.com/office/drawing/2014/main" id="{814256EB-051D-4A3F-9E9C-35C7A14174EE}"/>
              </a:ext>
            </a:extLst>
          </p:cNvPr>
          <p:cNvSpPr>
            <a:spLocks noGrp="1"/>
          </p:cNvSpPr>
          <p:nvPr>
            <p:ph type="body" sz="quarter" idx="25"/>
          </p:nvPr>
        </p:nvSpPr>
        <p:spPr/>
        <p:txBody>
          <a:bodyPr/>
          <a:lstStyle/>
          <a:p>
            <a:r>
              <a:rPr lang="pl-PL" dirty="0"/>
              <a:t>GAN – </a:t>
            </a:r>
            <a:r>
              <a:rPr lang="pl-PL" dirty="0" err="1"/>
              <a:t>Generative</a:t>
            </a:r>
            <a:r>
              <a:rPr lang="pl-PL" dirty="0"/>
              <a:t> </a:t>
            </a:r>
            <a:r>
              <a:rPr lang="pl-PL" dirty="0" err="1"/>
              <a:t>Adversarial</a:t>
            </a:r>
            <a:r>
              <a:rPr lang="pl-PL" dirty="0"/>
              <a:t> Network</a:t>
            </a:r>
          </a:p>
          <a:p>
            <a:endParaRPr lang="pl-PL" dirty="0"/>
          </a:p>
        </p:txBody>
      </p:sp>
      <p:sp>
        <p:nvSpPr>
          <p:cNvPr id="5" name="pole tekstowe 4">
            <a:extLst>
              <a:ext uri="{FF2B5EF4-FFF2-40B4-BE49-F238E27FC236}">
                <a16:creationId xmlns:a16="http://schemas.microsoft.com/office/drawing/2014/main" id="{E8A0B011-070A-4BB7-9AFB-D1482F4DCF60}"/>
              </a:ext>
            </a:extLst>
          </p:cNvPr>
          <p:cNvSpPr txBox="1"/>
          <p:nvPr/>
        </p:nvSpPr>
        <p:spPr>
          <a:xfrm>
            <a:off x="389965" y="1215935"/>
            <a:ext cx="8411135" cy="2585323"/>
          </a:xfrm>
          <a:prstGeom prst="rect">
            <a:avLst/>
          </a:prstGeom>
          <a:noFill/>
        </p:spPr>
        <p:txBody>
          <a:bodyPr wrap="square">
            <a:spAutoFit/>
          </a:bodyPr>
          <a:lstStyle/>
          <a:p>
            <a:endParaRPr lang="pl-PL" dirty="0"/>
          </a:p>
          <a:p>
            <a:r>
              <a:rPr lang="pl-PL" dirty="0"/>
              <a:t>Na początku przybliżmy sobie mechanizm stojący za generatywnymi sieciami współzawodniczącymi. Wyobraźmy sobie, że posiadamy dwie niezależne sieci neuronowe, pierwszą zwaną dyskryminatorem, którą uczymy rozpoznawać obrazy, i drugą, która uczy się generować obrazy (generatora).</a:t>
            </a:r>
          </a:p>
          <a:p>
            <a:endParaRPr lang="pl-PL" dirty="0"/>
          </a:p>
          <a:p>
            <a:r>
              <a:rPr lang="pl-PL" dirty="0"/>
              <a:t>Obydwa modele grają w pewną grę zgodną z teorią gier, gdzie generator próbuje przechytrzyć dyskryminatora, a dyskryminator, posiadając próbki prawdziwych i nieprawdziwych (generowanych) zdjęć, próbuje do tego nie dopuścić. </a:t>
            </a:r>
          </a:p>
        </p:txBody>
      </p:sp>
    </p:spTree>
    <p:extLst>
      <p:ext uri="{BB962C8B-B14F-4D97-AF65-F5344CB8AC3E}">
        <p14:creationId xmlns:p14="http://schemas.microsoft.com/office/powerpoint/2010/main" val="619109948"/>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tekstu 1">
            <a:extLst>
              <a:ext uri="{FF2B5EF4-FFF2-40B4-BE49-F238E27FC236}">
                <a16:creationId xmlns:a16="http://schemas.microsoft.com/office/drawing/2014/main" id="{3A33DD15-141C-4D6E-92BA-4DC40E043891}"/>
              </a:ext>
            </a:extLst>
          </p:cNvPr>
          <p:cNvSpPr>
            <a:spLocks noGrp="1"/>
          </p:cNvSpPr>
          <p:nvPr>
            <p:ph type="body" sz="quarter" idx="25"/>
          </p:nvPr>
        </p:nvSpPr>
        <p:spPr/>
        <p:txBody>
          <a:bodyPr/>
          <a:lstStyle/>
          <a:p>
            <a:endParaRPr lang="pl-PL"/>
          </a:p>
        </p:txBody>
      </p:sp>
      <p:sp>
        <p:nvSpPr>
          <p:cNvPr id="3" name="Symbol zastępczy tekstu 2">
            <a:extLst>
              <a:ext uri="{FF2B5EF4-FFF2-40B4-BE49-F238E27FC236}">
                <a16:creationId xmlns:a16="http://schemas.microsoft.com/office/drawing/2014/main" id="{3071D30F-864F-448A-AD56-A28B4FFDE65C}"/>
              </a:ext>
            </a:extLst>
          </p:cNvPr>
          <p:cNvSpPr>
            <a:spLocks noGrp="1"/>
          </p:cNvSpPr>
          <p:nvPr>
            <p:ph type="body" sz="quarter" idx="27"/>
          </p:nvPr>
        </p:nvSpPr>
        <p:spPr/>
        <p:txBody>
          <a:bodyPr/>
          <a:lstStyle/>
          <a:p>
            <a:pPr marL="0" indent="0">
              <a:buNone/>
            </a:pPr>
            <a:r>
              <a:rPr lang="pl-PL" dirty="0"/>
              <a:t>W trakcie procesu uczenia obydwa modele podnoszą swoje umiejętności. Generator generuje coraz lepsze zdjęcia, a dyskryminator umie coraz lepiej rozpoznawać zdjęcia nieprawdziwe i prawdziwe. W momencie gdy generator zacznie tworzyć tak realistyczne zdjęcia, że dyskryminator nie będzie w stanie odróżnić ich od prawdziwych, model generatywny zostanie w pełni wytrenowany. Dzięki temu będzie on w stanie generować na żądanie zdjęcia, które będą bardzo realistyczne.</a:t>
            </a:r>
          </a:p>
          <a:p>
            <a:pPr marL="0" indent="0">
              <a:buNone/>
            </a:pPr>
            <a:endParaRPr lang="pl-PL" dirty="0"/>
          </a:p>
          <a:p>
            <a:pPr marL="0" indent="0">
              <a:buNone/>
            </a:pPr>
            <a:r>
              <a:rPr lang="pl-PL" dirty="0"/>
              <a:t>Technologia ta została wymyślona w 2014 r. przez </a:t>
            </a:r>
            <a:r>
              <a:rPr lang="pl-PL" dirty="0" err="1"/>
              <a:t>Iana</a:t>
            </a:r>
            <a:r>
              <a:rPr lang="pl-PL" dirty="0"/>
              <a:t> </a:t>
            </a:r>
            <a:r>
              <a:rPr lang="pl-PL" dirty="0" err="1"/>
              <a:t>Goodfellowa</a:t>
            </a:r>
            <a:r>
              <a:rPr lang="pl-PL" dirty="0"/>
              <a:t> i jego współpracowników. Opublikowali oni całkiem ciekawą pracę naukową opisującą ten koncept. </a:t>
            </a:r>
          </a:p>
        </p:txBody>
      </p:sp>
    </p:spTree>
    <p:extLst>
      <p:ext uri="{BB962C8B-B14F-4D97-AF65-F5344CB8AC3E}">
        <p14:creationId xmlns:p14="http://schemas.microsoft.com/office/powerpoint/2010/main" val="1385893744"/>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tekstu 1">
            <a:extLst>
              <a:ext uri="{FF2B5EF4-FFF2-40B4-BE49-F238E27FC236}">
                <a16:creationId xmlns:a16="http://schemas.microsoft.com/office/drawing/2014/main" id="{9A46DC10-E758-4F36-B745-B40FC6AC0E06}"/>
              </a:ext>
            </a:extLst>
          </p:cNvPr>
          <p:cNvSpPr>
            <a:spLocks noGrp="1"/>
          </p:cNvSpPr>
          <p:nvPr>
            <p:ph type="body" sz="quarter" idx="25"/>
          </p:nvPr>
        </p:nvSpPr>
        <p:spPr/>
        <p:txBody>
          <a:bodyPr/>
          <a:lstStyle/>
          <a:p>
            <a:endParaRPr lang="pl-PL"/>
          </a:p>
        </p:txBody>
      </p:sp>
      <p:pic>
        <p:nvPicPr>
          <p:cNvPr id="7" name="Obraz 6">
            <a:extLst>
              <a:ext uri="{FF2B5EF4-FFF2-40B4-BE49-F238E27FC236}">
                <a16:creationId xmlns:a16="http://schemas.microsoft.com/office/drawing/2014/main" id="{5A89D845-85E0-4CA7-98EE-3E9FC15A3412}"/>
              </a:ext>
            </a:extLst>
          </p:cNvPr>
          <p:cNvPicPr>
            <a:picLocks noChangeAspect="1"/>
          </p:cNvPicPr>
          <p:nvPr/>
        </p:nvPicPr>
        <p:blipFill rotWithShape="1">
          <a:blip r:embed="rId3"/>
          <a:srcRect l="6323" t="33778" r="34044" b="14638"/>
          <a:stretch/>
        </p:blipFill>
        <p:spPr>
          <a:xfrm>
            <a:off x="578224" y="1230406"/>
            <a:ext cx="7019364" cy="3288974"/>
          </a:xfrm>
          <a:prstGeom prst="rect">
            <a:avLst/>
          </a:prstGeom>
        </p:spPr>
      </p:pic>
    </p:spTree>
    <p:extLst>
      <p:ext uri="{BB962C8B-B14F-4D97-AF65-F5344CB8AC3E}">
        <p14:creationId xmlns:p14="http://schemas.microsoft.com/office/powerpoint/2010/main" val="3506283580"/>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tekstu 1">
            <a:extLst>
              <a:ext uri="{FF2B5EF4-FFF2-40B4-BE49-F238E27FC236}">
                <a16:creationId xmlns:a16="http://schemas.microsoft.com/office/drawing/2014/main" id="{F206084C-BBB5-4DC6-9F82-0A8D41155CEA}"/>
              </a:ext>
            </a:extLst>
          </p:cNvPr>
          <p:cNvSpPr>
            <a:spLocks noGrp="1"/>
          </p:cNvSpPr>
          <p:nvPr>
            <p:ph type="body" sz="quarter" idx="25"/>
          </p:nvPr>
        </p:nvSpPr>
        <p:spPr/>
        <p:txBody>
          <a:bodyPr/>
          <a:lstStyle/>
          <a:p>
            <a:endParaRPr lang="pl-PL"/>
          </a:p>
        </p:txBody>
      </p:sp>
      <p:pic>
        <p:nvPicPr>
          <p:cNvPr id="8" name="Obraz 7">
            <a:extLst>
              <a:ext uri="{FF2B5EF4-FFF2-40B4-BE49-F238E27FC236}">
                <a16:creationId xmlns:a16="http://schemas.microsoft.com/office/drawing/2014/main" id="{93E0189C-8C5F-4914-987B-7CFD11845A2D}"/>
              </a:ext>
            </a:extLst>
          </p:cNvPr>
          <p:cNvPicPr>
            <a:picLocks noChangeAspect="1"/>
          </p:cNvPicPr>
          <p:nvPr/>
        </p:nvPicPr>
        <p:blipFill rotWithShape="1">
          <a:blip r:embed="rId2"/>
          <a:srcRect l="7059" t="46267" r="56029" b="25362"/>
          <a:stretch/>
        </p:blipFill>
        <p:spPr>
          <a:xfrm>
            <a:off x="712694" y="1008529"/>
            <a:ext cx="3375212" cy="1405218"/>
          </a:xfrm>
          <a:prstGeom prst="rect">
            <a:avLst/>
          </a:prstGeom>
        </p:spPr>
      </p:pic>
      <p:pic>
        <p:nvPicPr>
          <p:cNvPr id="10" name="Obraz 9">
            <a:extLst>
              <a:ext uri="{FF2B5EF4-FFF2-40B4-BE49-F238E27FC236}">
                <a16:creationId xmlns:a16="http://schemas.microsoft.com/office/drawing/2014/main" id="{B066E09D-9037-42AB-83AB-707E2C553A2A}"/>
              </a:ext>
            </a:extLst>
          </p:cNvPr>
          <p:cNvPicPr>
            <a:picLocks noChangeAspect="1"/>
          </p:cNvPicPr>
          <p:nvPr/>
        </p:nvPicPr>
        <p:blipFill>
          <a:blip r:embed="rId3"/>
          <a:stretch>
            <a:fillRect/>
          </a:stretch>
        </p:blipFill>
        <p:spPr>
          <a:xfrm>
            <a:off x="3993777" y="2129238"/>
            <a:ext cx="4087906" cy="1827327"/>
          </a:xfrm>
          <a:prstGeom prst="rect">
            <a:avLst/>
          </a:prstGeom>
        </p:spPr>
      </p:pic>
    </p:spTree>
    <p:extLst>
      <p:ext uri="{BB962C8B-B14F-4D97-AF65-F5344CB8AC3E}">
        <p14:creationId xmlns:p14="http://schemas.microsoft.com/office/powerpoint/2010/main" val="1116496105"/>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151EECF5-CC8E-45E4-90FC-C0277EE17780}"/>
              </a:ext>
            </a:extLst>
          </p:cNvPr>
          <p:cNvSpPr>
            <a:spLocks noGrp="1"/>
          </p:cNvSpPr>
          <p:nvPr>
            <p:ph type="title"/>
          </p:nvPr>
        </p:nvSpPr>
        <p:spPr/>
        <p:txBody>
          <a:bodyPr/>
          <a:lstStyle/>
          <a:p>
            <a:r>
              <a:rPr lang="pl-PL" dirty="0"/>
              <a:t>Algorytm genetyczny</a:t>
            </a:r>
          </a:p>
        </p:txBody>
      </p:sp>
      <p:sp>
        <p:nvSpPr>
          <p:cNvPr id="3" name="Symbol zastępczy daty 2">
            <a:extLst>
              <a:ext uri="{FF2B5EF4-FFF2-40B4-BE49-F238E27FC236}">
                <a16:creationId xmlns:a16="http://schemas.microsoft.com/office/drawing/2014/main" id="{5198995C-010F-455C-BC72-59D894415724}"/>
              </a:ext>
            </a:extLst>
          </p:cNvPr>
          <p:cNvSpPr>
            <a:spLocks noGrp="1"/>
          </p:cNvSpPr>
          <p:nvPr>
            <p:ph type="dt" sz="half" idx="10"/>
          </p:nvPr>
        </p:nvSpPr>
        <p:spPr/>
        <p:txBody>
          <a:bodyPr/>
          <a:lstStyle/>
          <a:p>
            <a:pPr rtl="0"/>
            <a:fld id="{98A70DB5-3B74-47E3-90B3-6FF4DAF5961C}" type="datetime1">
              <a:rPr lang="pl-PL" smtClean="0"/>
              <a:t>13.10.2026</a:t>
            </a:fld>
            <a:endParaRPr lang="en-US" dirty="0"/>
          </a:p>
        </p:txBody>
      </p:sp>
      <p:sp>
        <p:nvSpPr>
          <p:cNvPr id="9" name="pole tekstowe 8">
            <a:extLst>
              <a:ext uri="{FF2B5EF4-FFF2-40B4-BE49-F238E27FC236}">
                <a16:creationId xmlns:a16="http://schemas.microsoft.com/office/drawing/2014/main" id="{A947EFE9-507C-422F-BED7-CF1864ECA495}"/>
              </a:ext>
            </a:extLst>
          </p:cNvPr>
          <p:cNvSpPr txBox="1"/>
          <p:nvPr/>
        </p:nvSpPr>
        <p:spPr>
          <a:xfrm>
            <a:off x="710966" y="1706128"/>
            <a:ext cx="7543800" cy="2169825"/>
          </a:xfrm>
          <a:prstGeom prst="rect">
            <a:avLst/>
          </a:prstGeom>
          <a:noFill/>
        </p:spPr>
        <p:txBody>
          <a:bodyPr wrap="square">
            <a:spAutoFit/>
          </a:bodyPr>
          <a:lstStyle/>
          <a:p>
            <a:r>
              <a:rPr lang="pl-PL" sz="1350" dirty="0"/>
              <a:t>Problem, którego rozwiązania szukamy, definiuje środowisko, w którym istnieje pewna populacja osobników. </a:t>
            </a:r>
          </a:p>
          <a:p>
            <a:r>
              <a:rPr lang="pl-PL" sz="1350" dirty="0"/>
              <a:t>Każdy z osobników ma przypisany pewien zbiór informacji stanowiących jego genotyp, a będących podstawą do utworzenia fenotypu. </a:t>
            </a:r>
          </a:p>
          <a:p>
            <a:r>
              <a:rPr lang="pl-PL" sz="1350" dirty="0"/>
              <a:t>Fenotyp to zbiór cech podlegających ocenie funkcji przystosowania modelującej środowisko. Innymi słowy - genotyp opisuje proponowane rozwiązanie problemu, a funkcja przystosowania ocenia, jak dobre jest to rozwiązanie.</a:t>
            </a:r>
          </a:p>
          <a:p>
            <a:endParaRPr lang="pl-PL" sz="1350" dirty="0"/>
          </a:p>
          <a:p>
            <a:r>
              <a:rPr lang="pl-PL" sz="1350" dirty="0"/>
              <a:t>Genotyp składa się z chromosomów, gdzie zakodowany jest fenotyp i ewentualnie pewne informacje pomocnicze dla algorytmu genetycznego. Chromosom składa się z genów. </a:t>
            </a:r>
          </a:p>
        </p:txBody>
      </p:sp>
    </p:spTree>
    <p:extLst>
      <p:ext uri="{BB962C8B-B14F-4D97-AF65-F5344CB8AC3E}">
        <p14:creationId xmlns:p14="http://schemas.microsoft.com/office/powerpoint/2010/main" val="1343193888"/>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42606E1D-AF35-4640-BADB-023CB9C2C134}"/>
              </a:ext>
            </a:extLst>
          </p:cNvPr>
          <p:cNvSpPr>
            <a:spLocks noGrp="1"/>
          </p:cNvSpPr>
          <p:nvPr>
            <p:ph type="title"/>
          </p:nvPr>
        </p:nvSpPr>
        <p:spPr/>
        <p:txBody>
          <a:bodyPr/>
          <a:lstStyle/>
          <a:p>
            <a:r>
              <a:rPr lang="pl-PL" dirty="0"/>
              <a:t>Algorytm genetyczny</a:t>
            </a:r>
          </a:p>
        </p:txBody>
      </p:sp>
      <p:sp>
        <p:nvSpPr>
          <p:cNvPr id="3" name="Symbol zastępczy daty 2">
            <a:extLst>
              <a:ext uri="{FF2B5EF4-FFF2-40B4-BE49-F238E27FC236}">
                <a16:creationId xmlns:a16="http://schemas.microsoft.com/office/drawing/2014/main" id="{D765C58C-099C-4DFE-99C6-A688E4F61740}"/>
              </a:ext>
            </a:extLst>
          </p:cNvPr>
          <p:cNvSpPr>
            <a:spLocks noGrp="1"/>
          </p:cNvSpPr>
          <p:nvPr>
            <p:ph type="dt" sz="half" idx="10"/>
          </p:nvPr>
        </p:nvSpPr>
        <p:spPr/>
        <p:txBody>
          <a:bodyPr/>
          <a:lstStyle/>
          <a:p>
            <a:pPr rtl="0"/>
            <a:fld id="{98A70DB5-3B74-47E3-90B3-6FF4DAF5961C}" type="datetime1">
              <a:rPr lang="pl-PL" smtClean="0"/>
              <a:t>13.10.2026</a:t>
            </a:fld>
            <a:endParaRPr lang="en-US" dirty="0"/>
          </a:p>
        </p:txBody>
      </p:sp>
      <p:sp>
        <p:nvSpPr>
          <p:cNvPr id="7" name="pole tekstowe 6">
            <a:extLst>
              <a:ext uri="{FF2B5EF4-FFF2-40B4-BE49-F238E27FC236}">
                <a16:creationId xmlns:a16="http://schemas.microsoft.com/office/drawing/2014/main" id="{CE12C00F-0DAF-4717-A9AE-87A1F68996C4}"/>
              </a:ext>
            </a:extLst>
          </p:cNvPr>
          <p:cNvSpPr txBox="1"/>
          <p:nvPr/>
        </p:nvSpPr>
        <p:spPr>
          <a:xfrm>
            <a:off x="431920" y="1529720"/>
            <a:ext cx="6062186" cy="2169825"/>
          </a:xfrm>
          <a:prstGeom prst="rect">
            <a:avLst/>
          </a:prstGeom>
          <a:noFill/>
        </p:spPr>
        <p:txBody>
          <a:bodyPr wrap="square">
            <a:spAutoFit/>
          </a:bodyPr>
          <a:lstStyle/>
          <a:p>
            <a:r>
              <a:rPr lang="pl-PL" sz="1350" dirty="0"/>
              <a:t>Wspólnymi cechami algorytmów ewolucyjnych, odróżniającymi je od innych, tradycyjnych metod optymalizacji, są:</a:t>
            </a:r>
          </a:p>
          <a:p>
            <a:endParaRPr lang="pl-PL" sz="1350" dirty="0"/>
          </a:p>
          <a:p>
            <a:pPr marL="214313" indent="-214313">
              <a:buFont typeface="Arial" panose="020B0604020202020204" pitchFamily="34" charset="0"/>
              <a:buChar char="•"/>
            </a:pPr>
            <a:r>
              <a:rPr lang="pl-PL" sz="1350" dirty="0"/>
              <a:t>stosowanie operatorów genetycznych, które dostosowane są do postaci rozwiązań,</a:t>
            </a:r>
          </a:p>
          <a:p>
            <a:pPr marL="214313" indent="-214313">
              <a:buFont typeface="Arial" panose="020B0604020202020204" pitchFamily="34" charset="0"/>
              <a:buChar char="•"/>
            </a:pPr>
            <a:r>
              <a:rPr lang="pl-PL" sz="1350" dirty="0"/>
              <a:t>przetwarzanie populacji rozwiązań, prowadzące do równoległego przeszukiwania przestrzeni rozwiązań z różnych punktów, </a:t>
            </a:r>
          </a:p>
          <a:p>
            <a:pPr marL="214313" indent="-214313">
              <a:buFont typeface="Arial" panose="020B0604020202020204" pitchFamily="34" charset="0"/>
              <a:buChar char="•"/>
            </a:pPr>
            <a:r>
              <a:rPr lang="pl-PL" sz="1350" dirty="0"/>
              <a:t>w celu ukierunkowania procesu przeszukiwania wystarczającą informacją jest jakość aktualnych rozwiązań,</a:t>
            </a:r>
          </a:p>
          <a:p>
            <a:pPr marL="214313" indent="-214313">
              <a:buFont typeface="Arial" panose="020B0604020202020204" pitchFamily="34" charset="0"/>
              <a:buChar char="•"/>
            </a:pPr>
            <a:r>
              <a:rPr lang="pl-PL" sz="1350" dirty="0"/>
              <a:t>celowe wprowadzenie elementów losowych.</a:t>
            </a:r>
          </a:p>
        </p:txBody>
      </p:sp>
      <p:pic>
        <p:nvPicPr>
          <p:cNvPr id="9" name="Obraz 8" descr="Obraz zawierający strzałka&#10;&#10;Opis wygenerowany automatycznie">
            <a:extLst>
              <a:ext uri="{FF2B5EF4-FFF2-40B4-BE49-F238E27FC236}">
                <a16:creationId xmlns:a16="http://schemas.microsoft.com/office/drawing/2014/main" id="{7664DAED-9317-4B05-A4EE-36B85B299542}"/>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6836771" y="1755322"/>
            <a:ext cx="2002583" cy="2002583"/>
          </a:xfrm>
          <a:prstGeom prst="rect">
            <a:avLst/>
          </a:prstGeom>
        </p:spPr>
      </p:pic>
    </p:spTree>
    <p:extLst>
      <p:ext uri="{BB962C8B-B14F-4D97-AF65-F5344CB8AC3E}">
        <p14:creationId xmlns:p14="http://schemas.microsoft.com/office/powerpoint/2010/main" val="941427105"/>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B66C7919-5076-4DF5-BD27-D110DB59FDEF}"/>
              </a:ext>
            </a:extLst>
          </p:cNvPr>
          <p:cNvSpPr>
            <a:spLocks noGrp="1"/>
          </p:cNvSpPr>
          <p:nvPr>
            <p:ph type="title"/>
          </p:nvPr>
        </p:nvSpPr>
        <p:spPr/>
        <p:txBody>
          <a:bodyPr/>
          <a:lstStyle/>
          <a:p>
            <a:r>
              <a:rPr lang="pl-PL" dirty="0"/>
              <a:t>Algorytm genetyczny</a:t>
            </a:r>
          </a:p>
        </p:txBody>
      </p:sp>
      <p:sp>
        <p:nvSpPr>
          <p:cNvPr id="3" name="Symbol zastępczy daty 2">
            <a:extLst>
              <a:ext uri="{FF2B5EF4-FFF2-40B4-BE49-F238E27FC236}">
                <a16:creationId xmlns:a16="http://schemas.microsoft.com/office/drawing/2014/main" id="{966FC516-A1A8-451F-A1D8-FB4263FB1EF7}"/>
              </a:ext>
            </a:extLst>
          </p:cNvPr>
          <p:cNvSpPr>
            <a:spLocks noGrp="1"/>
          </p:cNvSpPr>
          <p:nvPr>
            <p:ph type="dt" sz="half" idx="10"/>
          </p:nvPr>
        </p:nvSpPr>
        <p:spPr/>
        <p:txBody>
          <a:bodyPr/>
          <a:lstStyle/>
          <a:p>
            <a:pPr rtl="0"/>
            <a:fld id="{98A70DB5-3B74-47E3-90B3-6FF4DAF5961C}" type="datetime1">
              <a:rPr lang="pl-PL" smtClean="0"/>
              <a:t>13.10.2026</a:t>
            </a:fld>
            <a:endParaRPr lang="en-US" dirty="0"/>
          </a:p>
        </p:txBody>
      </p:sp>
      <p:sp>
        <p:nvSpPr>
          <p:cNvPr id="5" name="pole tekstowe 4">
            <a:extLst>
              <a:ext uri="{FF2B5EF4-FFF2-40B4-BE49-F238E27FC236}">
                <a16:creationId xmlns:a16="http://schemas.microsoft.com/office/drawing/2014/main" id="{D90EA69A-C49D-4A08-B1B7-CE01ADCE2A69}"/>
              </a:ext>
            </a:extLst>
          </p:cNvPr>
          <p:cNvSpPr txBox="1"/>
          <p:nvPr/>
        </p:nvSpPr>
        <p:spPr>
          <a:xfrm>
            <a:off x="431921" y="1510476"/>
            <a:ext cx="8361727" cy="2585323"/>
          </a:xfrm>
          <a:prstGeom prst="rect">
            <a:avLst/>
          </a:prstGeom>
          <a:noFill/>
        </p:spPr>
        <p:txBody>
          <a:bodyPr wrap="square">
            <a:spAutoFit/>
          </a:bodyPr>
          <a:lstStyle/>
          <a:p>
            <a:r>
              <a:rPr lang="pl-PL" sz="1350" b="1" dirty="0"/>
              <a:t>Najczęściej działanie algorytmu przebiega następująco</a:t>
            </a:r>
            <a:r>
              <a:rPr lang="pl-PL" sz="1350" dirty="0"/>
              <a:t>:</a:t>
            </a:r>
          </a:p>
          <a:p>
            <a:endParaRPr lang="pl-PL" sz="1350" dirty="0"/>
          </a:p>
          <a:p>
            <a:pPr marL="257175" indent="-257175">
              <a:buFont typeface="+mj-lt"/>
              <a:buAutoNum type="arabicPeriod"/>
            </a:pPr>
            <a:r>
              <a:rPr lang="pl-PL" sz="1350" dirty="0"/>
              <a:t>Losowana jest pewna populacja początkowa.</a:t>
            </a:r>
          </a:p>
          <a:p>
            <a:pPr marL="257175" indent="-257175">
              <a:buFont typeface="+mj-lt"/>
              <a:buAutoNum type="arabicPeriod"/>
            </a:pPr>
            <a:r>
              <a:rPr lang="pl-PL" sz="1350" dirty="0"/>
              <a:t>Populacja poddawana jest ocenie (selekcja). Najlepiej przystosowane osobniki biorą udział w procesie reprodukcji.</a:t>
            </a:r>
          </a:p>
          <a:p>
            <a:pPr marL="257175" indent="-257175">
              <a:buFont typeface="+mj-lt"/>
              <a:buAutoNum type="arabicPeriod"/>
            </a:pPr>
            <a:r>
              <a:rPr lang="pl-PL" sz="1350" dirty="0"/>
              <a:t>Genotypy wybranych osobników poddawane są operatorom ewolucyjnym:</a:t>
            </a:r>
          </a:p>
          <a:p>
            <a:pPr marL="600075" lvl="1" indent="-257175">
              <a:buFont typeface="Arial" panose="020B0604020202020204" pitchFamily="34" charset="0"/>
              <a:buChar char="•"/>
            </a:pPr>
            <a:r>
              <a:rPr lang="pl-PL" sz="1350" dirty="0"/>
              <a:t>są ze sobą kojarzone poprzez złączanie genotypów rodziców (krzyżowanie),</a:t>
            </a:r>
          </a:p>
          <a:p>
            <a:pPr marL="600075" lvl="1" indent="-257175">
              <a:buFont typeface="Arial" panose="020B0604020202020204" pitchFamily="34" charset="0"/>
              <a:buChar char="•"/>
            </a:pPr>
            <a:r>
              <a:rPr lang="pl-PL" sz="1350" dirty="0"/>
              <a:t>przeprowadzana jest mutacja, czyli wprowadzenie drobnych losowych zmian.</a:t>
            </a:r>
          </a:p>
          <a:p>
            <a:pPr marL="257175" indent="-257175">
              <a:buFont typeface="+mj-lt"/>
              <a:buAutoNum type="arabicPeriod"/>
            </a:pPr>
            <a:r>
              <a:rPr lang="pl-PL" sz="1350" dirty="0"/>
              <a:t>Rodzi się drugie (kolejne) pokolenie. Aby utrzymać stałą liczbę osobników w populacji te najlepsze (według funkcji oceniającej fenotyp) są powielane, a najsłabsze usuwane. Jeżeli nie znaleziono dostatecznie dobrego rozwiązania, algorytm powraca do kroku drugiego. W przeciwnym wypadku wybieramy najlepszego osobnika z populacji - jego genotyp to uzyskany wynik.</a:t>
            </a:r>
          </a:p>
        </p:txBody>
      </p:sp>
    </p:spTree>
    <p:extLst>
      <p:ext uri="{BB962C8B-B14F-4D97-AF65-F5344CB8AC3E}">
        <p14:creationId xmlns:p14="http://schemas.microsoft.com/office/powerpoint/2010/main" val="4203330299"/>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9F523CED-6A0C-446C-8ED7-575DDEC6D930}"/>
              </a:ext>
            </a:extLst>
          </p:cNvPr>
          <p:cNvSpPr>
            <a:spLocks noGrp="1"/>
          </p:cNvSpPr>
          <p:nvPr>
            <p:ph type="title"/>
          </p:nvPr>
        </p:nvSpPr>
        <p:spPr/>
        <p:txBody>
          <a:bodyPr/>
          <a:lstStyle/>
          <a:p>
            <a:r>
              <a:rPr lang="pl-PL" dirty="0"/>
              <a:t>Schemat prostego algorytmu genetycznego</a:t>
            </a:r>
          </a:p>
        </p:txBody>
      </p:sp>
      <p:sp>
        <p:nvSpPr>
          <p:cNvPr id="3" name="Symbol zastępczy daty 2">
            <a:extLst>
              <a:ext uri="{FF2B5EF4-FFF2-40B4-BE49-F238E27FC236}">
                <a16:creationId xmlns:a16="http://schemas.microsoft.com/office/drawing/2014/main" id="{669BDE0B-F993-4A2C-8A84-0504AAFAE5E4}"/>
              </a:ext>
            </a:extLst>
          </p:cNvPr>
          <p:cNvSpPr>
            <a:spLocks noGrp="1"/>
          </p:cNvSpPr>
          <p:nvPr>
            <p:ph type="dt" sz="half" idx="10"/>
          </p:nvPr>
        </p:nvSpPr>
        <p:spPr/>
        <p:txBody>
          <a:bodyPr/>
          <a:lstStyle/>
          <a:p>
            <a:pPr rtl="0"/>
            <a:fld id="{98A70DB5-3B74-47E3-90B3-6FF4DAF5961C}" type="datetime1">
              <a:rPr lang="pl-PL" smtClean="0"/>
              <a:t>13.10.2026</a:t>
            </a:fld>
            <a:endParaRPr lang="en-US" dirty="0"/>
          </a:p>
        </p:txBody>
      </p:sp>
      <p:pic>
        <p:nvPicPr>
          <p:cNvPr id="5" name="Obraz 4">
            <a:extLst>
              <a:ext uri="{FF2B5EF4-FFF2-40B4-BE49-F238E27FC236}">
                <a16:creationId xmlns:a16="http://schemas.microsoft.com/office/drawing/2014/main" id="{30E8BC6A-277B-41A4-BB34-DE307366ED23}"/>
              </a:ext>
            </a:extLst>
          </p:cNvPr>
          <p:cNvPicPr>
            <a:picLocks noChangeAspect="1"/>
          </p:cNvPicPr>
          <p:nvPr/>
        </p:nvPicPr>
        <p:blipFill rotWithShape="1">
          <a:blip r:embed="rId2"/>
          <a:srcRect l="23807" t="22593" r="30367" b="10081"/>
          <a:stretch/>
        </p:blipFill>
        <p:spPr>
          <a:xfrm>
            <a:off x="2384572" y="1479145"/>
            <a:ext cx="3731003" cy="2969117"/>
          </a:xfrm>
          <a:prstGeom prst="rect">
            <a:avLst/>
          </a:prstGeom>
        </p:spPr>
      </p:pic>
    </p:spTree>
    <p:extLst>
      <p:ext uri="{BB962C8B-B14F-4D97-AF65-F5344CB8AC3E}">
        <p14:creationId xmlns:p14="http://schemas.microsoft.com/office/powerpoint/2010/main" val="2049928094"/>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BED52FD4-99C9-40E1-B2B2-F52659DAE2EB}"/>
              </a:ext>
            </a:extLst>
          </p:cNvPr>
          <p:cNvSpPr>
            <a:spLocks noGrp="1"/>
          </p:cNvSpPr>
          <p:nvPr>
            <p:ph type="title"/>
          </p:nvPr>
        </p:nvSpPr>
        <p:spPr/>
        <p:txBody>
          <a:bodyPr/>
          <a:lstStyle/>
          <a:p>
            <a:r>
              <a:rPr lang="pl-PL" dirty="0"/>
              <a:t>Algorytm genetyczny</a:t>
            </a:r>
          </a:p>
        </p:txBody>
      </p:sp>
      <p:sp>
        <p:nvSpPr>
          <p:cNvPr id="3" name="Symbol zastępczy daty 2">
            <a:extLst>
              <a:ext uri="{FF2B5EF4-FFF2-40B4-BE49-F238E27FC236}">
                <a16:creationId xmlns:a16="http://schemas.microsoft.com/office/drawing/2014/main" id="{B7685553-285E-4306-A67D-0FC4E4D00C6B}"/>
              </a:ext>
            </a:extLst>
          </p:cNvPr>
          <p:cNvSpPr>
            <a:spLocks noGrp="1"/>
          </p:cNvSpPr>
          <p:nvPr>
            <p:ph type="dt" sz="half" idx="10"/>
          </p:nvPr>
        </p:nvSpPr>
        <p:spPr/>
        <p:txBody>
          <a:bodyPr/>
          <a:lstStyle/>
          <a:p>
            <a:pPr rtl="0"/>
            <a:fld id="{98A70DB5-3B74-47E3-90B3-6FF4DAF5961C}" type="datetime1">
              <a:rPr lang="pl-PL" smtClean="0"/>
              <a:t>13.10.2026</a:t>
            </a:fld>
            <a:endParaRPr lang="en-US" dirty="0"/>
          </a:p>
        </p:txBody>
      </p:sp>
      <p:sp>
        <p:nvSpPr>
          <p:cNvPr id="5" name="pole tekstowe 4">
            <a:extLst>
              <a:ext uri="{FF2B5EF4-FFF2-40B4-BE49-F238E27FC236}">
                <a16:creationId xmlns:a16="http://schemas.microsoft.com/office/drawing/2014/main" id="{ECDB2AB0-5DA6-4DD4-9431-2826323452EB}"/>
              </a:ext>
            </a:extLst>
          </p:cNvPr>
          <p:cNvSpPr txBox="1"/>
          <p:nvPr/>
        </p:nvSpPr>
        <p:spPr>
          <a:xfrm>
            <a:off x="806916" y="2017753"/>
            <a:ext cx="6617341" cy="1338828"/>
          </a:xfrm>
          <a:prstGeom prst="rect">
            <a:avLst/>
          </a:prstGeom>
          <a:noFill/>
        </p:spPr>
        <p:txBody>
          <a:bodyPr wrap="square">
            <a:spAutoFit/>
          </a:bodyPr>
          <a:lstStyle/>
          <a:p>
            <a:r>
              <a:rPr lang="pl-PL" sz="1350" dirty="0"/>
              <a:t>Działanie algorytmu genetycznego obejmuje kilka zagadnień potrzebnych do ustalenia:</a:t>
            </a:r>
          </a:p>
          <a:p>
            <a:r>
              <a:rPr lang="pl-PL" sz="1350" dirty="0"/>
              <a:t> </a:t>
            </a:r>
          </a:p>
          <a:p>
            <a:pPr marL="257175" indent="-257175">
              <a:buFont typeface="+mj-lt"/>
              <a:buAutoNum type="arabicPeriod"/>
            </a:pPr>
            <a:r>
              <a:rPr lang="pl-PL" sz="1350" dirty="0"/>
              <a:t>ustalenie genomu jako reprezentanta wyniku</a:t>
            </a:r>
          </a:p>
          <a:p>
            <a:pPr marL="257175" indent="-257175">
              <a:buFont typeface="+mj-lt"/>
              <a:buAutoNum type="arabicPeriod"/>
            </a:pPr>
            <a:r>
              <a:rPr lang="pl-PL" sz="1350" dirty="0"/>
              <a:t>ustalenie funkcji przystosowania/dopasowania</a:t>
            </a:r>
          </a:p>
          <a:p>
            <a:pPr marL="257175" indent="-257175">
              <a:buFont typeface="+mj-lt"/>
              <a:buAutoNum type="arabicPeriod"/>
            </a:pPr>
            <a:r>
              <a:rPr lang="pl-PL" sz="1350" dirty="0"/>
              <a:t>ustalenie operatorów przeszukiwania</a:t>
            </a:r>
          </a:p>
        </p:txBody>
      </p:sp>
    </p:spTree>
    <p:extLst>
      <p:ext uri="{BB962C8B-B14F-4D97-AF65-F5344CB8AC3E}">
        <p14:creationId xmlns:p14="http://schemas.microsoft.com/office/powerpoint/2010/main" val="572007398"/>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EC1189E7-0DAD-4884-928F-BDB8E11298BD}"/>
              </a:ext>
            </a:extLst>
          </p:cNvPr>
          <p:cNvSpPr>
            <a:spLocks noGrp="1"/>
          </p:cNvSpPr>
          <p:nvPr>
            <p:ph type="title"/>
          </p:nvPr>
        </p:nvSpPr>
        <p:spPr/>
        <p:txBody>
          <a:bodyPr/>
          <a:lstStyle/>
          <a:p>
            <a:r>
              <a:rPr lang="pl-PL" dirty="0"/>
              <a:t>Algorytm genetyczny - kodowanie</a:t>
            </a:r>
          </a:p>
        </p:txBody>
      </p:sp>
      <p:sp>
        <p:nvSpPr>
          <p:cNvPr id="3" name="Symbol zastępczy daty 2">
            <a:extLst>
              <a:ext uri="{FF2B5EF4-FFF2-40B4-BE49-F238E27FC236}">
                <a16:creationId xmlns:a16="http://schemas.microsoft.com/office/drawing/2014/main" id="{5465B52B-D900-4567-B10C-61687148D555}"/>
              </a:ext>
            </a:extLst>
          </p:cNvPr>
          <p:cNvSpPr>
            <a:spLocks noGrp="1"/>
          </p:cNvSpPr>
          <p:nvPr>
            <p:ph type="dt" sz="half" idx="10"/>
          </p:nvPr>
        </p:nvSpPr>
        <p:spPr/>
        <p:txBody>
          <a:bodyPr/>
          <a:lstStyle/>
          <a:p>
            <a:pPr rtl="0"/>
            <a:fld id="{98A70DB5-3B74-47E3-90B3-6FF4DAF5961C}" type="datetime1">
              <a:rPr lang="pl-PL" smtClean="0"/>
              <a:t>13.10.2026</a:t>
            </a:fld>
            <a:endParaRPr lang="en-US" dirty="0"/>
          </a:p>
        </p:txBody>
      </p:sp>
      <p:sp>
        <p:nvSpPr>
          <p:cNvPr id="5" name="pole tekstowe 4">
            <a:extLst>
              <a:ext uri="{FF2B5EF4-FFF2-40B4-BE49-F238E27FC236}">
                <a16:creationId xmlns:a16="http://schemas.microsoft.com/office/drawing/2014/main" id="{C176B836-5F0D-47B0-926C-DDB952EBA803}"/>
              </a:ext>
            </a:extLst>
          </p:cNvPr>
          <p:cNvSpPr txBox="1"/>
          <p:nvPr/>
        </p:nvSpPr>
        <p:spPr>
          <a:xfrm>
            <a:off x="431921" y="1713628"/>
            <a:ext cx="8318239" cy="2377574"/>
          </a:xfrm>
          <a:prstGeom prst="rect">
            <a:avLst/>
          </a:prstGeom>
          <a:noFill/>
        </p:spPr>
        <p:txBody>
          <a:bodyPr wrap="square">
            <a:spAutoFit/>
          </a:bodyPr>
          <a:lstStyle/>
          <a:p>
            <a:r>
              <a:rPr lang="pl-PL" sz="1350" dirty="0"/>
              <a:t>Kodowanie jest bardzo istotnym etapem projektowania algorytmu. Sposób zakodowania w chromosomie informacji o proponowanym rozwiązaniu wydatnie wpływa na szybkość i jakość znajdowanych wyników. Przyczyną takiego zjawiska jest wpływ kodowania na sposób w jaki przeszukiwana jest przestrzeń rozwiązań. Złe kodowanie może spowodować, że nigdy nie zostanie przeszukany fragment przestrzeni, w którym znajdują się najlepsze rozwiązania!</a:t>
            </a:r>
          </a:p>
          <a:p>
            <a:endParaRPr lang="pl-PL" sz="1350" dirty="0"/>
          </a:p>
          <a:p>
            <a:r>
              <a:rPr lang="pl-PL" sz="1350" dirty="0"/>
              <a:t>Najczęściej stosowane kodowania chromosomu:</a:t>
            </a:r>
          </a:p>
          <a:p>
            <a:endParaRPr lang="pl-PL" sz="1350" dirty="0"/>
          </a:p>
          <a:p>
            <a:pPr marL="214313" indent="-214313">
              <a:buFont typeface="Arial" panose="020B0604020202020204" pitchFamily="34" charset="0"/>
              <a:buChar char="•"/>
            </a:pPr>
            <a:r>
              <a:rPr lang="pl-PL" sz="1350" dirty="0"/>
              <a:t>wektorem genów, z których każdy z nich może być jedno- lub wielobitową liczbą całkowitą, bądź też liczbą rzeczywistą.</a:t>
            </a:r>
          </a:p>
          <a:p>
            <a:pPr marL="214313" indent="-214313">
              <a:buFont typeface="Arial" panose="020B0604020202020204" pitchFamily="34" charset="0"/>
              <a:buChar char="•"/>
            </a:pPr>
            <a:r>
              <a:rPr lang="pl-PL" sz="1350" dirty="0"/>
              <a:t>za pomocą drzewiastych struktur danych.</a:t>
            </a:r>
          </a:p>
        </p:txBody>
      </p:sp>
    </p:spTree>
    <p:extLst>
      <p:ext uri="{BB962C8B-B14F-4D97-AF65-F5344CB8AC3E}">
        <p14:creationId xmlns:p14="http://schemas.microsoft.com/office/powerpoint/2010/main" val="2972740021"/>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98807FB9-FA66-41A4-98C8-0DA3DD25725B}"/>
              </a:ext>
            </a:extLst>
          </p:cNvPr>
          <p:cNvSpPr>
            <a:spLocks noGrp="1"/>
          </p:cNvSpPr>
          <p:nvPr>
            <p:ph type="title"/>
          </p:nvPr>
        </p:nvSpPr>
        <p:spPr/>
        <p:txBody>
          <a:bodyPr/>
          <a:lstStyle/>
          <a:p>
            <a:r>
              <a:rPr lang="pl-PL" dirty="0"/>
              <a:t>Funkcja przystosowania</a:t>
            </a:r>
          </a:p>
        </p:txBody>
      </p:sp>
      <p:sp>
        <p:nvSpPr>
          <p:cNvPr id="3" name="Symbol zastępczy daty 2">
            <a:extLst>
              <a:ext uri="{FF2B5EF4-FFF2-40B4-BE49-F238E27FC236}">
                <a16:creationId xmlns:a16="http://schemas.microsoft.com/office/drawing/2014/main" id="{DD123229-4E7A-422D-ABA8-E68A61603077}"/>
              </a:ext>
            </a:extLst>
          </p:cNvPr>
          <p:cNvSpPr>
            <a:spLocks noGrp="1"/>
          </p:cNvSpPr>
          <p:nvPr>
            <p:ph type="dt" sz="half" idx="10"/>
          </p:nvPr>
        </p:nvSpPr>
        <p:spPr/>
        <p:txBody>
          <a:bodyPr/>
          <a:lstStyle/>
          <a:p>
            <a:pPr rtl="0"/>
            <a:fld id="{98A70DB5-3B74-47E3-90B3-6FF4DAF5961C}" type="datetime1">
              <a:rPr lang="pl-PL" smtClean="0"/>
              <a:t>13.10.2026</a:t>
            </a:fld>
            <a:endParaRPr lang="en-US" dirty="0"/>
          </a:p>
        </p:txBody>
      </p:sp>
      <p:sp>
        <p:nvSpPr>
          <p:cNvPr id="5" name="pole tekstowe 4">
            <a:extLst>
              <a:ext uri="{FF2B5EF4-FFF2-40B4-BE49-F238E27FC236}">
                <a16:creationId xmlns:a16="http://schemas.microsoft.com/office/drawing/2014/main" id="{04F761C7-B78C-432F-A938-44144A94667B}"/>
              </a:ext>
            </a:extLst>
          </p:cNvPr>
          <p:cNvSpPr txBox="1"/>
          <p:nvPr/>
        </p:nvSpPr>
        <p:spPr>
          <a:xfrm>
            <a:off x="431921" y="1412111"/>
            <a:ext cx="6424507" cy="1131079"/>
          </a:xfrm>
          <a:prstGeom prst="rect">
            <a:avLst/>
          </a:prstGeom>
          <a:noFill/>
        </p:spPr>
        <p:txBody>
          <a:bodyPr wrap="square">
            <a:spAutoFit/>
          </a:bodyPr>
          <a:lstStyle/>
          <a:p>
            <a:r>
              <a:rPr lang="pl-PL" sz="1350" dirty="0"/>
              <a:t>Proces wyboru osobników poddanych ocenie następuje według określonych kryteriów. Kryteria te zapisuje się w postaci funkcji oceny albo inaczej funkcji przystosowania. Algorytm genetyczny dąży zwykle do jej minimalizacji (maksymalizacji). Jako kryterium często przyjmowana jest funkcja celu rozważanego problemu optymalizacji. </a:t>
            </a:r>
          </a:p>
        </p:txBody>
      </p:sp>
      <p:sp>
        <p:nvSpPr>
          <p:cNvPr id="7" name="pole tekstowe 6">
            <a:extLst>
              <a:ext uri="{FF2B5EF4-FFF2-40B4-BE49-F238E27FC236}">
                <a16:creationId xmlns:a16="http://schemas.microsoft.com/office/drawing/2014/main" id="{97A142F7-B9DF-437C-A7C4-52D0B13A7674}"/>
              </a:ext>
            </a:extLst>
          </p:cNvPr>
          <p:cNvSpPr txBox="1"/>
          <p:nvPr/>
        </p:nvSpPr>
        <p:spPr>
          <a:xfrm>
            <a:off x="431921" y="2571750"/>
            <a:ext cx="8036766" cy="1361911"/>
          </a:xfrm>
          <a:prstGeom prst="rect">
            <a:avLst/>
          </a:prstGeom>
          <a:noFill/>
        </p:spPr>
        <p:txBody>
          <a:bodyPr wrap="square">
            <a:spAutoFit/>
          </a:bodyPr>
          <a:lstStyle/>
          <a:p>
            <a:r>
              <a:rPr lang="pl-PL" sz="1500" b="1" dirty="0"/>
              <a:t>Funkcja oceny </a:t>
            </a:r>
            <a:r>
              <a:rPr lang="pl-PL" sz="1350" dirty="0"/>
              <a:t>to miara jakości dowolnego osobnika (fenotypu, rozwiązania) w populacji. Dla każdego osobnika jest ona obliczana na podstawie pewnego modelu rozwiązywanego problemu. Załóżmy dla przykładu, że chcemy zaprojektować obwód elektryczny o pewnej charakterystyce. Funkcja oceny będzie premiowała rozwiązania najbardziej zbliżonej do tej charakterystyki, zbudowane z najmniejszej liczby elementów. W procesie selekcji faworyzowane będą najlepiej przystosowane osobniki. One staną się "rodzicami" dla populacji. </a:t>
            </a:r>
          </a:p>
        </p:txBody>
      </p:sp>
    </p:spTree>
    <p:extLst>
      <p:ext uri="{BB962C8B-B14F-4D97-AF65-F5344CB8AC3E}">
        <p14:creationId xmlns:p14="http://schemas.microsoft.com/office/powerpoint/2010/main" val="2939412263"/>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12D43506-5DA8-49AF-892A-57860A2BF065}"/>
              </a:ext>
            </a:extLst>
          </p:cNvPr>
          <p:cNvSpPr>
            <a:spLocks noGrp="1"/>
          </p:cNvSpPr>
          <p:nvPr>
            <p:ph type="title"/>
          </p:nvPr>
        </p:nvSpPr>
        <p:spPr/>
        <p:txBody>
          <a:bodyPr/>
          <a:lstStyle/>
          <a:p>
            <a:r>
              <a:rPr lang="pl-PL" dirty="0"/>
              <a:t>Metody selekcji</a:t>
            </a:r>
          </a:p>
        </p:txBody>
      </p:sp>
      <p:sp>
        <p:nvSpPr>
          <p:cNvPr id="3" name="Symbol zastępczy daty 2">
            <a:extLst>
              <a:ext uri="{FF2B5EF4-FFF2-40B4-BE49-F238E27FC236}">
                <a16:creationId xmlns:a16="http://schemas.microsoft.com/office/drawing/2014/main" id="{010E479D-44BC-430E-9398-A28C4247F886}"/>
              </a:ext>
            </a:extLst>
          </p:cNvPr>
          <p:cNvSpPr>
            <a:spLocks noGrp="1"/>
          </p:cNvSpPr>
          <p:nvPr>
            <p:ph type="dt" sz="half" idx="10"/>
          </p:nvPr>
        </p:nvSpPr>
        <p:spPr/>
        <p:txBody>
          <a:bodyPr/>
          <a:lstStyle/>
          <a:p>
            <a:pPr rtl="0"/>
            <a:fld id="{98A70DB5-3B74-47E3-90B3-6FF4DAF5961C}" type="datetime1">
              <a:rPr lang="pl-PL" smtClean="0"/>
              <a:t>13.10.2026</a:t>
            </a:fld>
            <a:endParaRPr lang="en-US" dirty="0"/>
          </a:p>
        </p:txBody>
      </p:sp>
      <p:sp>
        <p:nvSpPr>
          <p:cNvPr id="5" name="pole tekstowe 4">
            <a:extLst>
              <a:ext uri="{FF2B5EF4-FFF2-40B4-BE49-F238E27FC236}">
                <a16:creationId xmlns:a16="http://schemas.microsoft.com/office/drawing/2014/main" id="{57451909-C065-45EC-98D7-326E1FE5B1D7}"/>
              </a:ext>
            </a:extLst>
          </p:cNvPr>
          <p:cNvSpPr txBox="1"/>
          <p:nvPr/>
        </p:nvSpPr>
        <p:spPr>
          <a:xfrm>
            <a:off x="364921" y="1410769"/>
            <a:ext cx="8682606" cy="3624069"/>
          </a:xfrm>
          <a:prstGeom prst="rect">
            <a:avLst/>
          </a:prstGeom>
          <a:noFill/>
        </p:spPr>
        <p:txBody>
          <a:bodyPr wrap="square">
            <a:spAutoFit/>
          </a:bodyPr>
          <a:lstStyle/>
          <a:p>
            <a:r>
              <a:rPr lang="pl-PL" sz="1350" dirty="0"/>
              <a:t>Istnieje wiele metod selekcji. Dla przykładu można przedstawić tzw. metodę ruletki. Budujemy wirtualnie koło, którego wycinki odpowiadają poszczególnym osobnikom. Im lepszy osobnik, tym większy wycinek koła zajmuje. Rozmiar wycinków może zależeć od wartości funkcji oceny, jeśli wysoka wartość oceny oznacza wysokie przystosowanie. W takim układzie prawdopodobieństwo, że lepszy osobnik zostanie wybrany jako rodzic, jest większe. Niestety ewolucja przy takim algorytmie z każdym krokiem zwalnia. Jeżeli osobniki są podobne, to każdy dostaje równy wycinek koła fortuny i presja selekcyjna spada. Algorytm słabiej rozróżnia osobniki dobre od słabszych.</a:t>
            </a:r>
          </a:p>
          <a:p>
            <a:endParaRPr lang="pl-PL" sz="1350" dirty="0"/>
          </a:p>
          <a:p>
            <a:r>
              <a:rPr lang="pl-PL" sz="1350" dirty="0"/>
              <a:t>Pozbawiona tej wady jest metoda rankingowa. Obliczamy dla każdego osobnika funkcję oceny i ustawiamy je w szeregu najlepszy-najgorszy. Pierwsi na liście dostają prawo do rozmnażania, a reszta usuwana jest z populacji. Wadą metody jest niewrażliwość na różnice pomiędzy kolejnymi osobnikami w kolejce. Może się okazać, że sąsiadujące na liście rozwiązania mają różne wartości funkcji oceny, ale dostają prawie taką samą ilość potomstwa.</a:t>
            </a:r>
          </a:p>
          <a:p>
            <a:endParaRPr lang="pl-PL" sz="1350" dirty="0"/>
          </a:p>
          <a:p>
            <a:r>
              <a:rPr lang="pl-PL" sz="1350" dirty="0"/>
              <a:t>Istnieją także metody selekcji wielokryterialnej. Tworzymy kilka różnych funkcji oceny (oceniających pewne wybrane cechy osobników osobno). Dla przykładu osobniki mogą być ułożone nie w jednym, ale w kilku szeregach najlepszy-najgorszy, a proces selekcji jest bardziej złożony. </a:t>
            </a:r>
          </a:p>
        </p:txBody>
      </p:sp>
    </p:spTree>
    <p:extLst>
      <p:ext uri="{BB962C8B-B14F-4D97-AF65-F5344CB8AC3E}">
        <p14:creationId xmlns:p14="http://schemas.microsoft.com/office/powerpoint/2010/main" val="4082036859"/>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ymbol zastępczy daty 2">
            <a:extLst>
              <a:ext uri="{FF2B5EF4-FFF2-40B4-BE49-F238E27FC236}">
                <a16:creationId xmlns:a16="http://schemas.microsoft.com/office/drawing/2014/main" id="{CF3928C4-132B-4536-A337-98167896D670}"/>
              </a:ext>
            </a:extLst>
          </p:cNvPr>
          <p:cNvSpPr>
            <a:spLocks noGrp="1"/>
          </p:cNvSpPr>
          <p:nvPr>
            <p:ph type="dt" sz="half" idx="10"/>
          </p:nvPr>
        </p:nvSpPr>
        <p:spPr/>
        <p:txBody>
          <a:bodyPr/>
          <a:lstStyle/>
          <a:p>
            <a:pPr rtl="0"/>
            <a:fld id="{98A70DB5-3B74-47E3-90B3-6FF4DAF5961C}" type="datetime1">
              <a:rPr lang="pl-PL" smtClean="0"/>
              <a:t>13.10.2026</a:t>
            </a:fld>
            <a:endParaRPr lang="en-US" dirty="0"/>
          </a:p>
        </p:txBody>
      </p:sp>
      <p:sp>
        <p:nvSpPr>
          <p:cNvPr id="5" name="pole tekstowe 4">
            <a:extLst>
              <a:ext uri="{FF2B5EF4-FFF2-40B4-BE49-F238E27FC236}">
                <a16:creationId xmlns:a16="http://schemas.microsoft.com/office/drawing/2014/main" id="{DEB90F3B-0747-40D9-95AE-1D6B3D1CC16A}"/>
              </a:ext>
            </a:extLst>
          </p:cNvPr>
          <p:cNvSpPr txBox="1"/>
          <p:nvPr/>
        </p:nvSpPr>
        <p:spPr>
          <a:xfrm>
            <a:off x="692092" y="1188329"/>
            <a:ext cx="7392798" cy="2585323"/>
          </a:xfrm>
          <a:prstGeom prst="rect">
            <a:avLst/>
          </a:prstGeom>
          <a:noFill/>
        </p:spPr>
        <p:txBody>
          <a:bodyPr wrap="square">
            <a:spAutoFit/>
          </a:bodyPr>
          <a:lstStyle/>
          <a:p>
            <a:r>
              <a:rPr lang="pl-PL" sz="1350" dirty="0"/>
              <a:t>Selekcja daje większe prawdopodobieństwo reprodukcji osobnikom o dużym przystosowaniu, więc kolejne pokolenia są coraz lepiej przystosowane. </a:t>
            </a:r>
          </a:p>
          <a:p>
            <a:r>
              <a:rPr lang="pl-PL" sz="1350" dirty="0"/>
              <a:t>Spada jednak różnorodność genotypu populacji - populacja z czasem zostaje zmonopolizowana przez nieznacznie różniące się (lub wręcz identyczne) odmiany tego samego osobnika. </a:t>
            </a:r>
          </a:p>
          <a:p>
            <a:r>
              <a:rPr lang="pl-PL" sz="1350" dirty="0"/>
              <a:t>Objawia się to zbieżnością kolejnych, najlepszych rozwiązań do pewnej granicy. </a:t>
            </a:r>
          </a:p>
          <a:p>
            <a:endParaRPr lang="pl-PL" sz="1350" dirty="0"/>
          </a:p>
          <a:p>
            <a:r>
              <a:rPr lang="pl-PL" sz="1350" dirty="0"/>
              <a:t>Czasami zbieżność jest przedwczesna, a ewolucja utyka i uzyskane rozwiązania przedstawiają pewne ekstrema lokalne. Mogą być one dalekie od oczekiwanych rozwiązań globalnych, czyli tych najlepszych w całej przeszukiwanej przestrzeni. </a:t>
            </a:r>
          </a:p>
          <a:p>
            <a:endParaRPr lang="pl-PL" sz="1350" dirty="0"/>
          </a:p>
          <a:p>
            <a:r>
              <a:rPr lang="pl-PL" sz="1350" dirty="0"/>
              <a:t>Częściowym rozwiązaniem tego problemu jest losowa mutacja genotypu osobników. </a:t>
            </a:r>
          </a:p>
        </p:txBody>
      </p:sp>
    </p:spTree>
    <p:extLst>
      <p:ext uri="{BB962C8B-B14F-4D97-AF65-F5344CB8AC3E}">
        <p14:creationId xmlns:p14="http://schemas.microsoft.com/office/powerpoint/2010/main" val="2651989799"/>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64C43C59-D4CA-49AE-84A7-ED3B097DFB07}"/>
              </a:ext>
            </a:extLst>
          </p:cNvPr>
          <p:cNvSpPr>
            <a:spLocks noGrp="1"/>
          </p:cNvSpPr>
          <p:nvPr>
            <p:ph type="title"/>
          </p:nvPr>
        </p:nvSpPr>
        <p:spPr/>
        <p:txBody>
          <a:bodyPr/>
          <a:lstStyle/>
          <a:p>
            <a:r>
              <a:rPr lang="pl-PL" dirty="0"/>
              <a:t>Operatory krzyżowania</a:t>
            </a:r>
          </a:p>
        </p:txBody>
      </p:sp>
      <p:sp>
        <p:nvSpPr>
          <p:cNvPr id="3" name="Symbol zastępczy daty 2">
            <a:extLst>
              <a:ext uri="{FF2B5EF4-FFF2-40B4-BE49-F238E27FC236}">
                <a16:creationId xmlns:a16="http://schemas.microsoft.com/office/drawing/2014/main" id="{9C872B7D-B4CD-445C-8F8A-F9EABD2537D2}"/>
              </a:ext>
            </a:extLst>
          </p:cNvPr>
          <p:cNvSpPr>
            <a:spLocks noGrp="1"/>
          </p:cNvSpPr>
          <p:nvPr>
            <p:ph type="dt" sz="half" idx="10"/>
          </p:nvPr>
        </p:nvSpPr>
        <p:spPr/>
        <p:txBody>
          <a:bodyPr/>
          <a:lstStyle/>
          <a:p>
            <a:pPr rtl="0"/>
            <a:fld id="{98A70DB5-3B74-47E3-90B3-6FF4DAF5961C}" type="datetime1">
              <a:rPr lang="pl-PL" smtClean="0"/>
              <a:t>13.10.2026</a:t>
            </a:fld>
            <a:endParaRPr lang="en-US" dirty="0"/>
          </a:p>
        </p:txBody>
      </p:sp>
      <p:sp>
        <p:nvSpPr>
          <p:cNvPr id="7" name="pole tekstowe 6">
            <a:extLst>
              <a:ext uri="{FF2B5EF4-FFF2-40B4-BE49-F238E27FC236}">
                <a16:creationId xmlns:a16="http://schemas.microsoft.com/office/drawing/2014/main" id="{A3CA2664-B5CE-43C0-A84D-ED81FBEA0EFE}"/>
              </a:ext>
            </a:extLst>
          </p:cNvPr>
          <p:cNvSpPr txBox="1"/>
          <p:nvPr/>
        </p:nvSpPr>
        <p:spPr>
          <a:xfrm>
            <a:off x="207849" y="2484185"/>
            <a:ext cx="8720356" cy="1754326"/>
          </a:xfrm>
          <a:prstGeom prst="rect">
            <a:avLst/>
          </a:prstGeom>
          <a:noFill/>
        </p:spPr>
        <p:txBody>
          <a:bodyPr wrap="square">
            <a:spAutoFit/>
          </a:bodyPr>
          <a:lstStyle/>
          <a:p>
            <a:endParaRPr lang="pl-PL" sz="1350" dirty="0"/>
          </a:p>
          <a:p>
            <a:r>
              <a:rPr lang="pl-PL" sz="1350" dirty="0"/>
              <a:t>Sposób krzyżowania jest zależny od kodowania chromosomów i specyfiki problemu. Jednak można wskazać kilka standardowych metod krzyżowania:</a:t>
            </a:r>
          </a:p>
          <a:p>
            <a:endParaRPr lang="pl-PL" sz="1350" dirty="0"/>
          </a:p>
          <a:p>
            <a:pPr marL="257175" indent="-257175">
              <a:buFont typeface="+mj-lt"/>
              <a:buAutoNum type="arabicPeriod"/>
            </a:pPr>
            <a:r>
              <a:rPr lang="pl-PL" sz="1350" dirty="0"/>
              <a:t>Rozcięcie dwóch chromosomów i stworzenie nowego poprzez sklejenie lewej części jednego rodzica z prawą częścią drugiego rodzica (dla chromosomów z kodowaniem binarnym i całkowitoliczbowym),</a:t>
            </a:r>
          </a:p>
          <a:p>
            <a:pPr marL="257175" indent="-257175">
              <a:buFont typeface="+mj-lt"/>
              <a:buAutoNum type="arabicPeriod"/>
            </a:pPr>
            <a:r>
              <a:rPr lang="pl-PL" sz="1350" dirty="0"/>
              <a:t>Stosowanie operacji logicznych (kodowanie binarne),</a:t>
            </a:r>
          </a:p>
          <a:p>
            <a:pPr marL="257175" indent="-257175">
              <a:buFont typeface="+mj-lt"/>
              <a:buAutoNum type="arabicPeriod"/>
            </a:pPr>
            <a:r>
              <a:rPr lang="pl-PL" sz="1350" dirty="0"/>
              <a:t>Obliczenie wartości średniej genów (kodowanie liczbami rzeczywistymi).</a:t>
            </a:r>
          </a:p>
        </p:txBody>
      </p:sp>
      <p:sp>
        <p:nvSpPr>
          <p:cNvPr id="9" name="pole tekstowe 8">
            <a:extLst>
              <a:ext uri="{FF2B5EF4-FFF2-40B4-BE49-F238E27FC236}">
                <a16:creationId xmlns:a16="http://schemas.microsoft.com/office/drawing/2014/main" id="{5042EE04-6E38-4282-B952-DF3C7E2D3099}"/>
              </a:ext>
            </a:extLst>
          </p:cNvPr>
          <p:cNvSpPr txBox="1"/>
          <p:nvPr/>
        </p:nvSpPr>
        <p:spPr>
          <a:xfrm>
            <a:off x="215796" y="1288493"/>
            <a:ext cx="8177390" cy="715581"/>
          </a:xfrm>
          <a:prstGeom prst="rect">
            <a:avLst/>
          </a:prstGeom>
          <a:noFill/>
        </p:spPr>
        <p:txBody>
          <a:bodyPr wrap="square">
            <a:spAutoFit/>
          </a:bodyPr>
          <a:lstStyle/>
          <a:p>
            <a:r>
              <a:rPr lang="pl-PL" sz="1350" dirty="0"/>
              <a:t>Krzyżowanie polega na połączeniu niektórych (wybierane losowo) genotypów w jeden. Kojarzenie ma sprawić, że potomek dwóch osobników rodzicielskich ma zespół cech, który jest kombinacją ich cech (może się zdarzyć, że tych najlepszych).</a:t>
            </a:r>
          </a:p>
        </p:txBody>
      </p:sp>
      <p:pic>
        <p:nvPicPr>
          <p:cNvPr id="11" name="Obraz 10">
            <a:extLst>
              <a:ext uri="{FF2B5EF4-FFF2-40B4-BE49-F238E27FC236}">
                <a16:creationId xmlns:a16="http://schemas.microsoft.com/office/drawing/2014/main" id="{BD8C6DC6-BEFC-4D50-85C1-8CCE3F87F349}"/>
              </a:ext>
            </a:extLst>
          </p:cNvPr>
          <p:cNvPicPr>
            <a:picLocks noChangeAspect="1"/>
          </p:cNvPicPr>
          <p:nvPr/>
        </p:nvPicPr>
        <p:blipFill rotWithShape="1">
          <a:blip r:embed="rId2"/>
          <a:srcRect l="32065" t="57876" r="13371" b="27998"/>
          <a:stretch/>
        </p:blipFill>
        <p:spPr>
          <a:xfrm>
            <a:off x="1591811" y="2022580"/>
            <a:ext cx="4989352" cy="699659"/>
          </a:xfrm>
          <a:prstGeom prst="rect">
            <a:avLst/>
          </a:prstGeom>
        </p:spPr>
      </p:pic>
    </p:spTree>
    <p:extLst>
      <p:ext uri="{BB962C8B-B14F-4D97-AF65-F5344CB8AC3E}">
        <p14:creationId xmlns:p14="http://schemas.microsoft.com/office/powerpoint/2010/main" val="1038962673"/>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518C0C4-BB07-4BFF-B2EC-13AAAA323D75}"/>
              </a:ext>
            </a:extLst>
          </p:cNvPr>
          <p:cNvSpPr>
            <a:spLocks noGrp="1"/>
          </p:cNvSpPr>
          <p:nvPr>
            <p:ph type="title"/>
          </p:nvPr>
        </p:nvSpPr>
        <p:spPr/>
        <p:txBody>
          <a:bodyPr/>
          <a:lstStyle/>
          <a:p>
            <a:r>
              <a:rPr lang="pl-PL" dirty="0"/>
              <a:t>Operatory mutacji</a:t>
            </a:r>
          </a:p>
        </p:txBody>
      </p:sp>
      <p:sp>
        <p:nvSpPr>
          <p:cNvPr id="3" name="Symbol zastępczy daty 2">
            <a:extLst>
              <a:ext uri="{FF2B5EF4-FFF2-40B4-BE49-F238E27FC236}">
                <a16:creationId xmlns:a16="http://schemas.microsoft.com/office/drawing/2014/main" id="{312BD5BF-BB96-4E25-B5E1-0012AB82F6B5}"/>
              </a:ext>
            </a:extLst>
          </p:cNvPr>
          <p:cNvSpPr>
            <a:spLocks noGrp="1"/>
          </p:cNvSpPr>
          <p:nvPr>
            <p:ph type="dt" sz="half" idx="10"/>
          </p:nvPr>
        </p:nvSpPr>
        <p:spPr/>
        <p:txBody>
          <a:bodyPr/>
          <a:lstStyle/>
          <a:p>
            <a:pPr rtl="0"/>
            <a:fld id="{98A70DB5-3B74-47E3-90B3-6FF4DAF5961C}" type="datetime1">
              <a:rPr lang="pl-PL" smtClean="0"/>
              <a:t>13.10.2026</a:t>
            </a:fld>
            <a:endParaRPr lang="en-US" dirty="0"/>
          </a:p>
        </p:txBody>
      </p:sp>
      <p:sp>
        <p:nvSpPr>
          <p:cNvPr id="5" name="pole tekstowe 4">
            <a:extLst>
              <a:ext uri="{FF2B5EF4-FFF2-40B4-BE49-F238E27FC236}">
                <a16:creationId xmlns:a16="http://schemas.microsoft.com/office/drawing/2014/main" id="{3A4D1840-9F17-4DB6-850F-C1F797D08AA5}"/>
              </a:ext>
            </a:extLst>
          </p:cNvPr>
          <p:cNvSpPr txBox="1"/>
          <p:nvPr/>
        </p:nvSpPr>
        <p:spPr>
          <a:xfrm>
            <a:off x="431920" y="1439512"/>
            <a:ext cx="8544188" cy="3000821"/>
          </a:xfrm>
          <a:prstGeom prst="rect">
            <a:avLst/>
          </a:prstGeom>
          <a:noFill/>
        </p:spPr>
        <p:txBody>
          <a:bodyPr wrap="square">
            <a:spAutoFit/>
          </a:bodyPr>
          <a:lstStyle/>
          <a:p>
            <a:r>
              <a:rPr lang="pl-PL" sz="1350" b="1" dirty="0"/>
              <a:t>Mutacja</a:t>
            </a:r>
            <a:r>
              <a:rPr lang="pl-PL" sz="1350" dirty="0"/>
              <a:t> wprowadza do genotypu losowe zmiany. Jej zadaniem jest wprowadzanie różnorodności w populacji, czyli zapobieganie (przynajmniej częściowe) przedwczesnej zbieżności algorytmu. Mutacja zachodzi z pewnym przyjętym prawdopodobieństwem - zazwyczaj rzędu 1%. Jest ono niskie, ponieważ zbyt silna mutacja przynosi efekt odwrotny do zamierzonego: zamiast subtelnie różnicować dobre rozwiązania - niszczy je. Stąd w procesie ewolucji mutacja ma znaczenie drugorzędne, szczególnie w przypadku długich chromosomów.</a:t>
            </a:r>
          </a:p>
          <a:p>
            <a:endParaRPr lang="pl-PL" sz="1350" dirty="0"/>
          </a:p>
          <a:p>
            <a:r>
              <a:rPr lang="pl-PL" sz="1350" dirty="0"/>
              <a:t>W przypadku chromosomów kodowanych binarnie losuje się zazwyczaj dwa geny i zamienia się je miejscami bądź np. neguje pewien wylosowany gen.</a:t>
            </a:r>
          </a:p>
          <a:p>
            <a:endParaRPr lang="pl-PL" sz="1350" dirty="0"/>
          </a:p>
          <a:p>
            <a:r>
              <a:rPr lang="pl-PL" sz="1350" dirty="0"/>
              <a:t>W przypadku genotypów zakodowanych liczbami całkowitymi stosuje się permutacje.</a:t>
            </a:r>
          </a:p>
          <a:p>
            <a:endParaRPr lang="pl-PL" sz="1350" dirty="0"/>
          </a:p>
          <a:p>
            <a:r>
              <a:rPr lang="pl-PL" sz="1350" dirty="0"/>
              <a:t>W przypadku genotypów zakodowanych liczbami rzeczywistymi wprowadza się do przypadkowych genów losowe zmiany o danym rozkładzie - najczęściej normalnym. </a:t>
            </a:r>
          </a:p>
        </p:txBody>
      </p:sp>
    </p:spTree>
    <p:extLst>
      <p:ext uri="{BB962C8B-B14F-4D97-AF65-F5344CB8AC3E}">
        <p14:creationId xmlns:p14="http://schemas.microsoft.com/office/powerpoint/2010/main" val="3171269225"/>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8778BE4-9FE7-4FFC-8F62-5AB376549B2C}"/>
              </a:ext>
            </a:extLst>
          </p:cNvPr>
          <p:cNvSpPr>
            <a:spLocks noGrp="1"/>
          </p:cNvSpPr>
          <p:nvPr>
            <p:ph type="title"/>
          </p:nvPr>
        </p:nvSpPr>
        <p:spPr/>
        <p:txBody>
          <a:bodyPr/>
          <a:lstStyle/>
          <a:p>
            <a:r>
              <a:rPr lang="pl-PL" dirty="0"/>
              <a:t>Algorytm Genetyczny  - biblioteki </a:t>
            </a:r>
            <a:r>
              <a:rPr lang="pl-PL" dirty="0" err="1"/>
              <a:t>pythona</a:t>
            </a:r>
            <a:endParaRPr lang="pl-PL" dirty="0"/>
          </a:p>
        </p:txBody>
      </p:sp>
      <p:sp>
        <p:nvSpPr>
          <p:cNvPr id="3" name="Symbol zastępczy daty 2">
            <a:extLst>
              <a:ext uri="{FF2B5EF4-FFF2-40B4-BE49-F238E27FC236}">
                <a16:creationId xmlns:a16="http://schemas.microsoft.com/office/drawing/2014/main" id="{B35B9E53-5040-4D98-88C0-E6421FFCC906}"/>
              </a:ext>
            </a:extLst>
          </p:cNvPr>
          <p:cNvSpPr>
            <a:spLocks noGrp="1"/>
          </p:cNvSpPr>
          <p:nvPr>
            <p:ph type="dt" sz="half" idx="10"/>
          </p:nvPr>
        </p:nvSpPr>
        <p:spPr/>
        <p:txBody>
          <a:bodyPr/>
          <a:lstStyle/>
          <a:p>
            <a:pPr rtl="0"/>
            <a:fld id="{98A70DB5-3B74-47E3-90B3-6FF4DAF5961C}" type="datetime1">
              <a:rPr lang="pl-PL" smtClean="0"/>
              <a:t>13.10.2026</a:t>
            </a:fld>
            <a:endParaRPr lang="en-US" dirty="0"/>
          </a:p>
        </p:txBody>
      </p:sp>
      <p:sp>
        <p:nvSpPr>
          <p:cNvPr id="5" name="pole tekstowe 4">
            <a:extLst>
              <a:ext uri="{FF2B5EF4-FFF2-40B4-BE49-F238E27FC236}">
                <a16:creationId xmlns:a16="http://schemas.microsoft.com/office/drawing/2014/main" id="{6ECC9FD6-D1EC-47DD-A271-D4C6205DE9C6}"/>
              </a:ext>
            </a:extLst>
          </p:cNvPr>
          <p:cNvSpPr txBox="1"/>
          <p:nvPr/>
        </p:nvSpPr>
        <p:spPr>
          <a:xfrm>
            <a:off x="1203296" y="1793066"/>
            <a:ext cx="4570952" cy="1454244"/>
          </a:xfrm>
          <a:prstGeom prst="rect">
            <a:avLst/>
          </a:prstGeom>
          <a:noFill/>
        </p:spPr>
        <p:txBody>
          <a:bodyPr wrap="square">
            <a:spAutoFit/>
          </a:bodyPr>
          <a:lstStyle/>
          <a:p>
            <a:pPr marL="214313" indent="-214313">
              <a:buFont typeface="Arial" panose="020B0604020202020204" pitchFamily="34" charset="0"/>
              <a:buChar char="•"/>
            </a:pPr>
            <a:r>
              <a:rPr lang="pl-PL" sz="1500" b="1" dirty="0" err="1"/>
              <a:t>geneticalgorithm</a:t>
            </a:r>
            <a:r>
              <a:rPr lang="pl-PL" sz="1500" b="1" dirty="0"/>
              <a:t> 1.0.2</a:t>
            </a:r>
          </a:p>
          <a:p>
            <a:pPr marL="214313" indent="-214313">
              <a:buFont typeface="Arial" panose="020B0604020202020204" pitchFamily="34" charset="0"/>
              <a:buChar char="•"/>
            </a:pPr>
            <a:r>
              <a:rPr lang="pl-PL" sz="1500" b="1" dirty="0" err="1"/>
              <a:t>Deap</a:t>
            </a:r>
            <a:r>
              <a:rPr lang="pl-PL" sz="1500" b="1" dirty="0"/>
              <a:t> </a:t>
            </a:r>
            <a:r>
              <a:rPr lang="pl-PL" sz="1500" b="1" dirty="0" err="1"/>
              <a:t>python</a:t>
            </a:r>
            <a:endParaRPr lang="pl-PL" sz="1500" b="1" dirty="0"/>
          </a:p>
          <a:p>
            <a:pPr marL="214313" indent="-214313">
              <a:buFont typeface="Arial" panose="020B0604020202020204" pitchFamily="34" charset="0"/>
              <a:buChar char="•"/>
            </a:pPr>
            <a:r>
              <a:rPr lang="pl-PL" sz="1500" b="1" dirty="0"/>
              <a:t>PYEASYGA - https://pypi.org/project/pyeasyga/</a:t>
            </a:r>
          </a:p>
          <a:p>
            <a:pPr marL="214313" indent="-214313">
              <a:buFont typeface="Arial" panose="020B0604020202020204" pitchFamily="34" charset="0"/>
              <a:buChar char="•"/>
            </a:pPr>
            <a:r>
              <a:rPr lang="pl-PL" sz="1500" b="1" dirty="0" err="1"/>
              <a:t>Pyvolution</a:t>
            </a:r>
            <a:r>
              <a:rPr lang="pl-PL" sz="1500" b="1" dirty="0"/>
              <a:t> 1.0 </a:t>
            </a:r>
          </a:p>
          <a:p>
            <a:endParaRPr lang="pl-PL" sz="1350" dirty="0"/>
          </a:p>
        </p:txBody>
      </p:sp>
    </p:spTree>
    <p:extLst>
      <p:ext uri="{BB962C8B-B14F-4D97-AF65-F5344CB8AC3E}">
        <p14:creationId xmlns:p14="http://schemas.microsoft.com/office/powerpoint/2010/main" val="1558324666"/>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tekstu 1">
            <a:extLst>
              <a:ext uri="{FF2B5EF4-FFF2-40B4-BE49-F238E27FC236}">
                <a16:creationId xmlns:a16="http://schemas.microsoft.com/office/drawing/2014/main" id="{E4438319-7CF6-4811-9DD8-BA416FBC619D}"/>
              </a:ext>
            </a:extLst>
          </p:cNvPr>
          <p:cNvSpPr>
            <a:spLocks noGrp="1"/>
          </p:cNvSpPr>
          <p:nvPr>
            <p:ph type="body" sz="quarter" idx="25"/>
          </p:nvPr>
        </p:nvSpPr>
        <p:spPr/>
        <p:txBody>
          <a:bodyPr/>
          <a:lstStyle/>
          <a:p>
            <a:endParaRPr lang="pl-PL"/>
          </a:p>
        </p:txBody>
      </p:sp>
      <p:sp>
        <p:nvSpPr>
          <p:cNvPr id="8" name="pole tekstowe 7">
            <a:extLst>
              <a:ext uri="{FF2B5EF4-FFF2-40B4-BE49-F238E27FC236}">
                <a16:creationId xmlns:a16="http://schemas.microsoft.com/office/drawing/2014/main" id="{1FC9E728-2C40-4AA2-A2B6-D514F72745B1}"/>
              </a:ext>
            </a:extLst>
          </p:cNvPr>
          <p:cNvSpPr txBox="1"/>
          <p:nvPr/>
        </p:nvSpPr>
        <p:spPr>
          <a:xfrm>
            <a:off x="2286000" y="2387084"/>
            <a:ext cx="4572000" cy="646331"/>
          </a:xfrm>
          <a:prstGeom prst="rect">
            <a:avLst/>
          </a:prstGeom>
          <a:noFill/>
        </p:spPr>
        <p:txBody>
          <a:bodyPr wrap="square">
            <a:spAutoFit/>
          </a:bodyPr>
          <a:lstStyle/>
          <a:p>
            <a:r>
              <a:rPr lang="pl-PL" sz="3600" b="1" i="1" dirty="0" err="1"/>
              <a:t>w</a:t>
            </a:r>
            <a:r>
              <a:rPr lang="pl-PL" sz="3600" b="1" i="1" baseline="-25000" dirty="0" err="1"/>
              <a:t>n</a:t>
            </a:r>
            <a:r>
              <a:rPr lang="pl-PL" sz="3600" b="1" i="1" baseline="-25000" dirty="0"/>
              <a:t> </a:t>
            </a:r>
            <a:r>
              <a:rPr lang="pl-PL" sz="3600" b="1" i="1" dirty="0"/>
              <a:t>= </a:t>
            </a:r>
            <a:r>
              <a:rPr lang="pl-PL" sz="3600" b="1" i="1" dirty="0" err="1"/>
              <a:t>w</a:t>
            </a:r>
            <a:r>
              <a:rPr lang="pl-PL" sz="3600" b="1" i="1" baseline="-25000" dirty="0" err="1"/>
              <a:t>n</a:t>
            </a:r>
            <a:r>
              <a:rPr lang="pl-PL" sz="3600" b="1" i="1" dirty="0"/>
              <a:t>+</a:t>
            </a:r>
            <a:r>
              <a:rPr lang="el-GR" sz="3600" b="1" i="1" dirty="0"/>
              <a:t>λ (</a:t>
            </a:r>
            <a:r>
              <a:rPr lang="pl-PL" sz="3600" b="1" i="1" dirty="0" err="1"/>
              <a:t>x</a:t>
            </a:r>
            <a:r>
              <a:rPr lang="pl-PL" sz="3600" b="1" i="1" baseline="-25000" dirty="0" err="1"/>
              <a:t>n</a:t>
            </a:r>
            <a:r>
              <a:rPr lang="pl-PL" sz="3600" b="1" i="1" dirty="0" err="1"/>
              <a:t>-w</a:t>
            </a:r>
            <a:r>
              <a:rPr lang="pl-PL" sz="3600" b="1" i="1" baseline="-25000" dirty="0" err="1"/>
              <a:t>n</a:t>
            </a:r>
            <a:r>
              <a:rPr lang="pl-PL" sz="3600" b="1" i="1" dirty="0"/>
              <a:t>)</a:t>
            </a:r>
            <a:endParaRPr lang="pl-PL" sz="3600" dirty="0"/>
          </a:p>
        </p:txBody>
      </p:sp>
    </p:spTree>
    <p:extLst>
      <p:ext uri="{BB962C8B-B14F-4D97-AF65-F5344CB8AC3E}">
        <p14:creationId xmlns:p14="http://schemas.microsoft.com/office/powerpoint/2010/main" val="893666398"/>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tekstu 1">
            <a:extLst>
              <a:ext uri="{FF2B5EF4-FFF2-40B4-BE49-F238E27FC236}">
                <a16:creationId xmlns:a16="http://schemas.microsoft.com/office/drawing/2014/main" id="{057065B8-144D-993B-2F19-ACC5E12FBB0A}"/>
              </a:ext>
            </a:extLst>
          </p:cNvPr>
          <p:cNvSpPr>
            <a:spLocks noGrp="1"/>
          </p:cNvSpPr>
          <p:nvPr>
            <p:ph type="body" sz="quarter" idx="25"/>
          </p:nvPr>
        </p:nvSpPr>
        <p:spPr/>
        <p:txBody>
          <a:bodyPr/>
          <a:lstStyle/>
          <a:p>
            <a:r>
              <a:rPr lang="pl-PL" dirty="0"/>
              <a:t>Transformata Fouriera</a:t>
            </a:r>
          </a:p>
        </p:txBody>
      </p:sp>
      <p:pic>
        <p:nvPicPr>
          <p:cNvPr id="5" name="Obraz 4">
            <a:extLst>
              <a:ext uri="{FF2B5EF4-FFF2-40B4-BE49-F238E27FC236}">
                <a16:creationId xmlns:a16="http://schemas.microsoft.com/office/drawing/2014/main" id="{9880C502-28D9-E3BD-0F2E-C1E8BBAE6340}"/>
              </a:ext>
            </a:extLst>
          </p:cNvPr>
          <p:cNvPicPr>
            <a:picLocks noChangeAspect="1"/>
          </p:cNvPicPr>
          <p:nvPr/>
        </p:nvPicPr>
        <p:blipFill rotWithShape="1">
          <a:blip r:embed="rId2"/>
          <a:srcRect l="18257" t="41136" r="4931" b="39323"/>
          <a:stretch/>
        </p:blipFill>
        <p:spPr>
          <a:xfrm>
            <a:off x="457200" y="1828800"/>
            <a:ext cx="8257565" cy="1129145"/>
          </a:xfrm>
          <a:prstGeom prst="rect">
            <a:avLst/>
          </a:prstGeom>
        </p:spPr>
      </p:pic>
    </p:spTree>
    <p:extLst>
      <p:ext uri="{BB962C8B-B14F-4D97-AF65-F5344CB8AC3E}">
        <p14:creationId xmlns:p14="http://schemas.microsoft.com/office/powerpoint/2010/main" val="2821286748"/>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tekstu 1">
            <a:extLst>
              <a:ext uri="{FF2B5EF4-FFF2-40B4-BE49-F238E27FC236}">
                <a16:creationId xmlns:a16="http://schemas.microsoft.com/office/drawing/2014/main" id="{F4CEC31A-305A-61F7-2D8D-A8BE524DF10D}"/>
              </a:ext>
            </a:extLst>
          </p:cNvPr>
          <p:cNvSpPr>
            <a:spLocks noGrp="1"/>
          </p:cNvSpPr>
          <p:nvPr>
            <p:ph type="body" sz="quarter" idx="25"/>
          </p:nvPr>
        </p:nvSpPr>
        <p:spPr/>
        <p:txBody>
          <a:bodyPr/>
          <a:lstStyle/>
          <a:p>
            <a:r>
              <a:rPr lang="pl-PL" dirty="0"/>
              <a:t>Algorytm Mrówkowy</a:t>
            </a:r>
          </a:p>
        </p:txBody>
      </p:sp>
      <p:sp>
        <p:nvSpPr>
          <p:cNvPr id="3" name="Symbol zastępczy tekstu 2">
            <a:extLst>
              <a:ext uri="{FF2B5EF4-FFF2-40B4-BE49-F238E27FC236}">
                <a16:creationId xmlns:a16="http://schemas.microsoft.com/office/drawing/2014/main" id="{8442AF47-7DB7-FCD5-5A77-86DF1F403036}"/>
              </a:ext>
            </a:extLst>
          </p:cNvPr>
          <p:cNvSpPr>
            <a:spLocks noGrp="1"/>
          </p:cNvSpPr>
          <p:nvPr>
            <p:ph type="body" sz="quarter" idx="27"/>
          </p:nvPr>
        </p:nvSpPr>
        <p:spPr/>
        <p:txBody>
          <a:bodyPr/>
          <a:lstStyle/>
          <a:p>
            <a:pPr>
              <a:lnSpc>
                <a:spcPct val="107000"/>
              </a:lnSpc>
              <a:spcAft>
                <a:spcPts val="800"/>
              </a:spcAft>
            </a:pPr>
            <a:r>
              <a:rPr lang="pl-PL" sz="1800" kern="100" dirty="0">
                <a:effectLst/>
                <a:latin typeface="Calibri" panose="020F0502020204030204" pitchFamily="34" charset="0"/>
                <a:ea typeface="Calibri" panose="020F0502020204030204" pitchFamily="34" charset="0"/>
                <a:cs typeface="Times New Roman" panose="02020603050405020304" pitchFamily="18" charset="0"/>
              </a:rPr>
              <a:t>Kroki związane z optymalizacją kolonii mrówek:</a:t>
            </a:r>
          </a:p>
          <a:p>
            <a:pPr>
              <a:lnSpc>
                <a:spcPct val="107000"/>
              </a:lnSpc>
              <a:spcAft>
                <a:spcPts val="800"/>
              </a:spcAft>
            </a:pPr>
            <a:r>
              <a:rPr lang="pl-PL" sz="1800" kern="100" dirty="0">
                <a:effectLst/>
                <a:latin typeface="Calibri" panose="020F0502020204030204" pitchFamily="34" charset="0"/>
                <a:ea typeface="Calibri" panose="020F0502020204030204" pitchFamily="34" charset="0"/>
                <a:cs typeface="Times New Roman" panose="02020603050405020304" pitchFamily="18" charset="0"/>
              </a:rPr>
              <a:t> Inicjalizacja: Zaczynamy od umieszczenia mrówek w punkcie startowym. </a:t>
            </a:r>
          </a:p>
          <a:p>
            <a:pPr>
              <a:lnSpc>
                <a:spcPct val="107000"/>
              </a:lnSpc>
              <a:spcAft>
                <a:spcPts val="800"/>
              </a:spcAft>
            </a:pPr>
            <a:r>
              <a:rPr lang="pl-PL" sz="1800" kern="100" dirty="0">
                <a:effectLst/>
                <a:latin typeface="Calibri" panose="020F0502020204030204" pitchFamily="34" charset="0"/>
                <a:ea typeface="Calibri" panose="020F0502020204030204" pitchFamily="34" charset="0"/>
                <a:cs typeface="Times New Roman" panose="02020603050405020304" pitchFamily="18" charset="0"/>
              </a:rPr>
              <a:t>Ruch: każda mrówka wybiera punkt, do którego ma się przemieścić, w oparciu o funkcję probabilistyczną, która uwzględnia poziom feromonów i informacje heurystyczne. Informacje heurystyczne można traktować jako miarę tego, jak dobry jest dany punkt. </a:t>
            </a:r>
          </a:p>
          <a:p>
            <a:pPr>
              <a:lnSpc>
                <a:spcPct val="107000"/>
              </a:lnSpc>
              <a:spcAft>
                <a:spcPts val="800"/>
              </a:spcAft>
            </a:pPr>
            <a:r>
              <a:rPr lang="pl-PL" sz="1800" kern="100" dirty="0">
                <a:effectLst/>
                <a:latin typeface="Calibri" panose="020F0502020204030204" pitchFamily="34" charset="0"/>
                <a:ea typeface="Calibri" panose="020F0502020204030204" pitchFamily="34" charset="0"/>
                <a:cs typeface="Times New Roman" panose="02020603050405020304" pitchFamily="18" charset="0"/>
              </a:rPr>
              <a:t>Aktualizowanie śladów </a:t>
            </a:r>
            <a:r>
              <a:rPr lang="pl-PL" sz="1800" kern="100" dirty="0" err="1">
                <a:effectLst/>
                <a:latin typeface="Calibri" panose="020F0502020204030204" pitchFamily="34" charset="0"/>
                <a:ea typeface="Calibri" panose="020F0502020204030204" pitchFamily="34" charset="0"/>
                <a:cs typeface="Times New Roman" panose="02020603050405020304" pitchFamily="18" charset="0"/>
              </a:rPr>
              <a:t>feromonowych</a:t>
            </a:r>
            <a:r>
              <a:rPr lang="pl-PL" sz="1800" kern="100" dirty="0">
                <a:effectLst/>
                <a:latin typeface="Calibri" panose="020F0502020204030204" pitchFamily="34" charset="0"/>
                <a:ea typeface="Calibri" panose="020F0502020204030204" pitchFamily="34" charset="0"/>
                <a:cs typeface="Times New Roman" panose="02020603050405020304" pitchFamily="18" charset="0"/>
              </a:rPr>
              <a:t>: Ślad </a:t>
            </a:r>
            <a:r>
              <a:rPr lang="pl-PL" sz="1800" kern="100" dirty="0" err="1">
                <a:effectLst/>
                <a:latin typeface="Calibri" panose="020F0502020204030204" pitchFamily="34" charset="0"/>
                <a:ea typeface="Calibri" panose="020F0502020204030204" pitchFamily="34" charset="0"/>
                <a:cs typeface="Times New Roman" panose="02020603050405020304" pitchFamily="18" charset="0"/>
              </a:rPr>
              <a:t>feromonowy</a:t>
            </a:r>
            <a:r>
              <a:rPr lang="pl-PL" sz="1800" kern="100" dirty="0">
                <a:effectLst/>
                <a:latin typeface="Calibri" panose="020F0502020204030204" pitchFamily="34" charset="0"/>
                <a:ea typeface="Calibri" panose="020F0502020204030204" pitchFamily="34" charset="0"/>
                <a:cs typeface="Times New Roman" panose="02020603050405020304" pitchFamily="18" charset="0"/>
              </a:rPr>
              <a:t> na każdej krawędzi jest aktualizowany na podstawie jakości rozwiązania znalezionego przez mrówkę, która przeszła przez tę krawędź. </a:t>
            </a:r>
          </a:p>
          <a:p>
            <a:pPr>
              <a:lnSpc>
                <a:spcPct val="107000"/>
              </a:lnSpc>
              <a:spcAft>
                <a:spcPts val="800"/>
              </a:spcAft>
            </a:pPr>
            <a:r>
              <a:rPr lang="pl-PL" sz="1800" kern="100" dirty="0">
                <a:effectLst/>
                <a:latin typeface="Calibri" panose="020F0502020204030204" pitchFamily="34" charset="0"/>
                <a:ea typeface="Calibri" panose="020F0502020204030204" pitchFamily="34" charset="0"/>
                <a:cs typeface="Times New Roman" panose="02020603050405020304" pitchFamily="18" charset="0"/>
              </a:rPr>
              <a:t>Zakończenie: Zatrzymujemy algorytm po określonej liczbie iteracji lub po znalezieniu zadowalającego rozwiązania. </a:t>
            </a:r>
          </a:p>
          <a:p>
            <a:pPr>
              <a:lnSpc>
                <a:spcPct val="107000"/>
              </a:lnSpc>
              <a:spcAft>
                <a:spcPts val="800"/>
              </a:spcAft>
            </a:pPr>
            <a:r>
              <a:rPr lang="pl-PL" sz="1800" kern="100" dirty="0">
                <a:effectLst/>
                <a:latin typeface="Calibri" panose="020F0502020204030204" pitchFamily="34" charset="0"/>
                <a:ea typeface="Calibri" panose="020F0502020204030204" pitchFamily="34" charset="0"/>
                <a:cs typeface="Times New Roman" panose="02020603050405020304" pitchFamily="18" charset="0"/>
              </a:rPr>
              <a:t> </a:t>
            </a:r>
          </a:p>
          <a:p>
            <a:endParaRPr lang="pl-PL" dirty="0"/>
          </a:p>
        </p:txBody>
      </p:sp>
    </p:spTree>
    <p:extLst>
      <p:ext uri="{BB962C8B-B14F-4D97-AF65-F5344CB8AC3E}">
        <p14:creationId xmlns:p14="http://schemas.microsoft.com/office/powerpoint/2010/main" val="1072918906"/>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tekstu 1">
            <a:extLst>
              <a:ext uri="{FF2B5EF4-FFF2-40B4-BE49-F238E27FC236}">
                <a16:creationId xmlns:a16="http://schemas.microsoft.com/office/drawing/2014/main" id="{A045D16F-E7A8-0ED6-4D99-D9BB4B8DC891}"/>
              </a:ext>
            </a:extLst>
          </p:cNvPr>
          <p:cNvSpPr>
            <a:spLocks noGrp="1"/>
          </p:cNvSpPr>
          <p:nvPr>
            <p:ph type="body" sz="quarter" idx="25"/>
          </p:nvPr>
        </p:nvSpPr>
        <p:spPr/>
        <p:txBody>
          <a:bodyPr/>
          <a:lstStyle/>
          <a:p>
            <a:endParaRPr lang="pl-PL"/>
          </a:p>
        </p:txBody>
      </p:sp>
      <p:sp>
        <p:nvSpPr>
          <p:cNvPr id="3" name="Symbol zastępczy tekstu 2">
            <a:extLst>
              <a:ext uri="{FF2B5EF4-FFF2-40B4-BE49-F238E27FC236}">
                <a16:creationId xmlns:a16="http://schemas.microsoft.com/office/drawing/2014/main" id="{E92AA174-760C-8E9A-B6F2-ABDA9610FC46}"/>
              </a:ext>
            </a:extLst>
          </p:cNvPr>
          <p:cNvSpPr>
            <a:spLocks noGrp="1"/>
          </p:cNvSpPr>
          <p:nvPr>
            <p:ph type="body" sz="quarter" idx="27"/>
          </p:nvPr>
        </p:nvSpPr>
        <p:spPr/>
        <p:txBody>
          <a:bodyPr/>
          <a:lstStyle/>
          <a:p>
            <a:r>
              <a:rPr lang="pl-PL" sz="1800" kern="100" dirty="0">
                <a:effectLst/>
                <a:latin typeface="Calibri" panose="020F0502020204030204" pitchFamily="34" charset="0"/>
                <a:ea typeface="Calibri" panose="020F0502020204030204" pitchFamily="34" charset="0"/>
                <a:cs typeface="Times New Roman" panose="02020603050405020304" pitchFamily="18" charset="0"/>
              </a:rPr>
              <a:t>Powtarzając te kroki, mrówki stopniowo dojdą do najlepszego rozwiązania problemu. ACO może służyć do rozwiązywania szerokiego zakresu problemów optymalizacyjnych, takich jak problem komiwojażera, w którym celem jest znalezienie najkrótszej ścieżki, która odwiedza zestaw miast.</a:t>
            </a:r>
          </a:p>
          <a:p>
            <a:endParaRPr lang="pl-PL" dirty="0"/>
          </a:p>
        </p:txBody>
      </p:sp>
    </p:spTree>
    <p:extLst>
      <p:ext uri="{BB962C8B-B14F-4D97-AF65-F5344CB8AC3E}">
        <p14:creationId xmlns:p14="http://schemas.microsoft.com/office/powerpoint/2010/main" val="2862408868"/>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B3C010-5696-26ED-5AA2-E0AA68E4E53D}"/>
            </a:ext>
          </a:extLst>
        </p:cNvPr>
        <p:cNvGrpSpPr/>
        <p:nvPr/>
      </p:nvGrpSpPr>
      <p:grpSpPr>
        <a:xfrm>
          <a:off x="0" y="0"/>
          <a:ext cx="0" cy="0"/>
          <a:chOff x="0" y="0"/>
          <a:chExt cx="0" cy="0"/>
        </a:xfrm>
      </p:grpSpPr>
      <p:sp>
        <p:nvSpPr>
          <p:cNvPr id="2" name="Symbol zastępczy tekstu 1">
            <a:extLst>
              <a:ext uri="{FF2B5EF4-FFF2-40B4-BE49-F238E27FC236}">
                <a16:creationId xmlns:a16="http://schemas.microsoft.com/office/drawing/2014/main" id="{83A83634-441F-88E7-6D5C-13FDFBF98714}"/>
              </a:ext>
            </a:extLst>
          </p:cNvPr>
          <p:cNvSpPr>
            <a:spLocks noGrp="1"/>
          </p:cNvSpPr>
          <p:nvPr>
            <p:ph type="body" sz="quarter" idx="25"/>
          </p:nvPr>
        </p:nvSpPr>
        <p:spPr/>
        <p:txBody>
          <a:bodyPr/>
          <a:lstStyle/>
          <a:p>
            <a:endParaRPr lang="pl-PL"/>
          </a:p>
        </p:txBody>
      </p:sp>
      <p:sp>
        <p:nvSpPr>
          <p:cNvPr id="3" name="Symbol zastępczy tekstu 2">
            <a:extLst>
              <a:ext uri="{FF2B5EF4-FFF2-40B4-BE49-F238E27FC236}">
                <a16:creationId xmlns:a16="http://schemas.microsoft.com/office/drawing/2014/main" id="{57B6B3DC-F4EE-270E-323F-76D6DEC38408}"/>
              </a:ext>
            </a:extLst>
          </p:cNvPr>
          <p:cNvSpPr>
            <a:spLocks noGrp="1"/>
          </p:cNvSpPr>
          <p:nvPr>
            <p:ph type="body" sz="quarter" idx="27"/>
          </p:nvPr>
        </p:nvSpPr>
        <p:spPr/>
        <p:txBody>
          <a:bodyPr/>
          <a:lstStyle/>
          <a:p>
            <a:r>
              <a:rPr lang="pl-PL" sz="1800" kern="100" dirty="0">
                <a:effectLst/>
                <a:latin typeface="Calibri" panose="020F0502020204030204" pitchFamily="34" charset="0"/>
                <a:ea typeface="Calibri" panose="020F0502020204030204" pitchFamily="34" charset="0"/>
                <a:cs typeface="Times New Roman" panose="02020603050405020304" pitchFamily="18" charset="0"/>
              </a:rPr>
              <a:t>Powtarzając te kroki, mrówki stopniowo dojdą do najlepszego rozwiązania problemu. ACO może służyć do rozwiązywania szerokiego zakresu problemów optymalizacyjnych, takich jak problem komiwojażera, w którym celem jest znalezienie najkrótszej ścieżki, która odwiedza zestaw miast.</a:t>
            </a:r>
          </a:p>
          <a:p>
            <a:endParaRPr lang="pl-PL" dirty="0"/>
          </a:p>
        </p:txBody>
      </p:sp>
    </p:spTree>
    <p:extLst>
      <p:ext uri="{BB962C8B-B14F-4D97-AF65-F5344CB8AC3E}">
        <p14:creationId xmlns:p14="http://schemas.microsoft.com/office/powerpoint/2010/main" val="597709031"/>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2" name="Pismo odręczne 1">
                <a:extLst>
                  <a:ext uri="{FF2B5EF4-FFF2-40B4-BE49-F238E27FC236}">
                    <a16:creationId xmlns:a16="http://schemas.microsoft.com/office/drawing/2014/main" id="{5E4CB73F-AEA9-260F-C954-9DCCF383E647}"/>
                  </a:ext>
                </a:extLst>
              </p14:cNvPr>
              <p14:cNvContentPartPr/>
              <p14:nvPr/>
            </p14:nvContentPartPr>
            <p14:xfrm>
              <a:off x="628560" y="318960"/>
              <a:ext cx="7244280" cy="3048480"/>
            </p14:xfrm>
          </p:contentPart>
        </mc:Choice>
        <mc:Fallback xmlns="">
          <p:pic>
            <p:nvPicPr>
              <p:cNvPr id="2" name="Pismo odręczne 1">
                <a:extLst>
                  <a:ext uri="{FF2B5EF4-FFF2-40B4-BE49-F238E27FC236}">
                    <a16:creationId xmlns:a16="http://schemas.microsoft.com/office/drawing/2014/main" id="{5E4CB73F-AEA9-260F-C954-9DCCF383E647}"/>
                  </a:ext>
                </a:extLst>
              </p:cNvPr>
              <p:cNvPicPr/>
              <p:nvPr/>
            </p:nvPicPr>
            <p:blipFill>
              <a:blip r:embed="rId3"/>
              <a:stretch>
                <a:fillRect/>
              </a:stretch>
            </p:blipFill>
            <p:spPr>
              <a:xfrm>
                <a:off x="619200" y="309600"/>
                <a:ext cx="7263000" cy="3067200"/>
              </a:xfrm>
              <a:prstGeom prst="rect">
                <a:avLst/>
              </a:prstGeom>
            </p:spPr>
          </p:pic>
        </mc:Fallback>
      </mc:AlternateContent>
    </p:spTree>
    <p:extLst>
      <p:ext uri="{BB962C8B-B14F-4D97-AF65-F5344CB8AC3E}">
        <p14:creationId xmlns:p14="http://schemas.microsoft.com/office/powerpoint/2010/main" val="914761430"/>
      </p:ext>
    </p:extLst>
  </p:cSld>
  <p:clrMapOvr>
    <a:masterClrMapping/>
  </p:clrMapOvr>
</p:sld>
</file>

<file path=ppt/theme/theme1.xml><?xml version="1.0" encoding="utf-8"?>
<a:theme xmlns:a="http://schemas.openxmlformats.org/drawingml/2006/main" name="2_Comarch_potx_big_v3_poprawki">
  <a:themeElements>
    <a:clrScheme name="Comarch">
      <a:dk1>
        <a:srgbClr val="26437E"/>
      </a:dk1>
      <a:lt1>
        <a:sysClr val="window" lastClr="FFFFFF"/>
      </a:lt1>
      <a:dk2>
        <a:srgbClr val="009DE0"/>
      </a:dk2>
      <a:lt2>
        <a:srgbClr val="F2F2F2"/>
      </a:lt2>
      <a:accent1>
        <a:srgbClr val="26437E"/>
      </a:accent1>
      <a:accent2>
        <a:srgbClr val="009DE0"/>
      </a:accent2>
      <a:accent3>
        <a:srgbClr val="20BBA5"/>
      </a:accent3>
      <a:accent4>
        <a:srgbClr val="73B42D"/>
      </a:accent4>
      <a:accent5>
        <a:srgbClr val="0076B1"/>
      </a:accent5>
      <a:accent6>
        <a:srgbClr val="00A767"/>
      </a:accent6>
      <a:hlink>
        <a:srgbClr val="1FBBA5"/>
      </a:hlink>
      <a:folHlink>
        <a:srgbClr val="7AD2C6"/>
      </a:folHlink>
    </a:clrScheme>
    <a:fontScheme name="Office — klasyczny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effectLst/>
      </a:spPr>
      <a:bodyPr lIns="72000" rIns="72000"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bodyPr vert="horz" lIns="91440" tIns="45720" rIns="91440" bIns="45720" rtlCol="0">
        <a:normAutofit/>
      </a:bodyPr>
      <a:lstStyle>
        <a:defPPr>
          <a:defRPr dirty="0" smtClean="0"/>
        </a:defPPr>
      </a:lstStyle>
    </a:txDef>
  </a:objectDefaults>
  <a:extraClrSchemeLst/>
</a:theme>
</file>

<file path=ppt/theme/theme2.xml><?xml version="1.0" encoding="utf-8"?>
<a:theme xmlns:a="http://schemas.openxmlformats.org/drawingml/2006/main" name="Motyw pakietu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Motyw pakietu Office">
  <a:themeElements>
    <a:clrScheme name="Pakiet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Pakiet 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kiet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Comarch_potx_big_v3_poprawki</Template>
  <TotalTime>4055</TotalTime>
  <Words>7736</Words>
  <Application>Microsoft Office PowerPoint</Application>
  <PresentationFormat>Pokaz na ekranie (16:9)</PresentationFormat>
  <Paragraphs>568</Paragraphs>
  <Slides>130</Slides>
  <Notes>6</Notes>
  <HiddenSlides>0</HiddenSlides>
  <MMClips>0</MMClips>
  <ScaleCrop>false</ScaleCrop>
  <HeadingPairs>
    <vt:vector size="6" baseType="variant">
      <vt:variant>
        <vt:lpstr>Używane czcionki</vt:lpstr>
      </vt:variant>
      <vt:variant>
        <vt:i4>6</vt:i4>
      </vt:variant>
      <vt:variant>
        <vt:lpstr>Motyw</vt:lpstr>
      </vt:variant>
      <vt:variant>
        <vt:i4>1</vt:i4>
      </vt:variant>
      <vt:variant>
        <vt:lpstr>Tytuły slajdów</vt:lpstr>
      </vt:variant>
      <vt:variant>
        <vt:i4>130</vt:i4>
      </vt:variant>
    </vt:vector>
  </HeadingPairs>
  <TitlesOfParts>
    <vt:vector size="137" baseType="lpstr">
      <vt:lpstr>Arial</vt:lpstr>
      <vt:lpstr>Calibri</vt:lpstr>
      <vt:lpstr>Courier New</vt:lpstr>
      <vt:lpstr>DejaVu Sans</vt:lpstr>
      <vt:lpstr>Roboto</vt:lpstr>
      <vt:lpstr>Wingdings</vt:lpstr>
      <vt:lpstr>2_Comarch_potx_big_v3_poprawki</vt:lpstr>
      <vt:lpstr>CENTRUM SZKOLENIOWE COMARCH</vt:lpstr>
      <vt:lpstr>Prezentacja programu PowerPoint</vt:lpstr>
      <vt:lpstr>Prezentacja programu PowerPoint</vt:lpstr>
      <vt:lpstr>Prezentacja programu PowerPoint</vt:lpstr>
      <vt:lpstr>Prezentacja programu PowerPoint</vt:lpstr>
      <vt:lpstr>Historia języka Python:</vt:lpstr>
      <vt:lpstr>Kalendarium</vt:lpstr>
      <vt:lpstr>Co dalej z językiem Python</vt:lpstr>
      <vt:lpstr>Wersjonowanie języka Python</vt:lpstr>
      <vt:lpstr>Idea języka:</vt:lpstr>
      <vt:lpstr>Zastosowania języka Python</vt:lpstr>
      <vt:lpstr>Zastosowania języka Python</vt:lpstr>
      <vt:lpstr>Zastosowania języka Python</vt:lpstr>
      <vt:lpstr>ANI i AGI</vt:lpstr>
      <vt:lpstr>Inteligencja</vt:lpstr>
      <vt:lpstr>Inteligencja wieloraka</vt:lpstr>
      <vt:lpstr>Inteligencja wieloraka</vt:lpstr>
      <vt:lpstr>Sztuczna Inteligencja</vt:lpstr>
      <vt:lpstr>AI</vt:lpstr>
      <vt:lpstr>AI</vt:lpstr>
      <vt:lpstr>AI</vt:lpstr>
      <vt:lpstr>świadomość</vt:lpstr>
      <vt:lpstr>Co to jest maszynowe uczenie się ? (Machine Learning)</vt:lpstr>
      <vt:lpstr>Uczenie maszyn</vt:lpstr>
      <vt:lpstr>Sposoby uczenia się</vt:lpstr>
      <vt:lpstr>Rodzaje algorymów ze względu na obszar zastosowań</vt:lpstr>
      <vt:lpstr>Prezentacja programu PowerPoint</vt:lpstr>
      <vt:lpstr>Prezentacja programu PowerPoint</vt:lpstr>
      <vt:lpstr>Prezentacja programu PowerPoint</vt:lpstr>
      <vt:lpstr>Prezentacja programu PowerPoint</vt:lpstr>
      <vt:lpstr>ZASTOSOWANIA</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Co to jest Conda?</vt:lpstr>
      <vt:lpstr>Biblioteki i pakiety wspierające implementację algotymów ML</vt:lpstr>
      <vt:lpstr>ANACONDA</vt:lpstr>
      <vt:lpstr>ANACONDA</vt:lpstr>
      <vt:lpstr>anaconda</vt:lpstr>
      <vt:lpstr>DATALORE</vt:lpstr>
      <vt:lpstr>Biblioteka pandas </vt:lpstr>
      <vt:lpstr>pandas</vt:lpstr>
      <vt:lpstr>Podstawowe typy danych w pandas</vt:lpstr>
      <vt:lpstr>Prezentacja programu PowerPoint</vt:lpstr>
      <vt:lpstr>Prezentacja programu PowerPoint</vt:lpstr>
      <vt:lpstr>Sieci neuronowe</vt:lpstr>
      <vt:lpstr>Sieci neuronowe</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Sieci neuronowe</vt:lpstr>
      <vt:lpstr>Prezentacja programu PowerPoint</vt:lpstr>
      <vt:lpstr>Przykład</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Algorytm genetyczny</vt:lpstr>
      <vt:lpstr>Algorytm genetyczny</vt:lpstr>
      <vt:lpstr>Algorytm genetyczny</vt:lpstr>
      <vt:lpstr>Schemat prostego algorytmu genetycznego</vt:lpstr>
      <vt:lpstr>Algorytm genetyczny</vt:lpstr>
      <vt:lpstr>Algorytm genetyczny - kodowanie</vt:lpstr>
      <vt:lpstr>Funkcja przystosowania</vt:lpstr>
      <vt:lpstr>Metody selekcji</vt:lpstr>
      <vt:lpstr>Prezentacja programu PowerPoint</vt:lpstr>
      <vt:lpstr>Operatory krzyżowania</vt:lpstr>
      <vt:lpstr>Operatory mutacji</vt:lpstr>
      <vt:lpstr>Algorytm Genetyczny  - biblioteki pythona</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Slajd 1</dc:title>
  <dc:creator>Dominik Pietruszka</dc:creator>
  <cp:lastModifiedBy>Marcin Albiniak</cp:lastModifiedBy>
  <cp:revision>284</cp:revision>
  <dcterms:created xsi:type="dcterms:W3CDTF">2015-08-12T08:39:11Z</dcterms:created>
  <dcterms:modified xsi:type="dcterms:W3CDTF">2026-10-13T07:11:53Z</dcterms:modified>
</cp:coreProperties>
</file>